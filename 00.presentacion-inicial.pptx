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</p:sldMasterIdLst>
  <p:notesMasterIdLst>
    <p:notesMasterId r:id="rId9"/>
  </p:notesMasterIdLst>
  <p:sldIdLst>
    <p:sldId id="256" r:id="rId3"/>
    <p:sldId id="257" r:id="rId4"/>
    <p:sldId id="260" r:id="rId5"/>
    <p:sldId id="261" r:id="rId6"/>
    <p:sldId id="262" r:id="rId7"/>
    <p:sldId id="259" r:id="rId8"/>
  </p:sldIdLst>
  <p:sldSz cx="12192000" cy="6858000"/>
  <p:notesSz cx="6858000" cy="9144000"/>
  <p:embeddedFontLst>
    <p:embeddedFont>
      <p:font typeface="Livvic" pitchFamily="2" charset="0"/>
      <p:regular r:id="rId10"/>
      <p:bold r:id="rId11"/>
      <p:italic r:id="rId12"/>
      <p:boldItalic r:id="rId13"/>
    </p:embeddedFont>
    <p:embeddedFont>
      <p:font typeface="Montserrat" panose="00000500000000000000" pitchFamily="2" charset="0"/>
      <p:regular r:id="rId14"/>
      <p:bold r:id="rId15"/>
      <p:italic r:id="rId16"/>
      <p:boldItalic r:id="rId17"/>
    </p:embeddedFont>
    <p:embeddedFont>
      <p:font typeface="Nunito" pitchFamily="2" charset="0"/>
      <p:regular r:id="rId18"/>
      <p:bold r:id="rId19"/>
      <p:italic r:id="rId20"/>
      <p:boldItalic r:id="rId21"/>
    </p:embeddedFont>
    <p:embeddedFont>
      <p:font typeface="Roboto" panose="02000000000000000000" pitchFamily="2" charset="0"/>
      <p:regular r:id="rId22"/>
      <p:bold r:id="rId23"/>
      <p:italic r:id="rId24"/>
      <p:boldItalic r:id="rId25"/>
    </p:embeddedFont>
    <p:embeddedFont>
      <p:font typeface="Roboto Condensed Light" panose="02000000000000000000" pitchFamily="2" charset="0"/>
      <p:regular r:id="rId26"/>
      <p:italic r:id="rId27"/>
    </p:embeddedFont>
    <p:embeddedFont>
      <p:font typeface="Saira" panose="020B0604020202020204" charset="0"/>
      <p:regular r:id="rId28"/>
      <p:bold r:id="rId29"/>
      <p:italic r:id="rId30"/>
      <p:boldItalic r:id="rId31"/>
    </p:embeddedFont>
    <p:embeddedFont>
      <p:font typeface="Saira SemiBold" panose="020B0604020202020204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6" roundtripDataSignature="AMtx7mhvwoM9eB9/dioecwqT0tewQNWU8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885280-56AD-45DD-B3A8-74730863827C}" v="1" dt="2026-08-31T04:00:02.325"/>
  </p1510:revLst>
</p1510:revInfo>
</file>

<file path=ppt/tableStyles.xml><?xml version="1.0" encoding="utf-8"?>
<a:tblStyleLst xmlns:a="http://schemas.openxmlformats.org/drawingml/2006/main" def="{25A4D92F-EE95-46B2-AAA7-93A10D061BFF}">
  <a:tblStyle styleId="{25A4D92F-EE95-46B2-AAA7-93A10D061BF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86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font" Target="fonts/font17.fntdata"/><Relationship Id="rId39" Type="http://schemas.openxmlformats.org/officeDocument/2006/relationships/theme" Target="theme/theme1.xml"/><Relationship Id="rId21" Type="http://schemas.openxmlformats.org/officeDocument/2006/relationships/font" Target="fonts/font12.fntdata"/><Relationship Id="rId34" Type="http://schemas.openxmlformats.org/officeDocument/2006/relationships/font" Target="fonts/font25.fntdata"/><Relationship Id="rId42" Type="http://schemas.microsoft.com/office/2015/10/relationships/revisionInfo" Target="revisionInfo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29" Type="http://schemas.openxmlformats.org/officeDocument/2006/relationships/font" Target="fonts/font20.fntdata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2.fntdata"/><Relationship Id="rId24" Type="http://schemas.openxmlformats.org/officeDocument/2006/relationships/font" Target="fonts/font15.fntdata"/><Relationship Id="rId32" Type="http://schemas.openxmlformats.org/officeDocument/2006/relationships/font" Target="fonts/font23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28" Type="http://schemas.openxmlformats.org/officeDocument/2006/relationships/font" Target="fonts/font19.fntdata"/><Relationship Id="rId36" Type="http://customschemas.google.com/relationships/presentationmetadata" Target="metadata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31" Type="http://schemas.openxmlformats.org/officeDocument/2006/relationships/font" Target="fonts/font22.fntdata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font" Target="fonts/font18.fntdata"/><Relationship Id="rId30" Type="http://schemas.openxmlformats.org/officeDocument/2006/relationships/font" Target="fonts/font21.fntdata"/><Relationship Id="rId35" Type="http://schemas.openxmlformats.org/officeDocument/2006/relationships/font" Target="fonts/font26.fntdata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font" Target="fonts/font16.fntdata"/><Relationship Id="rId33" Type="http://schemas.openxmlformats.org/officeDocument/2006/relationships/font" Target="fonts/font24.fntdata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rbey Muñoz" userId="b7e811e8891ccd42" providerId="LiveId" clId="{2482167B-ADD3-4E68-AB8B-ADE9CECE27D0}"/>
    <pc:docChg chg="custSel addSld modSld">
      <pc:chgData name="Norbey Muñoz" userId="b7e811e8891ccd42" providerId="LiveId" clId="{2482167B-ADD3-4E68-AB8B-ADE9CECE27D0}" dt="2026-08-31T04:01:11.772" v="74" actId="20577"/>
      <pc:docMkLst>
        <pc:docMk/>
      </pc:docMkLst>
      <pc:sldChg chg="modSp mod">
        <pc:chgData name="Norbey Muñoz" userId="b7e811e8891ccd42" providerId="LiveId" clId="{2482167B-ADD3-4E68-AB8B-ADE9CECE27D0}" dt="2026-08-31T03:59:25.001" v="60" actId="1076"/>
        <pc:sldMkLst>
          <pc:docMk/>
          <pc:sldMk cId="0" sldId="256"/>
        </pc:sldMkLst>
        <pc:spChg chg="mod">
          <ac:chgData name="Norbey Muñoz" userId="b7e811e8891ccd42" providerId="LiveId" clId="{2482167B-ADD3-4E68-AB8B-ADE9CECE27D0}" dt="2026-08-31T03:59:14.699" v="58" actId="20577"/>
          <ac:spMkLst>
            <pc:docMk/>
            <pc:sldMk cId="0" sldId="256"/>
            <ac:spMk id="3" creationId="{F6E5FE4C-F0A4-04D9-BDF6-552D3C5B8C83}"/>
          </ac:spMkLst>
        </pc:spChg>
        <pc:spChg chg="mod">
          <ac:chgData name="Norbey Muñoz" userId="b7e811e8891ccd42" providerId="LiveId" clId="{2482167B-ADD3-4E68-AB8B-ADE9CECE27D0}" dt="2026-08-31T03:59:25.001" v="60" actId="1076"/>
          <ac:spMkLst>
            <pc:docMk/>
            <pc:sldMk cId="0" sldId="256"/>
            <ac:spMk id="98" creationId="{00000000-0000-0000-0000-000000000000}"/>
          </ac:spMkLst>
        </pc:spChg>
      </pc:sldChg>
      <pc:sldChg chg="modSp mod">
        <pc:chgData name="Norbey Muñoz" userId="b7e811e8891ccd42" providerId="LiveId" clId="{2482167B-ADD3-4E68-AB8B-ADE9CECE27D0}" dt="2026-08-31T04:01:11.772" v="74" actId="20577"/>
        <pc:sldMkLst>
          <pc:docMk/>
          <pc:sldMk cId="0" sldId="259"/>
        </pc:sldMkLst>
        <pc:spChg chg="mod">
          <ac:chgData name="Norbey Muñoz" userId="b7e811e8891ccd42" providerId="LiveId" clId="{2482167B-ADD3-4E68-AB8B-ADE9CECE27D0}" dt="2026-08-31T04:01:11.772" v="74" actId="20577"/>
          <ac:spMkLst>
            <pc:docMk/>
            <pc:sldMk cId="0" sldId="259"/>
            <ac:spMk id="873" creationId="{00000000-0000-0000-0000-000000000000}"/>
          </ac:spMkLst>
        </pc:spChg>
      </pc:sldChg>
      <pc:sldChg chg="addSp delSp modSp mod">
        <pc:chgData name="Norbey Muñoz" userId="b7e811e8891ccd42" providerId="LiveId" clId="{2482167B-ADD3-4E68-AB8B-ADE9CECE27D0}" dt="2026-08-31T04:00:20.131" v="64" actId="478"/>
        <pc:sldMkLst>
          <pc:docMk/>
          <pc:sldMk cId="0" sldId="260"/>
        </pc:sldMkLst>
        <pc:spChg chg="add del mod">
          <ac:chgData name="Norbey Muñoz" userId="b7e811e8891ccd42" providerId="LiveId" clId="{2482167B-ADD3-4E68-AB8B-ADE9CECE27D0}" dt="2026-08-31T04:00:18.789" v="63" actId="478"/>
          <ac:spMkLst>
            <pc:docMk/>
            <pc:sldMk cId="0" sldId="260"/>
            <ac:spMk id="3" creationId="{3F5D907D-DB29-C458-B88E-4C2C0CF0D734}"/>
          </ac:spMkLst>
        </pc:spChg>
        <pc:spChg chg="del">
          <ac:chgData name="Norbey Muñoz" userId="b7e811e8891ccd42" providerId="LiveId" clId="{2482167B-ADD3-4E68-AB8B-ADE9CECE27D0}" dt="2026-08-31T04:00:15.445" v="62" actId="478"/>
          <ac:spMkLst>
            <pc:docMk/>
            <pc:sldMk cId="0" sldId="260"/>
            <ac:spMk id="885" creationId="{00000000-0000-0000-0000-000000000000}"/>
          </ac:spMkLst>
        </pc:spChg>
        <pc:grpChg chg="del">
          <ac:chgData name="Norbey Muñoz" userId="b7e811e8891ccd42" providerId="LiveId" clId="{2482167B-ADD3-4E68-AB8B-ADE9CECE27D0}" dt="2026-08-31T04:00:20.131" v="64" actId="478"/>
          <ac:grpSpMkLst>
            <pc:docMk/>
            <pc:sldMk cId="0" sldId="260"/>
            <ac:grpSpMk id="903" creationId="{00000000-0000-0000-0000-000000000000}"/>
          </ac:grpSpMkLst>
        </pc:grpChg>
      </pc:sldChg>
      <pc:sldChg chg="modSp add mod">
        <pc:chgData name="Norbey Muñoz" userId="b7e811e8891ccd42" providerId="LiveId" clId="{2482167B-ADD3-4E68-AB8B-ADE9CECE27D0}" dt="2026-08-31T04:00:43.829" v="67" actId="20577"/>
        <pc:sldMkLst>
          <pc:docMk/>
          <pc:sldMk cId="3861613165" sldId="261"/>
        </pc:sldMkLst>
        <pc:spChg chg="mod">
          <ac:chgData name="Norbey Muñoz" userId="b7e811e8891ccd42" providerId="LiveId" clId="{2482167B-ADD3-4E68-AB8B-ADE9CECE27D0}" dt="2026-08-31T04:00:43.829" v="67" actId="20577"/>
          <ac:spMkLst>
            <pc:docMk/>
            <pc:sldMk cId="3861613165" sldId="261"/>
            <ac:spMk id="3" creationId="{A7D22AAA-EFD0-C1F6-02C5-747DB3A98B32}"/>
          </ac:spMkLst>
        </pc:spChg>
        <pc:spChg chg="mod">
          <ac:chgData name="Norbey Muñoz" userId="b7e811e8891ccd42" providerId="LiveId" clId="{2482167B-ADD3-4E68-AB8B-ADE9CECE27D0}" dt="2026-08-31T04:00:29.040" v="65" actId="20577"/>
          <ac:spMkLst>
            <pc:docMk/>
            <pc:sldMk cId="3861613165" sldId="261"/>
            <ac:spMk id="108" creationId="{5C30B43A-087D-E390-38D8-85D41F2DDD58}"/>
          </ac:spMkLst>
        </pc:spChg>
      </pc:sldChg>
      <pc:sldChg chg="modSp add mod">
        <pc:chgData name="Norbey Muñoz" userId="b7e811e8891ccd42" providerId="LiveId" clId="{2482167B-ADD3-4E68-AB8B-ADE9CECE27D0}" dt="2026-08-31T04:00:59.834" v="72" actId="20577"/>
        <pc:sldMkLst>
          <pc:docMk/>
          <pc:sldMk cId="1514910766" sldId="262"/>
        </pc:sldMkLst>
        <pc:spChg chg="mod">
          <ac:chgData name="Norbey Muñoz" userId="b7e811e8891ccd42" providerId="LiveId" clId="{2482167B-ADD3-4E68-AB8B-ADE9CECE27D0}" dt="2026-08-31T04:00:59.834" v="72" actId="20577"/>
          <ac:spMkLst>
            <pc:docMk/>
            <pc:sldMk cId="1514910766" sldId="262"/>
            <ac:spMk id="3" creationId="{C267E7DC-89DB-A13E-3720-6C1EFF9B4A6E}"/>
          </ac:spMkLst>
        </pc:spChg>
        <pc:spChg chg="mod">
          <ac:chgData name="Norbey Muñoz" userId="b7e811e8891ccd42" providerId="LiveId" clId="{2482167B-ADD3-4E68-AB8B-ADE9CECE27D0}" dt="2026-08-31T04:00:53.156" v="70" actId="20577"/>
          <ac:spMkLst>
            <pc:docMk/>
            <pc:sldMk cId="1514910766" sldId="262"/>
            <ac:spMk id="108" creationId="{F2ABA9BF-AA41-24AF-7819-91DA4AD6E16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8b4de9e975_0_2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6" name="Google Shape;876;g8b4de9e975_0_2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B18B26E5-7550-C5A1-32D0-895B3377A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4DA89363-3316-C99B-778D-D47CC8BC4E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33F0AAD3-586B-F353-B699-7F62C51C16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216614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D317C0E6-40F2-A600-A956-6F7992598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067562C0-6680-BCD8-D0C8-C8B826935F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779E3ACD-178E-4959-2F3D-2636024353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597018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8a46fb0627_0_3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" name="Google Shape;819;g8a46fb0627_0_3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apositiva de título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cabezado de sección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os objetos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ació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olo el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 blanco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ido con título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n con título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y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vertical y texto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dk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3523433" y="4325600"/>
            <a:ext cx="5145200" cy="99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"/>
              <a:buFont typeface="Roboto"/>
              <a:buNone/>
              <a:defRPr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115867" y="1934400"/>
            <a:ext cx="7960400" cy="239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5867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188970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"/>
          <p:cNvSpPr txBox="1">
            <a:spLocks noGrp="1"/>
          </p:cNvSpPr>
          <p:nvPr>
            <p:ph type="body" idx="1"/>
          </p:nvPr>
        </p:nvSpPr>
        <p:spPr>
          <a:xfrm>
            <a:off x="950967" y="1596133"/>
            <a:ext cx="103456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Font typeface="Livvic"/>
              <a:buAutoNum type="arabicPeriod"/>
              <a:defRPr sz="1600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90" name="Google Shape;90;p4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345600" cy="8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015108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03413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bg>
      <p:bgPr>
        <a:solidFill>
          <a:schemeClr val="lt2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345600" cy="8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97" name="Google Shape;197;p13"/>
          <p:cNvSpPr txBox="1">
            <a:spLocks noGrp="1"/>
          </p:cNvSpPr>
          <p:nvPr>
            <p:ph type="title" idx="2"/>
          </p:nvPr>
        </p:nvSpPr>
        <p:spPr>
          <a:xfrm>
            <a:off x="1017033" y="3541917"/>
            <a:ext cx="2918800" cy="48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133" b="0">
                <a:solidFill>
                  <a:schemeClr val="accent1"/>
                </a:solidFill>
                <a:latin typeface="Saira SemiBold"/>
                <a:ea typeface="Saira SemiBold"/>
                <a:cs typeface="Saira SemiBold"/>
                <a:sym typeface="Saira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98" name="Google Shape;198;p13"/>
          <p:cNvSpPr txBox="1">
            <a:spLocks noGrp="1"/>
          </p:cNvSpPr>
          <p:nvPr>
            <p:ph type="subTitle" idx="1"/>
          </p:nvPr>
        </p:nvSpPr>
        <p:spPr>
          <a:xfrm>
            <a:off x="1237633" y="3950884"/>
            <a:ext cx="2477600" cy="12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13"/>
          <p:cNvSpPr txBox="1">
            <a:spLocks noGrp="1"/>
          </p:cNvSpPr>
          <p:nvPr>
            <p:ph type="title" idx="3"/>
          </p:nvPr>
        </p:nvSpPr>
        <p:spPr>
          <a:xfrm>
            <a:off x="4669600" y="3541917"/>
            <a:ext cx="2918800" cy="48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2133" b="0">
                <a:solidFill>
                  <a:schemeClr val="accent1"/>
                </a:solidFill>
                <a:latin typeface="Saira SemiBold"/>
                <a:ea typeface="Saira SemiBold"/>
                <a:cs typeface="Saira SemiBold"/>
                <a:sym typeface="Sair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00" name="Google Shape;200;p13"/>
          <p:cNvSpPr txBox="1">
            <a:spLocks noGrp="1"/>
          </p:cNvSpPr>
          <p:nvPr>
            <p:ph type="subTitle" idx="4"/>
          </p:nvPr>
        </p:nvSpPr>
        <p:spPr>
          <a:xfrm>
            <a:off x="4890184" y="3950884"/>
            <a:ext cx="2477600" cy="12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13"/>
          <p:cNvSpPr txBox="1">
            <a:spLocks noGrp="1"/>
          </p:cNvSpPr>
          <p:nvPr>
            <p:ph type="title" idx="5"/>
          </p:nvPr>
        </p:nvSpPr>
        <p:spPr>
          <a:xfrm>
            <a:off x="8322167" y="3541917"/>
            <a:ext cx="2918800" cy="48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2133" b="0">
                <a:solidFill>
                  <a:schemeClr val="accent1"/>
                </a:solidFill>
                <a:latin typeface="Saira SemiBold"/>
                <a:ea typeface="Saira SemiBold"/>
                <a:cs typeface="Saira SemiBold"/>
                <a:sym typeface="Sair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02" name="Google Shape;202;p13"/>
          <p:cNvSpPr txBox="1">
            <a:spLocks noGrp="1"/>
          </p:cNvSpPr>
          <p:nvPr>
            <p:ph type="subTitle" idx="6"/>
          </p:nvPr>
        </p:nvSpPr>
        <p:spPr>
          <a:xfrm>
            <a:off x="8542767" y="3950884"/>
            <a:ext cx="2477600" cy="12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03" name="Google Shape;203;p13"/>
          <p:cNvGrpSpPr/>
          <p:nvPr/>
        </p:nvGrpSpPr>
        <p:grpSpPr>
          <a:xfrm rot="10800000">
            <a:off x="7258801" y="5818433"/>
            <a:ext cx="6669961" cy="690867"/>
            <a:chOff x="4612950" y="1991350"/>
            <a:chExt cx="5002471" cy="518150"/>
          </a:xfrm>
        </p:grpSpPr>
        <p:sp>
          <p:nvSpPr>
            <p:cNvPr id="204" name="Google Shape;204;p13"/>
            <p:cNvSpPr/>
            <p:nvPr/>
          </p:nvSpPr>
          <p:spPr>
            <a:xfrm>
              <a:off x="4720109" y="2234932"/>
              <a:ext cx="4861318" cy="274568"/>
            </a:xfrm>
            <a:custGeom>
              <a:avLst/>
              <a:gdLst/>
              <a:ahLst/>
              <a:cxnLst/>
              <a:rect l="l" t="t" r="r" b="b"/>
              <a:pathLst>
                <a:path w="33888" h="1914" extrusionOk="0">
                  <a:moveTo>
                    <a:pt x="30679" y="1"/>
                  </a:moveTo>
                  <a:lnTo>
                    <a:pt x="28847" y="1834"/>
                  </a:lnTo>
                  <a:lnTo>
                    <a:pt x="0" y="1834"/>
                  </a:lnTo>
                  <a:lnTo>
                    <a:pt x="0" y="1914"/>
                  </a:lnTo>
                  <a:lnTo>
                    <a:pt x="28880" y="1914"/>
                  </a:lnTo>
                  <a:lnTo>
                    <a:pt x="30713" y="81"/>
                  </a:lnTo>
                  <a:lnTo>
                    <a:pt x="33887" y="81"/>
                  </a:lnTo>
                  <a:lnTo>
                    <a:pt x="338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5" name="Google Shape;205;p13"/>
            <p:cNvSpPr/>
            <p:nvPr/>
          </p:nvSpPr>
          <p:spPr>
            <a:xfrm>
              <a:off x="9547138" y="2206672"/>
              <a:ext cx="68283" cy="68283"/>
            </a:xfrm>
            <a:custGeom>
              <a:avLst/>
              <a:gdLst/>
              <a:ahLst/>
              <a:cxnLst/>
              <a:rect l="l" t="t" r="r" b="b"/>
              <a:pathLst>
                <a:path w="476" h="476" extrusionOk="0">
                  <a:moveTo>
                    <a:pt x="238" y="0"/>
                  </a:moveTo>
                  <a:cubicBezTo>
                    <a:pt x="107" y="0"/>
                    <a:pt x="1" y="107"/>
                    <a:pt x="1" y="238"/>
                  </a:cubicBezTo>
                  <a:cubicBezTo>
                    <a:pt x="1" y="370"/>
                    <a:pt x="107" y="475"/>
                    <a:pt x="238" y="475"/>
                  </a:cubicBezTo>
                  <a:cubicBezTo>
                    <a:pt x="369" y="475"/>
                    <a:pt x="476" y="370"/>
                    <a:pt x="476" y="238"/>
                  </a:cubicBezTo>
                  <a:cubicBezTo>
                    <a:pt x="476" y="107"/>
                    <a:pt x="369" y="0"/>
                    <a:pt x="2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6" name="Google Shape;206;p13"/>
            <p:cNvSpPr/>
            <p:nvPr/>
          </p:nvSpPr>
          <p:spPr>
            <a:xfrm>
              <a:off x="4612950" y="2021332"/>
              <a:ext cx="4526070" cy="356623"/>
            </a:xfrm>
            <a:custGeom>
              <a:avLst/>
              <a:gdLst/>
              <a:ahLst/>
              <a:cxnLst/>
              <a:rect l="l" t="t" r="r" b="b"/>
              <a:pathLst>
                <a:path w="31551" h="2486" extrusionOk="0">
                  <a:moveTo>
                    <a:pt x="31494" y="1"/>
                  </a:moveTo>
                  <a:lnTo>
                    <a:pt x="29088" y="2406"/>
                  </a:lnTo>
                  <a:lnTo>
                    <a:pt x="1" y="2406"/>
                  </a:lnTo>
                  <a:lnTo>
                    <a:pt x="1" y="2486"/>
                  </a:lnTo>
                  <a:lnTo>
                    <a:pt x="29121" y="2486"/>
                  </a:lnTo>
                  <a:lnTo>
                    <a:pt x="31550" y="58"/>
                  </a:lnTo>
                  <a:lnTo>
                    <a:pt x="314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7" name="Google Shape;207;p13"/>
            <p:cNvSpPr/>
            <p:nvPr/>
          </p:nvSpPr>
          <p:spPr>
            <a:xfrm>
              <a:off x="9100714" y="1991350"/>
              <a:ext cx="68283" cy="68427"/>
            </a:xfrm>
            <a:custGeom>
              <a:avLst/>
              <a:gdLst/>
              <a:ahLst/>
              <a:cxnLst/>
              <a:rect l="l" t="t" r="r" b="b"/>
              <a:pathLst>
                <a:path w="476" h="477" extrusionOk="0">
                  <a:moveTo>
                    <a:pt x="238" y="0"/>
                  </a:moveTo>
                  <a:cubicBezTo>
                    <a:pt x="107" y="0"/>
                    <a:pt x="0" y="107"/>
                    <a:pt x="0" y="238"/>
                  </a:cubicBezTo>
                  <a:cubicBezTo>
                    <a:pt x="0" y="370"/>
                    <a:pt x="107" y="476"/>
                    <a:pt x="238" y="476"/>
                  </a:cubicBezTo>
                  <a:cubicBezTo>
                    <a:pt x="369" y="476"/>
                    <a:pt x="476" y="370"/>
                    <a:pt x="476" y="238"/>
                  </a:cubicBezTo>
                  <a:cubicBezTo>
                    <a:pt x="476" y="107"/>
                    <a:pt x="369" y="0"/>
                    <a:pt x="2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208" name="Google Shape;208;p13"/>
          <p:cNvGrpSpPr/>
          <p:nvPr/>
        </p:nvGrpSpPr>
        <p:grpSpPr>
          <a:xfrm>
            <a:off x="10058500" y="1061718"/>
            <a:ext cx="1238067" cy="132445"/>
            <a:chOff x="7596525" y="772450"/>
            <a:chExt cx="928550" cy="99334"/>
          </a:xfrm>
        </p:grpSpPr>
        <p:sp>
          <p:nvSpPr>
            <p:cNvPr id="209" name="Google Shape;209;p13"/>
            <p:cNvSpPr/>
            <p:nvPr/>
          </p:nvSpPr>
          <p:spPr>
            <a:xfrm>
              <a:off x="7596525" y="772450"/>
              <a:ext cx="33863" cy="99334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0" name="Google Shape;210;p13"/>
            <p:cNvSpPr/>
            <p:nvPr/>
          </p:nvSpPr>
          <p:spPr>
            <a:xfrm>
              <a:off x="7775914" y="772450"/>
              <a:ext cx="33863" cy="99334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1" name="Google Shape;211;p13"/>
            <p:cNvSpPr/>
            <p:nvPr/>
          </p:nvSpPr>
          <p:spPr>
            <a:xfrm>
              <a:off x="7864827" y="772450"/>
              <a:ext cx="34037" cy="99334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2" name="Google Shape;212;p13"/>
            <p:cNvSpPr/>
            <p:nvPr/>
          </p:nvSpPr>
          <p:spPr>
            <a:xfrm>
              <a:off x="7954087" y="772450"/>
              <a:ext cx="33863" cy="99334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3" name="Google Shape;213;p13"/>
            <p:cNvSpPr/>
            <p:nvPr/>
          </p:nvSpPr>
          <p:spPr>
            <a:xfrm>
              <a:off x="8049252" y="772450"/>
              <a:ext cx="34037" cy="99334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4" name="Google Shape;214;p13"/>
            <p:cNvSpPr/>
            <p:nvPr/>
          </p:nvSpPr>
          <p:spPr>
            <a:xfrm>
              <a:off x="8120278" y="772450"/>
              <a:ext cx="34037" cy="99334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5" name="Google Shape;215;p13"/>
            <p:cNvSpPr/>
            <p:nvPr/>
          </p:nvSpPr>
          <p:spPr>
            <a:xfrm>
              <a:off x="8408377" y="772450"/>
              <a:ext cx="33690" cy="99334"/>
            </a:xfrm>
            <a:custGeom>
              <a:avLst/>
              <a:gdLst/>
              <a:ahLst/>
              <a:cxnLst/>
              <a:rect l="l" t="t" r="r" b="b"/>
              <a:pathLst>
                <a:path w="194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4" y="571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6" name="Google Shape;216;p13"/>
            <p:cNvSpPr/>
            <p:nvPr/>
          </p:nvSpPr>
          <p:spPr>
            <a:xfrm>
              <a:off x="8238713" y="772450"/>
              <a:ext cx="34037" cy="99334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7" name="Google Shape;217;p13"/>
            <p:cNvSpPr/>
            <p:nvPr/>
          </p:nvSpPr>
          <p:spPr>
            <a:xfrm>
              <a:off x="8491038" y="772450"/>
              <a:ext cx="34037" cy="99334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42810911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1">
  <p:cSld name="One column text 1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"/>
          <p:cNvSpPr txBox="1">
            <a:spLocks noGrp="1"/>
          </p:cNvSpPr>
          <p:nvPr>
            <p:ph type="title"/>
          </p:nvPr>
        </p:nvSpPr>
        <p:spPr>
          <a:xfrm>
            <a:off x="950967" y="1960151"/>
            <a:ext cx="5172800" cy="113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endParaRPr/>
          </a:p>
        </p:txBody>
      </p:sp>
      <p:sp>
        <p:nvSpPr>
          <p:cNvPr id="220" name="Google Shape;220;p14"/>
          <p:cNvSpPr txBox="1">
            <a:spLocks noGrp="1"/>
          </p:cNvSpPr>
          <p:nvPr>
            <p:ph type="subTitle" idx="1"/>
          </p:nvPr>
        </p:nvSpPr>
        <p:spPr>
          <a:xfrm>
            <a:off x="965567" y="3377833"/>
            <a:ext cx="4800000" cy="15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/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21" name="Google Shape;221;p14"/>
          <p:cNvGrpSpPr/>
          <p:nvPr/>
        </p:nvGrpSpPr>
        <p:grpSpPr>
          <a:xfrm>
            <a:off x="950967" y="719334"/>
            <a:ext cx="1045677" cy="513796"/>
            <a:chOff x="1545800" y="3494150"/>
            <a:chExt cx="784258" cy="385347"/>
          </a:xfrm>
        </p:grpSpPr>
        <p:sp>
          <p:nvSpPr>
            <p:cNvPr id="222" name="Google Shape;222;p14"/>
            <p:cNvSpPr/>
            <p:nvPr/>
          </p:nvSpPr>
          <p:spPr>
            <a:xfrm>
              <a:off x="1545800" y="3494150"/>
              <a:ext cx="28769" cy="385347"/>
            </a:xfrm>
            <a:custGeom>
              <a:avLst/>
              <a:gdLst/>
              <a:ahLst/>
              <a:cxnLst/>
              <a:rect l="l" t="t" r="r" b="b"/>
              <a:pathLst>
                <a:path w="261" h="3496" extrusionOk="0">
                  <a:moveTo>
                    <a:pt x="1" y="1"/>
                  </a:moveTo>
                  <a:lnTo>
                    <a:pt x="1" y="3496"/>
                  </a:lnTo>
                  <a:lnTo>
                    <a:pt x="260" y="3496"/>
                  </a:lnTo>
                  <a:lnTo>
                    <a:pt x="260" y="1"/>
                  </a:lnTo>
                  <a:close/>
                </a:path>
              </a:pathLst>
            </a:custGeom>
            <a:solidFill>
              <a:srgbClr val="3F8A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3" name="Google Shape;223;p14"/>
            <p:cNvSpPr/>
            <p:nvPr/>
          </p:nvSpPr>
          <p:spPr>
            <a:xfrm>
              <a:off x="1697361" y="3494150"/>
              <a:ext cx="28548" cy="385347"/>
            </a:xfrm>
            <a:custGeom>
              <a:avLst/>
              <a:gdLst/>
              <a:ahLst/>
              <a:cxnLst/>
              <a:rect l="l" t="t" r="r" b="b"/>
              <a:pathLst>
                <a:path w="259" h="3496" extrusionOk="0">
                  <a:moveTo>
                    <a:pt x="0" y="1"/>
                  </a:moveTo>
                  <a:lnTo>
                    <a:pt x="0" y="3496"/>
                  </a:lnTo>
                  <a:lnTo>
                    <a:pt x="259" y="3496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rgbClr val="3F8A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4" name="Google Shape;224;p14"/>
            <p:cNvSpPr/>
            <p:nvPr/>
          </p:nvSpPr>
          <p:spPr>
            <a:xfrm>
              <a:off x="1772535" y="3494150"/>
              <a:ext cx="28658" cy="385347"/>
            </a:xfrm>
            <a:custGeom>
              <a:avLst/>
              <a:gdLst/>
              <a:ahLst/>
              <a:cxnLst/>
              <a:rect l="l" t="t" r="r" b="b"/>
              <a:pathLst>
                <a:path w="260" h="3496" extrusionOk="0">
                  <a:moveTo>
                    <a:pt x="0" y="1"/>
                  </a:moveTo>
                  <a:lnTo>
                    <a:pt x="0" y="3496"/>
                  </a:lnTo>
                  <a:lnTo>
                    <a:pt x="260" y="3496"/>
                  </a:lnTo>
                  <a:lnTo>
                    <a:pt x="260" y="1"/>
                  </a:lnTo>
                  <a:close/>
                </a:path>
              </a:pathLst>
            </a:custGeom>
            <a:solidFill>
              <a:srgbClr val="3F8A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5" name="Google Shape;225;p14"/>
            <p:cNvSpPr/>
            <p:nvPr/>
          </p:nvSpPr>
          <p:spPr>
            <a:xfrm>
              <a:off x="1847819" y="3494150"/>
              <a:ext cx="28658" cy="385347"/>
            </a:xfrm>
            <a:custGeom>
              <a:avLst/>
              <a:gdLst/>
              <a:ahLst/>
              <a:cxnLst/>
              <a:rect l="l" t="t" r="r" b="b"/>
              <a:pathLst>
                <a:path w="260" h="3496" extrusionOk="0">
                  <a:moveTo>
                    <a:pt x="1" y="1"/>
                  </a:moveTo>
                  <a:lnTo>
                    <a:pt x="1" y="3496"/>
                  </a:lnTo>
                  <a:lnTo>
                    <a:pt x="259" y="3496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rgbClr val="3F8A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6" name="Google Shape;226;p14"/>
            <p:cNvSpPr/>
            <p:nvPr/>
          </p:nvSpPr>
          <p:spPr>
            <a:xfrm>
              <a:off x="1928174" y="3494150"/>
              <a:ext cx="28658" cy="385347"/>
            </a:xfrm>
            <a:custGeom>
              <a:avLst/>
              <a:gdLst/>
              <a:ahLst/>
              <a:cxnLst/>
              <a:rect l="l" t="t" r="r" b="b"/>
              <a:pathLst>
                <a:path w="260" h="3496" extrusionOk="0">
                  <a:moveTo>
                    <a:pt x="1" y="1"/>
                  </a:moveTo>
                  <a:lnTo>
                    <a:pt x="1" y="3496"/>
                  </a:lnTo>
                  <a:lnTo>
                    <a:pt x="259" y="3496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rgbClr val="3F8A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7" name="Google Shape;227;p14"/>
            <p:cNvSpPr/>
            <p:nvPr/>
          </p:nvSpPr>
          <p:spPr>
            <a:xfrm>
              <a:off x="1988247" y="3494150"/>
              <a:ext cx="28658" cy="385347"/>
            </a:xfrm>
            <a:custGeom>
              <a:avLst/>
              <a:gdLst/>
              <a:ahLst/>
              <a:cxnLst/>
              <a:rect l="l" t="t" r="r" b="b"/>
              <a:pathLst>
                <a:path w="260" h="3496" extrusionOk="0">
                  <a:moveTo>
                    <a:pt x="1" y="1"/>
                  </a:moveTo>
                  <a:lnTo>
                    <a:pt x="1" y="3496"/>
                  </a:lnTo>
                  <a:lnTo>
                    <a:pt x="259" y="3496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rgbClr val="3F8A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8" name="Google Shape;228;p14"/>
            <p:cNvSpPr/>
            <p:nvPr/>
          </p:nvSpPr>
          <p:spPr>
            <a:xfrm>
              <a:off x="2231406" y="3494150"/>
              <a:ext cx="28658" cy="385347"/>
            </a:xfrm>
            <a:custGeom>
              <a:avLst/>
              <a:gdLst/>
              <a:ahLst/>
              <a:cxnLst/>
              <a:rect l="l" t="t" r="r" b="b"/>
              <a:pathLst>
                <a:path w="260" h="3496" extrusionOk="0">
                  <a:moveTo>
                    <a:pt x="0" y="1"/>
                  </a:moveTo>
                  <a:lnTo>
                    <a:pt x="0" y="3496"/>
                  </a:lnTo>
                  <a:lnTo>
                    <a:pt x="260" y="3496"/>
                  </a:lnTo>
                  <a:lnTo>
                    <a:pt x="260" y="1"/>
                  </a:lnTo>
                  <a:close/>
                </a:path>
              </a:pathLst>
            </a:custGeom>
            <a:solidFill>
              <a:srgbClr val="3F8A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9" name="Google Shape;229;p14"/>
            <p:cNvSpPr/>
            <p:nvPr/>
          </p:nvSpPr>
          <p:spPr>
            <a:xfrm>
              <a:off x="2088222" y="3494150"/>
              <a:ext cx="28769" cy="385347"/>
            </a:xfrm>
            <a:custGeom>
              <a:avLst/>
              <a:gdLst/>
              <a:ahLst/>
              <a:cxnLst/>
              <a:rect l="l" t="t" r="r" b="b"/>
              <a:pathLst>
                <a:path w="261" h="3496" extrusionOk="0">
                  <a:moveTo>
                    <a:pt x="1" y="1"/>
                  </a:moveTo>
                  <a:lnTo>
                    <a:pt x="1" y="3496"/>
                  </a:lnTo>
                  <a:lnTo>
                    <a:pt x="260" y="3496"/>
                  </a:lnTo>
                  <a:lnTo>
                    <a:pt x="260" y="1"/>
                  </a:lnTo>
                  <a:close/>
                </a:path>
              </a:pathLst>
            </a:custGeom>
            <a:solidFill>
              <a:srgbClr val="3F8A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0" name="Google Shape;230;p14"/>
            <p:cNvSpPr/>
            <p:nvPr/>
          </p:nvSpPr>
          <p:spPr>
            <a:xfrm>
              <a:off x="2301399" y="3494150"/>
              <a:ext cx="28658" cy="385347"/>
            </a:xfrm>
            <a:custGeom>
              <a:avLst/>
              <a:gdLst/>
              <a:ahLst/>
              <a:cxnLst/>
              <a:rect l="l" t="t" r="r" b="b"/>
              <a:pathLst>
                <a:path w="260" h="3496" extrusionOk="0">
                  <a:moveTo>
                    <a:pt x="0" y="1"/>
                  </a:moveTo>
                  <a:lnTo>
                    <a:pt x="0" y="3496"/>
                  </a:lnTo>
                  <a:lnTo>
                    <a:pt x="259" y="3496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rgbClr val="3F8A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231" name="Google Shape;231;p14"/>
          <p:cNvGrpSpPr/>
          <p:nvPr/>
        </p:nvGrpSpPr>
        <p:grpSpPr>
          <a:xfrm>
            <a:off x="-1104280" y="5927836"/>
            <a:ext cx="7620567" cy="513795"/>
            <a:chOff x="377500" y="4371675"/>
            <a:chExt cx="8388999" cy="565603"/>
          </a:xfrm>
        </p:grpSpPr>
        <p:sp>
          <p:nvSpPr>
            <p:cNvPr id="232" name="Google Shape;232;p14"/>
            <p:cNvSpPr/>
            <p:nvPr/>
          </p:nvSpPr>
          <p:spPr>
            <a:xfrm>
              <a:off x="494280" y="4637709"/>
              <a:ext cx="8234884" cy="299569"/>
            </a:xfrm>
            <a:custGeom>
              <a:avLst/>
              <a:gdLst/>
              <a:ahLst/>
              <a:cxnLst/>
              <a:rect l="l" t="t" r="r" b="b"/>
              <a:pathLst>
                <a:path w="77851" h="2832" extrusionOk="0">
                  <a:moveTo>
                    <a:pt x="73102" y="1"/>
                  </a:moveTo>
                  <a:lnTo>
                    <a:pt x="70389" y="2713"/>
                  </a:lnTo>
                  <a:lnTo>
                    <a:pt x="1" y="2713"/>
                  </a:lnTo>
                  <a:lnTo>
                    <a:pt x="1" y="2831"/>
                  </a:lnTo>
                  <a:lnTo>
                    <a:pt x="70438" y="2831"/>
                  </a:lnTo>
                  <a:lnTo>
                    <a:pt x="73152" y="118"/>
                  </a:lnTo>
                  <a:lnTo>
                    <a:pt x="77850" y="118"/>
                  </a:lnTo>
                  <a:lnTo>
                    <a:pt x="7785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3" name="Google Shape;233;p14"/>
            <p:cNvSpPr/>
            <p:nvPr/>
          </p:nvSpPr>
          <p:spPr>
            <a:xfrm>
              <a:off x="8691926" y="4606716"/>
              <a:ext cx="74573" cy="74469"/>
            </a:xfrm>
            <a:custGeom>
              <a:avLst/>
              <a:gdLst/>
              <a:ahLst/>
              <a:cxnLst/>
              <a:rect l="l" t="t" r="r" b="b"/>
              <a:pathLst>
                <a:path w="705" h="704" extrusionOk="0">
                  <a:moveTo>
                    <a:pt x="352" y="0"/>
                  </a:moveTo>
                  <a:cubicBezTo>
                    <a:pt x="158" y="0"/>
                    <a:pt x="0" y="158"/>
                    <a:pt x="0" y="352"/>
                  </a:cubicBezTo>
                  <a:cubicBezTo>
                    <a:pt x="0" y="547"/>
                    <a:pt x="158" y="704"/>
                    <a:pt x="352" y="704"/>
                  </a:cubicBezTo>
                  <a:cubicBezTo>
                    <a:pt x="547" y="704"/>
                    <a:pt x="704" y="547"/>
                    <a:pt x="704" y="352"/>
                  </a:cubicBezTo>
                  <a:cubicBezTo>
                    <a:pt x="704" y="158"/>
                    <a:pt x="547" y="0"/>
                    <a:pt x="3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4" name="Google Shape;234;p14"/>
            <p:cNvSpPr/>
            <p:nvPr/>
          </p:nvSpPr>
          <p:spPr>
            <a:xfrm>
              <a:off x="377500" y="4404467"/>
              <a:ext cx="7868788" cy="389376"/>
            </a:xfrm>
            <a:custGeom>
              <a:avLst/>
              <a:gdLst/>
              <a:ahLst/>
              <a:cxnLst/>
              <a:rect l="l" t="t" r="r" b="b"/>
              <a:pathLst>
                <a:path w="74390" h="3681" extrusionOk="0">
                  <a:moveTo>
                    <a:pt x="74306" y="1"/>
                  </a:moveTo>
                  <a:lnTo>
                    <a:pt x="70745" y="3562"/>
                  </a:lnTo>
                  <a:lnTo>
                    <a:pt x="0" y="3562"/>
                  </a:lnTo>
                  <a:lnTo>
                    <a:pt x="0" y="3680"/>
                  </a:lnTo>
                  <a:lnTo>
                    <a:pt x="70794" y="3680"/>
                  </a:lnTo>
                  <a:lnTo>
                    <a:pt x="74390" y="85"/>
                  </a:lnTo>
                  <a:lnTo>
                    <a:pt x="7430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5" name="Google Shape;235;p14"/>
            <p:cNvSpPr/>
            <p:nvPr/>
          </p:nvSpPr>
          <p:spPr>
            <a:xfrm>
              <a:off x="8204603" y="4371675"/>
              <a:ext cx="74573" cy="74575"/>
            </a:xfrm>
            <a:custGeom>
              <a:avLst/>
              <a:gdLst/>
              <a:ahLst/>
              <a:cxnLst/>
              <a:rect l="l" t="t" r="r" b="b"/>
              <a:pathLst>
                <a:path w="705" h="705" extrusionOk="0">
                  <a:moveTo>
                    <a:pt x="353" y="1"/>
                  </a:moveTo>
                  <a:cubicBezTo>
                    <a:pt x="159" y="1"/>
                    <a:pt x="1" y="159"/>
                    <a:pt x="1" y="353"/>
                  </a:cubicBezTo>
                  <a:cubicBezTo>
                    <a:pt x="1" y="548"/>
                    <a:pt x="159" y="705"/>
                    <a:pt x="353" y="705"/>
                  </a:cubicBezTo>
                  <a:cubicBezTo>
                    <a:pt x="547" y="705"/>
                    <a:pt x="705" y="548"/>
                    <a:pt x="705" y="353"/>
                  </a:cubicBezTo>
                  <a:cubicBezTo>
                    <a:pt x="705" y="159"/>
                    <a:pt x="547" y="1"/>
                    <a:pt x="353" y="1"/>
                  </a:cubicBezTo>
                  <a:close/>
                </a:path>
              </a:pathLst>
            </a:custGeom>
            <a:solidFill>
              <a:srgbClr val="E65C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21473158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bg>
      <p:bgPr>
        <a:solidFill>
          <a:schemeClr val="lt2"/>
        </a:solidFill>
        <a:effectLst/>
      </p:bgPr>
    </p:bg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4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345600" cy="8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89" name="Google Shape;389;p24"/>
          <p:cNvSpPr txBox="1">
            <a:spLocks noGrp="1"/>
          </p:cNvSpPr>
          <p:nvPr>
            <p:ph type="subTitle" idx="1"/>
          </p:nvPr>
        </p:nvSpPr>
        <p:spPr>
          <a:xfrm>
            <a:off x="1730900" y="2307500"/>
            <a:ext cx="1908000" cy="4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accent1"/>
                </a:solidFill>
                <a:latin typeface="Saira SemiBold"/>
                <a:ea typeface="Saira SemiBold"/>
                <a:cs typeface="Saira SemiBold"/>
                <a:sym typeface="Saira SemiBold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0" name="Google Shape;390;p24"/>
          <p:cNvSpPr txBox="1">
            <a:spLocks noGrp="1"/>
          </p:cNvSpPr>
          <p:nvPr>
            <p:ph type="subTitle" idx="2"/>
          </p:nvPr>
        </p:nvSpPr>
        <p:spPr>
          <a:xfrm>
            <a:off x="1090433" y="2758951"/>
            <a:ext cx="2704400" cy="7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24"/>
          <p:cNvSpPr txBox="1">
            <a:spLocks noGrp="1"/>
          </p:cNvSpPr>
          <p:nvPr>
            <p:ph type="subTitle" idx="3"/>
          </p:nvPr>
        </p:nvSpPr>
        <p:spPr>
          <a:xfrm>
            <a:off x="1730767" y="4269700"/>
            <a:ext cx="1908000" cy="4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accent1"/>
                </a:solidFill>
                <a:latin typeface="Saira SemiBold"/>
                <a:ea typeface="Saira SemiBold"/>
                <a:cs typeface="Saira SemiBold"/>
                <a:sym typeface="Saira SemiBold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2" name="Google Shape;392;p24"/>
          <p:cNvSpPr txBox="1">
            <a:spLocks noGrp="1"/>
          </p:cNvSpPr>
          <p:nvPr>
            <p:ph type="subTitle" idx="4"/>
          </p:nvPr>
        </p:nvSpPr>
        <p:spPr>
          <a:xfrm>
            <a:off x="1090433" y="4721149"/>
            <a:ext cx="2704400" cy="7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3" name="Google Shape;393;p24"/>
          <p:cNvSpPr txBox="1">
            <a:spLocks noGrp="1"/>
          </p:cNvSpPr>
          <p:nvPr>
            <p:ph type="subTitle" idx="5"/>
          </p:nvPr>
        </p:nvSpPr>
        <p:spPr>
          <a:xfrm>
            <a:off x="5379284" y="2307500"/>
            <a:ext cx="1908000" cy="4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accent1"/>
                </a:solidFill>
                <a:latin typeface="Saira SemiBold"/>
                <a:ea typeface="Saira SemiBold"/>
                <a:cs typeface="Saira SemiBold"/>
                <a:sym typeface="Saira SemiBold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4" name="Google Shape;394;p24"/>
          <p:cNvSpPr txBox="1">
            <a:spLocks noGrp="1"/>
          </p:cNvSpPr>
          <p:nvPr>
            <p:ph type="subTitle" idx="6"/>
          </p:nvPr>
        </p:nvSpPr>
        <p:spPr>
          <a:xfrm>
            <a:off x="4743800" y="2758951"/>
            <a:ext cx="2704400" cy="7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5" name="Google Shape;395;p24"/>
          <p:cNvSpPr txBox="1">
            <a:spLocks noGrp="1"/>
          </p:cNvSpPr>
          <p:nvPr>
            <p:ph type="subTitle" idx="7"/>
          </p:nvPr>
        </p:nvSpPr>
        <p:spPr>
          <a:xfrm>
            <a:off x="5318633" y="4269700"/>
            <a:ext cx="1908000" cy="4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accent1"/>
                </a:solidFill>
                <a:latin typeface="Saira SemiBold"/>
                <a:ea typeface="Saira SemiBold"/>
                <a:cs typeface="Saira SemiBold"/>
                <a:sym typeface="Saira SemiBold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6" name="Google Shape;396;p24"/>
          <p:cNvSpPr txBox="1">
            <a:spLocks noGrp="1"/>
          </p:cNvSpPr>
          <p:nvPr>
            <p:ph type="subTitle" idx="8"/>
          </p:nvPr>
        </p:nvSpPr>
        <p:spPr>
          <a:xfrm>
            <a:off x="4743800" y="4721149"/>
            <a:ext cx="2704400" cy="7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7" name="Google Shape;397;p24"/>
          <p:cNvSpPr txBox="1">
            <a:spLocks noGrp="1"/>
          </p:cNvSpPr>
          <p:nvPr>
            <p:ph type="subTitle" idx="9"/>
          </p:nvPr>
        </p:nvSpPr>
        <p:spPr>
          <a:xfrm>
            <a:off x="9027667" y="2307500"/>
            <a:ext cx="1908000" cy="4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accent1"/>
                </a:solidFill>
                <a:latin typeface="Saira SemiBold"/>
                <a:ea typeface="Saira SemiBold"/>
                <a:cs typeface="Saira SemiBold"/>
                <a:sym typeface="Saira SemiBold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8" name="Google Shape;398;p24"/>
          <p:cNvSpPr txBox="1">
            <a:spLocks noGrp="1"/>
          </p:cNvSpPr>
          <p:nvPr>
            <p:ph type="subTitle" idx="13"/>
          </p:nvPr>
        </p:nvSpPr>
        <p:spPr>
          <a:xfrm>
            <a:off x="8452833" y="2758951"/>
            <a:ext cx="2704400" cy="7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9" name="Google Shape;399;p24"/>
          <p:cNvSpPr txBox="1">
            <a:spLocks noGrp="1"/>
          </p:cNvSpPr>
          <p:nvPr>
            <p:ph type="subTitle" idx="14"/>
          </p:nvPr>
        </p:nvSpPr>
        <p:spPr>
          <a:xfrm>
            <a:off x="9027764" y="4269700"/>
            <a:ext cx="1908000" cy="4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accent1"/>
                </a:solidFill>
                <a:latin typeface="Saira SemiBold"/>
                <a:ea typeface="Saira SemiBold"/>
                <a:cs typeface="Saira SemiBold"/>
                <a:sym typeface="Saira SemiBold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0" name="Google Shape;400;p24"/>
          <p:cNvSpPr txBox="1">
            <a:spLocks noGrp="1"/>
          </p:cNvSpPr>
          <p:nvPr>
            <p:ph type="subTitle" idx="15"/>
          </p:nvPr>
        </p:nvSpPr>
        <p:spPr>
          <a:xfrm>
            <a:off x="8452833" y="4721149"/>
            <a:ext cx="2704400" cy="7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01" name="Google Shape;401;p24"/>
          <p:cNvGrpSpPr/>
          <p:nvPr/>
        </p:nvGrpSpPr>
        <p:grpSpPr>
          <a:xfrm>
            <a:off x="10338094" y="719350"/>
            <a:ext cx="958501" cy="139373"/>
            <a:chOff x="7458947" y="539500"/>
            <a:chExt cx="1013500" cy="147350"/>
          </a:xfrm>
        </p:grpSpPr>
        <p:sp>
          <p:nvSpPr>
            <p:cNvPr id="402" name="Google Shape;402;p24"/>
            <p:cNvSpPr/>
            <p:nvPr/>
          </p:nvSpPr>
          <p:spPr>
            <a:xfrm>
              <a:off x="7458947" y="539500"/>
              <a:ext cx="147350" cy="147350"/>
            </a:xfrm>
            <a:custGeom>
              <a:avLst/>
              <a:gdLst/>
              <a:ahLst/>
              <a:cxnLst/>
              <a:rect l="l" t="t" r="r" b="b"/>
              <a:pathLst>
                <a:path w="788" h="788" extrusionOk="0">
                  <a:moveTo>
                    <a:pt x="0" y="1"/>
                  </a:moveTo>
                  <a:lnTo>
                    <a:pt x="0" y="788"/>
                  </a:lnTo>
                  <a:lnTo>
                    <a:pt x="787" y="788"/>
                  </a:lnTo>
                  <a:lnTo>
                    <a:pt x="78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03" name="Google Shape;403;p24"/>
            <p:cNvSpPr/>
            <p:nvPr/>
          </p:nvSpPr>
          <p:spPr>
            <a:xfrm>
              <a:off x="7675484" y="539500"/>
              <a:ext cx="147163" cy="147350"/>
            </a:xfrm>
            <a:custGeom>
              <a:avLst/>
              <a:gdLst/>
              <a:ahLst/>
              <a:cxnLst/>
              <a:rect l="l" t="t" r="r" b="b"/>
              <a:pathLst>
                <a:path w="787" h="788" extrusionOk="0">
                  <a:moveTo>
                    <a:pt x="0" y="1"/>
                  </a:moveTo>
                  <a:lnTo>
                    <a:pt x="0" y="788"/>
                  </a:lnTo>
                  <a:lnTo>
                    <a:pt x="787" y="788"/>
                  </a:lnTo>
                  <a:lnTo>
                    <a:pt x="78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04" name="Google Shape;404;p24"/>
            <p:cNvSpPr/>
            <p:nvPr/>
          </p:nvSpPr>
          <p:spPr>
            <a:xfrm>
              <a:off x="7892022" y="539500"/>
              <a:ext cx="147350" cy="147350"/>
            </a:xfrm>
            <a:custGeom>
              <a:avLst/>
              <a:gdLst/>
              <a:ahLst/>
              <a:cxnLst/>
              <a:rect l="l" t="t" r="r" b="b"/>
              <a:pathLst>
                <a:path w="788" h="788" extrusionOk="0">
                  <a:moveTo>
                    <a:pt x="1" y="1"/>
                  </a:moveTo>
                  <a:lnTo>
                    <a:pt x="1" y="788"/>
                  </a:lnTo>
                  <a:lnTo>
                    <a:pt x="787" y="788"/>
                  </a:lnTo>
                  <a:lnTo>
                    <a:pt x="78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05" name="Google Shape;405;p24"/>
            <p:cNvSpPr/>
            <p:nvPr/>
          </p:nvSpPr>
          <p:spPr>
            <a:xfrm>
              <a:off x="8108559" y="539500"/>
              <a:ext cx="147350" cy="147350"/>
            </a:xfrm>
            <a:custGeom>
              <a:avLst/>
              <a:gdLst/>
              <a:ahLst/>
              <a:cxnLst/>
              <a:rect l="l" t="t" r="r" b="b"/>
              <a:pathLst>
                <a:path w="788" h="788" extrusionOk="0">
                  <a:moveTo>
                    <a:pt x="1" y="1"/>
                  </a:moveTo>
                  <a:lnTo>
                    <a:pt x="1" y="788"/>
                  </a:lnTo>
                  <a:lnTo>
                    <a:pt x="787" y="788"/>
                  </a:lnTo>
                  <a:lnTo>
                    <a:pt x="78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06" name="Google Shape;406;p24"/>
            <p:cNvSpPr/>
            <p:nvPr/>
          </p:nvSpPr>
          <p:spPr>
            <a:xfrm>
              <a:off x="8325284" y="539500"/>
              <a:ext cx="147163" cy="147350"/>
            </a:xfrm>
            <a:custGeom>
              <a:avLst/>
              <a:gdLst/>
              <a:ahLst/>
              <a:cxnLst/>
              <a:rect l="l" t="t" r="r" b="b"/>
              <a:pathLst>
                <a:path w="787" h="788" extrusionOk="0">
                  <a:moveTo>
                    <a:pt x="0" y="1"/>
                  </a:moveTo>
                  <a:lnTo>
                    <a:pt x="0" y="788"/>
                  </a:lnTo>
                  <a:lnTo>
                    <a:pt x="787" y="788"/>
                  </a:lnTo>
                  <a:lnTo>
                    <a:pt x="78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407" name="Google Shape;407;p24"/>
          <p:cNvGrpSpPr/>
          <p:nvPr/>
        </p:nvGrpSpPr>
        <p:grpSpPr>
          <a:xfrm>
            <a:off x="-329920" y="5738178"/>
            <a:ext cx="3129024" cy="882092"/>
            <a:chOff x="4583450" y="1155225"/>
            <a:chExt cx="394375" cy="111175"/>
          </a:xfrm>
        </p:grpSpPr>
        <p:sp>
          <p:nvSpPr>
            <p:cNvPr id="408" name="Google Shape;408;p24"/>
            <p:cNvSpPr/>
            <p:nvPr/>
          </p:nvSpPr>
          <p:spPr>
            <a:xfrm>
              <a:off x="4600150" y="1155225"/>
              <a:ext cx="370450" cy="88825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1"/>
                  </a:moveTo>
                  <a:lnTo>
                    <a:pt x="0" y="81"/>
                  </a:lnTo>
                  <a:lnTo>
                    <a:pt x="3098" y="81"/>
                  </a:lnTo>
                  <a:lnTo>
                    <a:pt x="6569" y="3553"/>
                  </a:lnTo>
                  <a:lnTo>
                    <a:pt x="14817" y="3553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42" y="13"/>
                  </a:lnTo>
                  <a:lnTo>
                    <a:pt x="31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09" name="Google Shape;409;p24"/>
            <p:cNvSpPr/>
            <p:nvPr/>
          </p:nvSpPr>
          <p:spPr>
            <a:xfrm>
              <a:off x="4967700" y="1237975"/>
              <a:ext cx="10125" cy="10150"/>
            </a:xfrm>
            <a:custGeom>
              <a:avLst/>
              <a:gdLst/>
              <a:ahLst/>
              <a:cxnLst/>
              <a:rect l="l" t="t" r="r" b="b"/>
              <a:pathLst>
                <a:path w="405" h="406" extrusionOk="0">
                  <a:moveTo>
                    <a:pt x="202" y="1"/>
                  </a:moveTo>
                  <a:cubicBezTo>
                    <a:pt x="91" y="1"/>
                    <a:pt x="1" y="92"/>
                    <a:pt x="1" y="203"/>
                  </a:cubicBezTo>
                  <a:cubicBezTo>
                    <a:pt x="1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3"/>
                  </a:cubicBezTo>
                  <a:cubicBezTo>
                    <a:pt x="405" y="92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10" name="Google Shape;410;p24"/>
            <p:cNvSpPr/>
            <p:nvPr/>
          </p:nvSpPr>
          <p:spPr>
            <a:xfrm>
              <a:off x="4583450" y="1173525"/>
              <a:ext cx="370450" cy="88825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0"/>
                  </a:moveTo>
                  <a:lnTo>
                    <a:pt x="0" y="81"/>
                  </a:lnTo>
                  <a:lnTo>
                    <a:pt x="3097" y="81"/>
                  </a:lnTo>
                  <a:lnTo>
                    <a:pt x="6570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11" name="Google Shape;411;p24"/>
            <p:cNvSpPr/>
            <p:nvPr/>
          </p:nvSpPr>
          <p:spPr>
            <a:xfrm>
              <a:off x="4948825" y="1256275"/>
              <a:ext cx="10100" cy="10125"/>
            </a:xfrm>
            <a:custGeom>
              <a:avLst/>
              <a:gdLst/>
              <a:ahLst/>
              <a:cxnLst/>
              <a:rect l="l" t="t" r="r" b="b"/>
              <a:pathLst>
                <a:path w="404" h="405" extrusionOk="0">
                  <a:moveTo>
                    <a:pt x="202" y="1"/>
                  </a:moveTo>
                  <a:cubicBezTo>
                    <a:pt x="90" y="1"/>
                    <a:pt x="0" y="91"/>
                    <a:pt x="0" y="202"/>
                  </a:cubicBezTo>
                  <a:cubicBezTo>
                    <a:pt x="0" y="314"/>
                    <a:pt x="90" y="405"/>
                    <a:pt x="202" y="405"/>
                  </a:cubicBezTo>
                  <a:cubicBezTo>
                    <a:pt x="314" y="405"/>
                    <a:pt x="404" y="314"/>
                    <a:pt x="404" y="202"/>
                  </a:cubicBezTo>
                  <a:cubicBezTo>
                    <a:pt x="404" y="91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37791239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1" name="Google Shape;561;p29"/>
          <p:cNvGrpSpPr/>
          <p:nvPr/>
        </p:nvGrpSpPr>
        <p:grpSpPr>
          <a:xfrm flipH="1">
            <a:off x="9873767" y="350267"/>
            <a:ext cx="2663533" cy="924667"/>
            <a:chOff x="6541275" y="2323925"/>
            <a:chExt cx="1997650" cy="693500"/>
          </a:xfrm>
        </p:grpSpPr>
        <p:sp>
          <p:nvSpPr>
            <p:cNvPr id="562" name="Google Shape;562;p29"/>
            <p:cNvSpPr/>
            <p:nvPr/>
          </p:nvSpPr>
          <p:spPr>
            <a:xfrm>
              <a:off x="7607103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63" name="Google Shape;563;p29"/>
            <p:cNvSpPr/>
            <p:nvPr/>
          </p:nvSpPr>
          <p:spPr>
            <a:xfrm>
              <a:off x="7728318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64" name="Google Shape;564;p29"/>
            <p:cNvSpPr/>
            <p:nvPr/>
          </p:nvSpPr>
          <p:spPr>
            <a:xfrm>
              <a:off x="778839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65" name="Google Shape;565;p29"/>
            <p:cNvSpPr/>
            <p:nvPr/>
          </p:nvSpPr>
          <p:spPr>
            <a:xfrm>
              <a:off x="7848713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66" name="Google Shape;566;p29"/>
            <p:cNvSpPr/>
            <p:nvPr/>
          </p:nvSpPr>
          <p:spPr>
            <a:xfrm>
              <a:off x="7913017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67" name="Google Shape;567;p29"/>
            <p:cNvSpPr/>
            <p:nvPr/>
          </p:nvSpPr>
          <p:spPr>
            <a:xfrm>
              <a:off x="7961010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68" name="Google Shape;568;p29"/>
            <p:cNvSpPr/>
            <p:nvPr/>
          </p:nvSpPr>
          <p:spPr>
            <a:xfrm>
              <a:off x="8155682" y="2589121"/>
              <a:ext cx="22764" cy="67120"/>
            </a:xfrm>
            <a:custGeom>
              <a:avLst/>
              <a:gdLst/>
              <a:ahLst/>
              <a:cxnLst/>
              <a:rect l="l" t="t" r="r" b="b"/>
              <a:pathLst>
                <a:path w="194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4" y="571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69" name="Google Shape;569;p29"/>
            <p:cNvSpPr/>
            <p:nvPr/>
          </p:nvSpPr>
          <p:spPr>
            <a:xfrm>
              <a:off x="804103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70" name="Google Shape;570;p29"/>
            <p:cNvSpPr/>
            <p:nvPr/>
          </p:nvSpPr>
          <p:spPr>
            <a:xfrm>
              <a:off x="821153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71" name="Google Shape;571;p29"/>
            <p:cNvSpPr/>
            <p:nvPr/>
          </p:nvSpPr>
          <p:spPr>
            <a:xfrm>
              <a:off x="6776431" y="2323925"/>
              <a:ext cx="1738664" cy="416918"/>
            </a:xfrm>
            <a:custGeom>
              <a:avLst/>
              <a:gdLst/>
              <a:ahLst/>
              <a:cxnLst/>
              <a:rect l="l" t="t" r="r" b="b"/>
              <a:pathLst>
                <a:path w="14817" h="3553" extrusionOk="0">
                  <a:moveTo>
                    <a:pt x="1" y="0"/>
                  </a:moveTo>
                  <a:lnTo>
                    <a:pt x="1" y="81"/>
                  </a:lnTo>
                  <a:lnTo>
                    <a:pt x="3098" y="81"/>
                  </a:lnTo>
                  <a:lnTo>
                    <a:pt x="6569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72" name="Google Shape;572;p29"/>
            <p:cNvSpPr/>
            <p:nvPr/>
          </p:nvSpPr>
          <p:spPr>
            <a:xfrm>
              <a:off x="8491401" y="2712332"/>
              <a:ext cx="47524" cy="47524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1" y="0"/>
                    <a:pt x="0" y="91"/>
                    <a:pt x="0" y="202"/>
                  </a:cubicBezTo>
                  <a:cubicBezTo>
                    <a:pt x="0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2"/>
                  </a:cubicBezTo>
                  <a:cubicBezTo>
                    <a:pt x="405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73" name="Google Shape;573;p29"/>
            <p:cNvSpPr/>
            <p:nvPr/>
          </p:nvSpPr>
          <p:spPr>
            <a:xfrm>
              <a:off x="6698045" y="2409820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1" y="0"/>
                  </a:moveTo>
                  <a:lnTo>
                    <a:pt x="1" y="80"/>
                  </a:lnTo>
                  <a:lnTo>
                    <a:pt x="3098" y="80"/>
                  </a:lnTo>
                  <a:lnTo>
                    <a:pt x="6569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74" name="Google Shape;574;p29"/>
            <p:cNvSpPr/>
            <p:nvPr/>
          </p:nvSpPr>
          <p:spPr>
            <a:xfrm>
              <a:off x="8413016" y="2798227"/>
              <a:ext cx="47524" cy="47524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0" y="0"/>
                    <a:pt x="0" y="91"/>
                    <a:pt x="0" y="202"/>
                  </a:cubicBezTo>
                  <a:cubicBezTo>
                    <a:pt x="0" y="314"/>
                    <a:pt x="90" y="404"/>
                    <a:pt x="202" y="404"/>
                  </a:cubicBezTo>
                  <a:cubicBezTo>
                    <a:pt x="314" y="404"/>
                    <a:pt x="405" y="314"/>
                    <a:pt x="405" y="202"/>
                  </a:cubicBezTo>
                  <a:cubicBezTo>
                    <a:pt x="405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75" name="Google Shape;575;p29"/>
            <p:cNvSpPr/>
            <p:nvPr/>
          </p:nvSpPr>
          <p:spPr>
            <a:xfrm>
              <a:off x="6619660" y="2495599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1"/>
                  </a:moveTo>
                  <a:lnTo>
                    <a:pt x="0" y="81"/>
                  </a:lnTo>
                  <a:lnTo>
                    <a:pt x="3098" y="81"/>
                  </a:lnTo>
                  <a:lnTo>
                    <a:pt x="6569" y="3553"/>
                  </a:lnTo>
                  <a:lnTo>
                    <a:pt x="14817" y="3553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42" y="13"/>
                  </a:lnTo>
                  <a:lnTo>
                    <a:pt x="31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76" name="Google Shape;576;p29"/>
            <p:cNvSpPr/>
            <p:nvPr/>
          </p:nvSpPr>
          <p:spPr>
            <a:xfrm>
              <a:off x="8344839" y="2884005"/>
              <a:ext cx="47524" cy="47641"/>
            </a:xfrm>
            <a:custGeom>
              <a:avLst/>
              <a:gdLst/>
              <a:ahLst/>
              <a:cxnLst/>
              <a:rect l="l" t="t" r="r" b="b"/>
              <a:pathLst>
                <a:path w="405" h="406" extrusionOk="0">
                  <a:moveTo>
                    <a:pt x="202" y="1"/>
                  </a:moveTo>
                  <a:cubicBezTo>
                    <a:pt x="91" y="1"/>
                    <a:pt x="1" y="92"/>
                    <a:pt x="1" y="203"/>
                  </a:cubicBezTo>
                  <a:cubicBezTo>
                    <a:pt x="1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3"/>
                  </a:cubicBezTo>
                  <a:cubicBezTo>
                    <a:pt x="405" y="92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77" name="Google Shape;577;p29"/>
            <p:cNvSpPr/>
            <p:nvPr/>
          </p:nvSpPr>
          <p:spPr>
            <a:xfrm>
              <a:off x="6541275" y="2581494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0"/>
                  </a:moveTo>
                  <a:lnTo>
                    <a:pt x="0" y="81"/>
                  </a:lnTo>
                  <a:lnTo>
                    <a:pt x="3097" y="81"/>
                  </a:lnTo>
                  <a:lnTo>
                    <a:pt x="6570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78" name="Google Shape;578;p29"/>
            <p:cNvSpPr/>
            <p:nvPr/>
          </p:nvSpPr>
          <p:spPr>
            <a:xfrm>
              <a:off x="8256245" y="2969901"/>
              <a:ext cx="47406" cy="47524"/>
            </a:xfrm>
            <a:custGeom>
              <a:avLst/>
              <a:gdLst/>
              <a:ahLst/>
              <a:cxnLst/>
              <a:rect l="l" t="t" r="r" b="b"/>
              <a:pathLst>
                <a:path w="404" h="405" extrusionOk="0">
                  <a:moveTo>
                    <a:pt x="202" y="1"/>
                  </a:moveTo>
                  <a:cubicBezTo>
                    <a:pt x="90" y="1"/>
                    <a:pt x="0" y="91"/>
                    <a:pt x="0" y="202"/>
                  </a:cubicBezTo>
                  <a:cubicBezTo>
                    <a:pt x="0" y="314"/>
                    <a:pt x="90" y="405"/>
                    <a:pt x="202" y="405"/>
                  </a:cubicBezTo>
                  <a:cubicBezTo>
                    <a:pt x="314" y="405"/>
                    <a:pt x="404" y="314"/>
                    <a:pt x="404" y="202"/>
                  </a:cubicBezTo>
                  <a:cubicBezTo>
                    <a:pt x="404" y="91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579" name="Google Shape;579;p29"/>
          <p:cNvGrpSpPr/>
          <p:nvPr/>
        </p:nvGrpSpPr>
        <p:grpSpPr>
          <a:xfrm>
            <a:off x="-380800" y="5629500"/>
            <a:ext cx="2663533" cy="924667"/>
            <a:chOff x="6541275" y="2323925"/>
            <a:chExt cx="1997650" cy="693500"/>
          </a:xfrm>
        </p:grpSpPr>
        <p:sp>
          <p:nvSpPr>
            <p:cNvPr id="580" name="Google Shape;580;p29"/>
            <p:cNvSpPr/>
            <p:nvPr/>
          </p:nvSpPr>
          <p:spPr>
            <a:xfrm>
              <a:off x="7607103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81" name="Google Shape;581;p29"/>
            <p:cNvSpPr/>
            <p:nvPr/>
          </p:nvSpPr>
          <p:spPr>
            <a:xfrm>
              <a:off x="7728318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82" name="Google Shape;582;p29"/>
            <p:cNvSpPr/>
            <p:nvPr/>
          </p:nvSpPr>
          <p:spPr>
            <a:xfrm>
              <a:off x="778839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83" name="Google Shape;583;p29"/>
            <p:cNvSpPr/>
            <p:nvPr/>
          </p:nvSpPr>
          <p:spPr>
            <a:xfrm>
              <a:off x="7848713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84" name="Google Shape;584;p29"/>
            <p:cNvSpPr/>
            <p:nvPr/>
          </p:nvSpPr>
          <p:spPr>
            <a:xfrm>
              <a:off x="7913017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85" name="Google Shape;585;p29"/>
            <p:cNvSpPr/>
            <p:nvPr/>
          </p:nvSpPr>
          <p:spPr>
            <a:xfrm>
              <a:off x="7961010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86" name="Google Shape;586;p29"/>
            <p:cNvSpPr/>
            <p:nvPr/>
          </p:nvSpPr>
          <p:spPr>
            <a:xfrm>
              <a:off x="8155682" y="2589121"/>
              <a:ext cx="22764" cy="67120"/>
            </a:xfrm>
            <a:custGeom>
              <a:avLst/>
              <a:gdLst/>
              <a:ahLst/>
              <a:cxnLst/>
              <a:rect l="l" t="t" r="r" b="b"/>
              <a:pathLst>
                <a:path w="194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4" y="571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87" name="Google Shape;587;p29"/>
            <p:cNvSpPr/>
            <p:nvPr/>
          </p:nvSpPr>
          <p:spPr>
            <a:xfrm>
              <a:off x="804103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88" name="Google Shape;588;p29"/>
            <p:cNvSpPr/>
            <p:nvPr/>
          </p:nvSpPr>
          <p:spPr>
            <a:xfrm>
              <a:off x="821153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89" name="Google Shape;589;p29"/>
            <p:cNvSpPr/>
            <p:nvPr/>
          </p:nvSpPr>
          <p:spPr>
            <a:xfrm>
              <a:off x="6776431" y="2323925"/>
              <a:ext cx="1738664" cy="416918"/>
            </a:xfrm>
            <a:custGeom>
              <a:avLst/>
              <a:gdLst/>
              <a:ahLst/>
              <a:cxnLst/>
              <a:rect l="l" t="t" r="r" b="b"/>
              <a:pathLst>
                <a:path w="14817" h="3553" extrusionOk="0">
                  <a:moveTo>
                    <a:pt x="1" y="0"/>
                  </a:moveTo>
                  <a:lnTo>
                    <a:pt x="1" y="81"/>
                  </a:lnTo>
                  <a:lnTo>
                    <a:pt x="3098" y="81"/>
                  </a:lnTo>
                  <a:lnTo>
                    <a:pt x="6569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90" name="Google Shape;590;p29"/>
            <p:cNvSpPr/>
            <p:nvPr/>
          </p:nvSpPr>
          <p:spPr>
            <a:xfrm>
              <a:off x="8491401" y="2712332"/>
              <a:ext cx="47524" cy="47524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1" y="0"/>
                    <a:pt x="0" y="91"/>
                    <a:pt x="0" y="202"/>
                  </a:cubicBezTo>
                  <a:cubicBezTo>
                    <a:pt x="0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2"/>
                  </a:cubicBezTo>
                  <a:cubicBezTo>
                    <a:pt x="405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91" name="Google Shape;591;p29"/>
            <p:cNvSpPr/>
            <p:nvPr/>
          </p:nvSpPr>
          <p:spPr>
            <a:xfrm>
              <a:off x="6698045" y="2409820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1" y="0"/>
                  </a:moveTo>
                  <a:lnTo>
                    <a:pt x="1" y="80"/>
                  </a:lnTo>
                  <a:lnTo>
                    <a:pt x="3098" y="80"/>
                  </a:lnTo>
                  <a:lnTo>
                    <a:pt x="6569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92" name="Google Shape;592;p29"/>
            <p:cNvSpPr/>
            <p:nvPr/>
          </p:nvSpPr>
          <p:spPr>
            <a:xfrm>
              <a:off x="8413016" y="2798227"/>
              <a:ext cx="47524" cy="47524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0" y="0"/>
                    <a:pt x="0" y="91"/>
                    <a:pt x="0" y="202"/>
                  </a:cubicBezTo>
                  <a:cubicBezTo>
                    <a:pt x="0" y="314"/>
                    <a:pt x="90" y="404"/>
                    <a:pt x="202" y="404"/>
                  </a:cubicBezTo>
                  <a:cubicBezTo>
                    <a:pt x="314" y="404"/>
                    <a:pt x="405" y="314"/>
                    <a:pt x="405" y="202"/>
                  </a:cubicBezTo>
                  <a:cubicBezTo>
                    <a:pt x="405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93" name="Google Shape;593;p29"/>
            <p:cNvSpPr/>
            <p:nvPr/>
          </p:nvSpPr>
          <p:spPr>
            <a:xfrm>
              <a:off x="6619660" y="2495599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1"/>
                  </a:moveTo>
                  <a:lnTo>
                    <a:pt x="0" y="81"/>
                  </a:lnTo>
                  <a:lnTo>
                    <a:pt x="3098" y="81"/>
                  </a:lnTo>
                  <a:lnTo>
                    <a:pt x="6569" y="3553"/>
                  </a:lnTo>
                  <a:lnTo>
                    <a:pt x="14817" y="3553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42" y="13"/>
                  </a:lnTo>
                  <a:lnTo>
                    <a:pt x="31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94" name="Google Shape;594;p29"/>
            <p:cNvSpPr/>
            <p:nvPr/>
          </p:nvSpPr>
          <p:spPr>
            <a:xfrm>
              <a:off x="8344839" y="2884005"/>
              <a:ext cx="47524" cy="47641"/>
            </a:xfrm>
            <a:custGeom>
              <a:avLst/>
              <a:gdLst/>
              <a:ahLst/>
              <a:cxnLst/>
              <a:rect l="l" t="t" r="r" b="b"/>
              <a:pathLst>
                <a:path w="405" h="406" extrusionOk="0">
                  <a:moveTo>
                    <a:pt x="202" y="1"/>
                  </a:moveTo>
                  <a:cubicBezTo>
                    <a:pt x="91" y="1"/>
                    <a:pt x="1" y="92"/>
                    <a:pt x="1" y="203"/>
                  </a:cubicBezTo>
                  <a:cubicBezTo>
                    <a:pt x="1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3"/>
                  </a:cubicBezTo>
                  <a:cubicBezTo>
                    <a:pt x="405" y="92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95" name="Google Shape;595;p29"/>
            <p:cNvSpPr/>
            <p:nvPr/>
          </p:nvSpPr>
          <p:spPr>
            <a:xfrm>
              <a:off x="6541275" y="2581494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0"/>
                  </a:moveTo>
                  <a:lnTo>
                    <a:pt x="0" y="81"/>
                  </a:lnTo>
                  <a:lnTo>
                    <a:pt x="3097" y="81"/>
                  </a:lnTo>
                  <a:lnTo>
                    <a:pt x="6570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96" name="Google Shape;596;p29"/>
            <p:cNvSpPr/>
            <p:nvPr/>
          </p:nvSpPr>
          <p:spPr>
            <a:xfrm>
              <a:off x="8256245" y="2969901"/>
              <a:ext cx="47406" cy="47524"/>
            </a:xfrm>
            <a:custGeom>
              <a:avLst/>
              <a:gdLst/>
              <a:ahLst/>
              <a:cxnLst/>
              <a:rect l="l" t="t" r="r" b="b"/>
              <a:pathLst>
                <a:path w="404" h="405" extrusionOk="0">
                  <a:moveTo>
                    <a:pt x="202" y="1"/>
                  </a:moveTo>
                  <a:cubicBezTo>
                    <a:pt x="90" y="1"/>
                    <a:pt x="0" y="91"/>
                    <a:pt x="0" y="202"/>
                  </a:cubicBezTo>
                  <a:cubicBezTo>
                    <a:pt x="0" y="314"/>
                    <a:pt x="90" y="405"/>
                    <a:pt x="202" y="405"/>
                  </a:cubicBezTo>
                  <a:cubicBezTo>
                    <a:pt x="314" y="405"/>
                    <a:pt x="404" y="314"/>
                    <a:pt x="404" y="202"/>
                  </a:cubicBezTo>
                  <a:cubicBezTo>
                    <a:pt x="404" y="91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32295937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ackground 3"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8" name="Google Shape;598;p30"/>
          <p:cNvGrpSpPr/>
          <p:nvPr/>
        </p:nvGrpSpPr>
        <p:grpSpPr>
          <a:xfrm rot="10800000">
            <a:off x="7258801" y="5818433"/>
            <a:ext cx="6669961" cy="690867"/>
            <a:chOff x="4612950" y="1991350"/>
            <a:chExt cx="5002471" cy="518150"/>
          </a:xfrm>
        </p:grpSpPr>
        <p:sp>
          <p:nvSpPr>
            <p:cNvPr id="599" name="Google Shape;599;p30"/>
            <p:cNvSpPr/>
            <p:nvPr/>
          </p:nvSpPr>
          <p:spPr>
            <a:xfrm>
              <a:off x="4720109" y="2234932"/>
              <a:ext cx="4861318" cy="274568"/>
            </a:xfrm>
            <a:custGeom>
              <a:avLst/>
              <a:gdLst/>
              <a:ahLst/>
              <a:cxnLst/>
              <a:rect l="l" t="t" r="r" b="b"/>
              <a:pathLst>
                <a:path w="33888" h="1914" extrusionOk="0">
                  <a:moveTo>
                    <a:pt x="30679" y="1"/>
                  </a:moveTo>
                  <a:lnTo>
                    <a:pt x="28847" y="1834"/>
                  </a:lnTo>
                  <a:lnTo>
                    <a:pt x="0" y="1834"/>
                  </a:lnTo>
                  <a:lnTo>
                    <a:pt x="0" y="1914"/>
                  </a:lnTo>
                  <a:lnTo>
                    <a:pt x="28880" y="1914"/>
                  </a:lnTo>
                  <a:lnTo>
                    <a:pt x="30713" y="81"/>
                  </a:lnTo>
                  <a:lnTo>
                    <a:pt x="33887" y="81"/>
                  </a:lnTo>
                  <a:lnTo>
                    <a:pt x="338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00" name="Google Shape;600;p30"/>
            <p:cNvSpPr/>
            <p:nvPr/>
          </p:nvSpPr>
          <p:spPr>
            <a:xfrm>
              <a:off x="9547138" y="2206672"/>
              <a:ext cx="68283" cy="68283"/>
            </a:xfrm>
            <a:custGeom>
              <a:avLst/>
              <a:gdLst/>
              <a:ahLst/>
              <a:cxnLst/>
              <a:rect l="l" t="t" r="r" b="b"/>
              <a:pathLst>
                <a:path w="476" h="476" extrusionOk="0">
                  <a:moveTo>
                    <a:pt x="238" y="0"/>
                  </a:moveTo>
                  <a:cubicBezTo>
                    <a:pt x="107" y="0"/>
                    <a:pt x="1" y="107"/>
                    <a:pt x="1" y="238"/>
                  </a:cubicBezTo>
                  <a:cubicBezTo>
                    <a:pt x="1" y="370"/>
                    <a:pt x="107" y="475"/>
                    <a:pt x="238" y="475"/>
                  </a:cubicBezTo>
                  <a:cubicBezTo>
                    <a:pt x="369" y="475"/>
                    <a:pt x="476" y="370"/>
                    <a:pt x="476" y="238"/>
                  </a:cubicBezTo>
                  <a:cubicBezTo>
                    <a:pt x="476" y="107"/>
                    <a:pt x="369" y="0"/>
                    <a:pt x="2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01" name="Google Shape;601;p30"/>
            <p:cNvSpPr/>
            <p:nvPr/>
          </p:nvSpPr>
          <p:spPr>
            <a:xfrm>
              <a:off x="4612950" y="2021332"/>
              <a:ext cx="4526070" cy="356623"/>
            </a:xfrm>
            <a:custGeom>
              <a:avLst/>
              <a:gdLst/>
              <a:ahLst/>
              <a:cxnLst/>
              <a:rect l="l" t="t" r="r" b="b"/>
              <a:pathLst>
                <a:path w="31551" h="2486" extrusionOk="0">
                  <a:moveTo>
                    <a:pt x="31494" y="1"/>
                  </a:moveTo>
                  <a:lnTo>
                    <a:pt x="29088" y="2406"/>
                  </a:lnTo>
                  <a:lnTo>
                    <a:pt x="1" y="2406"/>
                  </a:lnTo>
                  <a:lnTo>
                    <a:pt x="1" y="2486"/>
                  </a:lnTo>
                  <a:lnTo>
                    <a:pt x="29121" y="2486"/>
                  </a:lnTo>
                  <a:lnTo>
                    <a:pt x="31550" y="58"/>
                  </a:lnTo>
                  <a:lnTo>
                    <a:pt x="314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02" name="Google Shape;602;p30"/>
            <p:cNvSpPr/>
            <p:nvPr/>
          </p:nvSpPr>
          <p:spPr>
            <a:xfrm>
              <a:off x="9100714" y="1991350"/>
              <a:ext cx="68283" cy="68427"/>
            </a:xfrm>
            <a:custGeom>
              <a:avLst/>
              <a:gdLst/>
              <a:ahLst/>
              <a:cxnLst/>
              <a:rect l="l" t="t" r="r" b="b"/>
              <a:pathLst>
                <a:path w="476" h="477" extrusionOk="0">
                  <a:moveTo>
                    <a:pt x="238" y="0"/>
                  </a:moveTo>
                  <a:cubicBezTo>
                    <a:pt x="107" y="0"/>
                    <a:pt x="0" y="107"/>
                    <a:pt x="0" y="238"/>
                  </a:cubicBezTo>
                  <a:cubicBezTo>
                    <a:pt x="0" y="370"/>
                    <a:pt x="107" y="476"/>
                    <a:pt x="238" y="476"/>
                  </a:cubicBezTo>
                  <a:cubicBezTo>
                    <a:pt x="369" y="476"/>
                    <a:pt x="476" y="370"/>
                    <a:pt x="476" y="238"/>
                  </a:cubicBezTo>
                  <a:cubicBezTo>
                    <a:pt x="476" y="107"/>
                    <a:pt x="369" y="0"/>
                    <a:pt x="2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21988506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ackground 2"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4" name="Google Shape;604;p31"/>
          <p:cNvGrpSpPr/>
          <p:nvPr/>
        </p:nvGrpSpPr>
        <p:grpSpPr>
          <a:xfrm>
            <a:off x="-329920" y="5738178"/>
            <a:ext cx="3129024" cy="882092"/>
            <a:chOff x="4583450" y="1155225"/>
            <a:chExt cx="394375" cy="111175"/>
          </a:xfrm>
        </p:grpSpPr>
        <p:sp>
          <p:nvSpPr>
            <p:cNvPr id="605" name="Google Shape;605;p31"/>
            <p:cNvSpPr/>
            <p:nvPr/>
          </p:nvSpPr>
          <p:spPr>
            <a:xfrm>
              <a:off x="4600150" y="1155225"/>
              <a:ext cx="370450" cy="88825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1"/>
                  </a:moveTo>
                  <a:lnTo>
                    <a:pt x="0" y="81"/>
                  </a:lnTo>
                  <a:lnTo>
                    <a:pt x="3098" y="81"/>
                  </a:lnTo>
                  <a:lnTo>
                    <a:pt x="6569" y="3553"/>
                  </a:lnTo>
                  <a:lnTo>
                    <a:pt x="14817" y="3553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42" y="13"/>
                  </a:lnTo>
                  <a:lnTo>
                    <a:pt x="31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06" name="Google Shape;606;p31"/>
            <p:cNvSpPr/>
            <p:nvPr/>
          </p:nvSpPr>
          <p:spPr>
            <a:xfrm>
              <a:off x="4967700" y="1237975"/>
              <a:ext cx="10125" cy="10150"/>
            </a:xfrm>
            <a:custGeom>
              <a:avLst/>
              <a:gdLst/>
              <a:ahLst/>
              <a:cxnLst/>
              <a:rect l="l" t="t" r="r" b="b"/>
              <a:pathLst>
                <a:path w="405" h="406" extrusionOk="0">
                  <a:moveTo>
                    <a:pt x="202" y="1"/>
                  </a:moveTo>
                  <a:cubicBezTo>
                    <a:pt x="91" y="1"/>
                    <a:pt x="1" y="92"/>
                    <a:pt x="1" y="203"/>
                  </a:cubicBezTo>
                  <a:cubicBezTo>
                    <a:pt x="1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3"/>
                  </a:cubicBezTo>
                  <a:cubicBezTo>
                    <a:pt x="405" y="92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07" name="Google Shape;607;p31"/>
            <p:cNvSpPr/>
            <p:nvPr/>
          </p:nvSpPr>
          <p:spPr>
            <a:xfrm>
              <a:off x="4583450" y="1173525"/>
              <a:ext cx="370450" cy="88825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0"/>
                  </a:moveTo>
                  <a:lnTo>
                    <a:pt x="0" y="81"/>
                  </a:lnTo>
                  <a:lnTo>
                    <a:pt x="3097" y="81"/>
                  </a:lnTo>
                  <a:lnTo>
                    <a:pt x="6570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08" name="Google Shape;608;p31"/>
            <p:cNvSpPr/>
            <p:nvPr/>
          </p:nvSpPr>
          <p:spPr>
            <a:xfrm>
              <a:off x="4948825" y="1256275"/>
              <a:ext cx="10100" cy="10125"/>
            </a:xfrm>
            <a:custGeom>
              <a:avLst/>
              <a:gdLst/>
              <a:ahLst/>
              <a:cxnLst/>
              <a:rect l="l" t="t" r="r" b="b"/>
              <a:pathLst>
                <a:path w="404" h="405" extrusionOk="0">
                  <a:moveTo>
                    <a:pt x="202" y="1"/>
                  </a:moveTo>
                  <a:cubicBezTo>
                    <a:pt x="90" y="1"/>
                    <a:pt x="0" y="91"/>
                    <a:pt x="0" y="202"/>
                  </a:cubicBezTo>
                  <a:cubicBezTo>
                    <a:pt x="0" y="314"/>
                    <a:pt x="90" y="405"/>
                    <a:pt x="202" y="405"/>
                  </a:cubicBezTo>
                  <a:cubicBezTo>
                    <a:pt x="314" y="405"/>
                    <a:pt x="404" y="314"/>
                    <a:pt x="404" y="202"/>
                  </a:cubicBezTo>
                  <a:cubicBezTo>
                    <a:pt x="404" y="91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14290806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bg>
      <p:bgPr>
        <a:solidFill>
          <a:schemeClr val="dk1"/>
        </a:solidFill>
        <a:effectLst/>
      </p:bgPr>
    </p:bg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0" name="Google Shape;610;p32"/>
          <p:cNvGrpSpPr/>
          <p:nvPr/>
        </p:nvGrpSpPr>
        <p:grpSpPr>
          <a:xfrm rot="10800000" flipH="1">
            <a:off x="-266483" y="599789"/>
            <a:ext cx="3737188" cy="2511592"/>
            <a:chOff x="4583450" y="1118650"/>
            <a:chExt cx="844575" cy="567600"/>
          </a:xfrm>
        </p:grpSpPr>
        <p:sp>
          <p:nvSpPr>
            <p:cNvPr id="611" name="Google Shape;611;p32"/>
            <p:cNvSpPr/>
            <p:nvPr/>
          </p:nvSpPr>
          <p:spPr>
            <a:xfrm>
              <a:off x="4648675" y="1183350"/>
              <a:ext cx="565225" cy="302300"/>
            </a:xfrm>
            <a:custGeom>
              <a:avLst/>
              <a:gdLst/>
              <a:ahLst/>
              <a:cxnLst/>
              <a:rect l="l" t="t" r="r" b="b"/>
              <a:pathLst>
                <a:path w="22609" h="12092" extrusionOk="0">
                  <a:moveTo>
                    <a:pt x="21237" y="0"/>
                  </a:moveTo>
                  <a:lnTo>
                    <a:pt x="16774" y="4464"/>
                  </a:lnTo>
                  <a:lnTo>
                    <a:pt x="13175" y="4464"/>
                  </a:lnTo>
                  <a:lnTo>
                    <a:pt x="5786" y="11852"/>
                  </a:lnTo>
                  <a:lnTo>
                    <a:pt x="3809" y="11852"/>
                  </a:lnTo>
                  <a:lnTo>
                    <a:pt x="2291" y="10335"/>
                  </a:lnTo>
                  <a:lnTo>
                    <a:pt x="1" y="10335"/>
                  </a:lnTo>
                  <a:lnTo>
                    <a:pt x="1" y="10574"/>
                  </a:lnTo>
                  <a:lnTo>
                    <a:pt x="2192" y="10574"/>
                  </a:lnTo>
                  <a:lnTo>
                    <a:pt x="3710" y="12092"/>
                  </a:lnTo>
                  <a:lnTo>
                    <a:pt x="5886" y="12092"/>
                  </a:lnTo>
                  <a:lnTo>
                    <a:pt x="13273" y="4703"/>
                  </a:lnTo>
                  <a:lnTo>
                    <a:pt x="16873" y="4703"/>
                  </a:lnTo>
                  <a:lnTo>
                    <a:pt x="21336" y="241"/>
                  </a:lnTo>
                  <a:lnTo>
                    <a:pt x="22609" y="241"/>
                  </a:lnTo>
                  <a:lnTo>
                    <a:pt x="2260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12" name="Google Shape;612;p32"/>
            <p:cNvSpPr/>
            <p:nvPr/>
          </p:nvSpPr>
          <p:spPr>
            <a:xfrm>
              <a:off x="4648675" y="1425725"/>
              <a:ext cx="529925" cy="187725"/>
            </a:xfrm>
            <a:custGeom>
              <a:avLst/>
              <a:gdLst/>
              <a:ahLst/>
              <a:cxnLst/>
              <a:rect l="l" t="t" r="r" b="b"/>
              <a:pathLst>
                <a:path w="21197" h="7509" extrusionOk="0">
                  <a:moveTo>
                    <a:pt x="16250" y="1"/>
                  </a:moveTo>
                  <a:lnTo>
                    <a:pt x="14812" y="1439"/>
                  </a:lnTo>
                  <a:lnTo>
                    <a:pt x="11617" y="1439"/>
                  </a:lnTo>
                  <a:lnTo>
                    <a:pt x="5786" y="7270"/>
                  </a:lnTo>
                  <a:lnTo>
                    <a:pt x="1" y="7270"/>
                  </a:lnTo>
                  <a:lnTo>
                    <a:pt x="1" y="7509"/>
                  </a:lnTo>
                  <a:lnTo>
                    <a:pt x="5886" y="7509"/>
                  </a:lnTo>
                  <a:lnTo>
                    <a:pt x="11717" y="1678"/>
                  </a:lnTo>
                  <a:lnTo>
                    <a:pt x="14911" y="1678"/>
                  </a:lnTo>
                  <a:lnTo>
                    <a:pt x="16349" y="240"/>
                  </a:lnTo>
                  <a:lnTo>
                    <a:pt x="19524" y="240"/>
                  </a:lnTo>
                  <a:lnTo>
                    <a:pt x="21027" y="1743"/>
                  </a:lnTo>
                  <a:lnTo>
                    <a:pt x="21196" y="1573"/>
                  </a:lnTo>
                  <a:lnTo>
                    <a:pt x="1962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13" name="Google Shape;613;p32"/>
            <p:cNvSpPr/>
            <p:nvPr/>
          </p:nvSpPr>
          <p:spPr>
            <a:xfrm>
              <a:off x="5169475" y="1461825"/>
              <a:ext cx="29350" cy="29375"/>
            </a:xfrm>
            <a:custGeom>
              <a:avLst/>
              <a:gdLst/>
              <a:ahLst/>
              <a:cxnLst/>
              <a:rect l="l" t="t" r="r" b="b"/>
              <a:pathLst>
                <a:path w="1174" h="1175" extrusionOk="0">
                  <a:moveTo>
                    <a:pt x="587" y="240"/>
                  </a:moveTo>
                  <a:cubicBezTo>
                    <a:pt x="778" y="240"/>
                    <a:pt x="934" y="396"/>
                    <a:pt x="934" y="588"/>
                  </a:cubicBezTo>
                  <a:cubicBezTo>
                    <a:pt x="934" y="779"/>
                    <a:pt x="778" y="935"/>
                    <a:pt x="587" y="935"/>
                  </a:cubicBezTo>
                  <a:cubicBezTo>
                    <a:pt x="396" y="935"/>
                    <a:pt x="239" y="779"/>
                    <a:pt x="239" y="588"/>
                  </a:cubicBezTo>
                  <a:cubicBezTo>
                    <a:pt x="239" y="396"/>
                    <a:pt x="396" y="240"/>
                    <a:pt x="587" y="240"/>
                  </a:cubicBezTo>
                  <a:close/>
                  <a:moveTo>
                    <a:pt x="587" y="1"/>
                  </a:moveTo>
                  <a:cubicBezTo>
                    <a:pt x="263" y="1"/>
                    <a:pt x="0" y="264"/>
                    <a:pt x="0" y="588"/>
                  </a:cubicBezTo>
                  <a:cubicBezTo>
                    <a:pt x="0" y="912"/>
                    <a:pt x="263" y="1174"/>
                    <a:pt x="587" y="1174"/>
                  </a:cubicBezTo>
                  <a:cubicBezTo>
                    <a:pt x="910" y="1174"/>
                    <a:pt x="1174" y="912"/>
                    <a:pt x="1174" y="588"/>
                  </a:cubicBezTo>
                  <a:cubicBezTo>
                    <a:pt x="1174" y="264"/>
                    <a:pt x="910" y="1"/>
                    <a:pt x="5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14" name="Google Shape;614;p32"/>
            <p:cNvSpPr/>
            <p:nvPr/>
          </p:nvSpPr>
          <p:spPr>
            <a:xfrm>
              <a:off x="4648675" y="1310925"/>
              <a:ext cx="770650" cy="346450"/>
            </a:xfrm>
            <a:custGeom>
              <a:avLst/>
              <a:gdLst/>
              <a:ahLst/>
              <a:cxnLst/>
              <a:rect l="l" t="t" r="r" b="b"/>
              <a:pathLst>
                <a:path w="30826" h="13858" extrusionOk="0">
                  <a:moveTo>
                    <a:pt x="30587" y="0"/>
                  </a:moveTo>
                  <a:lnTo>
                    <a:pt x="30587" y="2296"/>
                  </a:lnTo>
                  <a:lnTo>
                    <a:pt x="28550" y="4333"/>
                  </a:lnTo>
                  <a:lnTo>
                    <a:pt x="26453" y="4333"/>
                  </a:lnTo>
                  <a:lnTo>
                    <a:pt x="23038" y="7747"/>
                  </a:lnTo>
                  <a:lnTo>
                    <a:pt x="12615" y="7747"/>
                  </a:lnTo>
                  <a:lnTo>
                    <a:pt x="6745" y="13618"/>
                  </a:lnTo>
                  <a:lnTo>
                    <a:pt x="1" y="13618"/>
                  </a:lnTo>
                  <a:lnTo>
                    <a:pt x="1" y="13858"/>
                  </a:lnTo>
                  <a:lnTo>
                    <a:pt x="6844" y="13858"/>
                  </a:lnTo>
                  <a:lnTo>
                    <a:pt x="12715" y="7987"/>
                  </a:lnTo>
                  <a:lnTo>
                    <a:pt x="23138" y="7987"/>
                  </a:lnTo>
                  <a:lnTo>
                    <a:pt x="26553" y="4573"/>
                  </a:lnTo>
                  <a:lnTo>
                    <a:pt x="28649" y="4573"/>
                  </a:lnTo>
                  <a:lnTo>
                    <a:pt x="30826" y="2396"/>
                  </a:lnTo>
                  <a:lnTo>
                    <a:pt x="308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15" name="Google Shape;615;p32"/>
            <p:cNvSpPr/>
            <p:nvPr/>
          </p:nvSpPr>
          <p:spPr>
            <a:xfrm>
              <a:off x="4648675" y="1272475"/>
              <a:ext cx="579225" cy="299050"/>
            </a:xfrm>
            <a:custGeom>
              <a:avLst/>
              <a:gdLst/>
              <a:ahLst/>
              <a:cxnLst/>
              <a:rect l="l" t="t" r="r" b="b"/>
              <a:pathLst>
                <a:path w="23169" h="11962" extrusionOk="0">
                  <a:moveTo>
                    <a:pt x="20264" y="0"/>
                  </a:moveTo>
                  <a:lnTo>
                    <a:pt x="17367" y="2896"/>
                  </a:lnTo>
                  <a:lnTo>
                    <a:pt x="13733" y="2896"/>
                  </a:lnTo>
                  <a:lnTo>
                    <a:pt x="4908" y="11721"/>
                  </a:lnTo>
                  <a:lnTo>
                    <a:pt x="1" y="11721"/>
                  </a:lnTo>
                  <a:lnTo>
                    <a:pt x="1" y="11962"/>
                  </a:lnTo>
                  <a:lnTo>
                    <a:pt x="5007" y="11962"/>
                  </a:lnTo>
                  <a:lnTo>
                    <a:pt x="13833" y="3135"/>
                  </a:lnTo>
                  <a:lnTo>
                    <a:pt x="17467" y="3135"/>
                  </a:lnTo>
                  <a:lnTo>
                    <a:pt x="20362" y="240"/>
                  </a:lnTo>
                  <a:lnTo>
                    <a:pt x="23169" y="240"/>
                  </a:lnTo>
                  <a:lnTo>
                    <a:pt x="2316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16" name="Google Shape;616;p32"/>
            <p:cNvSpPr/>
            <p:nvPr/>
          </p:nvSpPr>
          <p:spPr>
            <a:xfrm>
              <a:off x="5072275" y="1334475"/>
              <a:ext cx="23375" cy="23400"/>
            </a:xfrm>
            <a:custGeom>
              <a:avLst/>
              <a:gdLst/>
              <a:ahLst/>
              <a:cxnLst/>
              <a:rect l="l" t="t" r="r" b="b"/>
              <a:pathLst>
                <a:path w="935" h="936" extrusionOk="0">
                  <a:moveTo>
                    <a:pt x="467" y="1"/>
                  </a:moveTo>
                  <a:cubicBezTo>
                    <a:pt x="210" y="1"/>
                    <a:pt x="0" y="211"/>
                    <a:pt x="0" y="468"/>
                  </a:cubicBezTo>
                  <a:cubicBezTo>
                    <a:pt x="0" y="727"/>
                    <a:pt x="210" y="935"/>
                    <a:pt x="467" y="935"/>
                  </a:cubicBezTo>
                  <a:cubicBezTo>
                    <a:pt x="725" y="935"/>
                    <a:pt x="934" y="727"/>
                    <a:pt x="934" y="468"/>
                  </a:cubicBezTo>
                  <a:cubicBezTo>
                    <a:pt x="934" y="211"/>
                    <a:pt x="725" y="1"/>
                    <a:pt x="4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17" name="Google Shape;617;p32"/>
            <p:cNvSpPr/>
            <p:nvPr/>
          </p:nvSpPr>
          <p:spPr>
            <a:xfrm>
              <a:off x="5404650" y="1299225"/>
              <a:ext cx="23375" cy="23400"/>
            </a:xfrm>
            <a:custGeom>
              <a:avLst/>
              <a:gdLst/>
              <a:ahLst/>
              <a:cxnLst/>
              <a:rect l="l" t="t" r="r" b="b"/>
              <a:pathLst>
                <a:path w="935" h="936" extrusionOk="0">
                  <a:moveTo>
                    <a:pt x="467" y="1"/>
                  </a:moveTo>
                  <a:cubicBezTo>
                    <a:pt x="210" y="1"/>
                    <a:pt x="0" y="210"/>
                    <a:pt x="0" y="468"/>
                  </a:cubicBezTo>
                  <a:cubicBezTo>
                    <a:pt x="0" y="726"/>
                    <a:pt x="210" y="935"/>
                    <a:pt x="467" y="935"/>
                  </a:cubicBezTo>
                  <a:cubicBezTo>
                    <a:pt x="726" y="935"/>
                    <a:pt x="934" y="726"/>
                    <a:pt x="934" y="468"/>
                  </a:cubicBezTo>
                  <a:cubicBezTo>
                    <a:pt x="934" y="210"/>
                    <a:pt x="726" y="1"/>
                    <a:pt x="4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18" name="Google Shape;618;p32"/>
            <p:cNvSpPr/>
            <p:nvPr/>
          </p:nvSpPr>
          <p:spPr>
            <a:xfrm>
              <a:off x="4912575" y="1640025"/>
              <a:ext cx="19675" cy="19675"/>
            </a:xfrm>
            <a:custGeom>
              <a:avLst/>
              <a:gdLst/>
              <a:ahLst/>
              <a:cxnLst/>
              <a:rect l="l" t="t" r="r" b="b"/>
              <a:pathLst>
                <a:path w="787" h="787" extrusionOk="0">
                  <a:moveTo>
                    <a:pt x="0" y="0"/>
                  </a:moveTo>
                  <a:lnTo>
                    <a:pt x="0" y="787"/>
                  </a:lnTo>
                  <a:lnTo>
                    <a:pt x="787" y="787"/>
                  </a:lnTo>
                  <a:lnTo>
                    <a:pt x="78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19" name="Google Shape;619;p32"/>
            <p:cNvSpPr/>
            <p:nvPr/>
          </p:nvSpPr>
          <p:spPr>
            <a:xfrm>
              <a:off x="4941500" y="1640025"/>
              <a:ext cx="19725" cy="19675"/>
            </a:xfrm>
            <a:custGeom>
              <a:avLst/>
              <a:gdLst/>
              <a:ahLst/>
              <a:cxnLst/>
              <a:rect l="l" t="t" r="r" b="b"/>
              <a:pathLst>
                <a:path w="789" h="787" extrusionOk="0">
                  <a:moveTo>
                    <a:pt x="1" y="0"/>
                  </a:moveTo>
                  <a:lnTo>
                    <a:pt x="1" y="787"/>
                  </a:lnTo>
                  <a:lnTo>
                    <a:pt x="789" y="787"/>
                  </a:lnTo>
                  <a:lnTo>
                    <a:pt x="7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20" name="Google Shape;620;p32"/>
            <p:cNvSpPr/>
            <p:nvPr/>
          </p:nvSpPr>
          <p:spPr>
            <a:xfrm>
              <a:off x="4970475" y="1640025"/>
              <a:ext cx="19700" cy="19675"/>
            </a:xfrm>
            <a:custGeom>
              <a:avLst/>
              <a:gdLst/>
              <a:ahLst/>
              <a:cxnLst/>
              <a:rect l="l" t="t" r="r" b="b"/>
              <a:pathLst>
                <a:path w="788" h="787" extrusionOk="0">
                  <a:moveTo>
                    <a:pt x="1" y="0"/>
                  </a:moveTo>
                  <a:lnTo>
                    <a:pt x="1" y="787"/>
                  </a:lnTo>
                  <a:lnTo>
                    <a:pt x="787" y="787"/>
                  </a:lnTo>
                  <a:lnTo>
                    <a:pt x="78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21" name="Google Shape;621;p32"/>
            <p:cNvSpPr/>
            <p:nvPr/>
          </p:nvSpPr>
          <p:spPr>
            <a:xfrm>
              <a:off x="4999425" y="1640025"/>
              <a:ext cx="19700" cy="19675"/>
            </a:xfrm>
            <a:custGeom>
              <a:avLst/>
              <a:gdLst/>
              <a:ahLst/>
              <a:cxnLst/>
              <a:rect l="l" t="t" r="r" b="b"/>
              <a:pathLst>
                <a:path w="788" h="787" extrusionOk="0">
                  <a:moveTo>
                    <a:pt x="0" y="0"/>
                  </a:moveTo>
                  <a:lnTo>
                    <a:pt x="0" y="787"/>
                  </a:lnTo>
                  <a:lnTo>
                    <a:pt x="787" y="787"/>
                  </a:lnTo>
                  <a:lnTo>
                    <a:pt x="78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22" name="Google Shape;622;p32"/>
            <p:cNvSpPr/>
            <p:nvPr/>
          </p:nvSpPr>
          <p:spPr>
            <a:xfrm>
              <a:off x="5028400" y="1640025"/>
              <a:ext cx="19675" cy="19675"/>
            </a:xfrm>
            <a:custGeom>
              <a:avLst/>
              <a:gdLst/>
              <a:ahLst/>
              <a:cxnLst/>
              <a:rect l="l" t="t" r="r" b="b"/>
              <a:pathLst>
                <a:path w="787" h="787" extrusionOk="0">
                  <a:moveTo>
                    <a:pt x="0" y="0"/>
                  </a:moveTo>
                  <a:lnTo>
                    <a:pt x="0" y="787"/>
                  </a:lnTo>
                  <a:lnTo>
                    <a:pt x="787" y="787"/>
                  </a:lnTo>
                  <a:lnTo>
                    <a:pt x="78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23" name="Google Shape;623;p32"/>
            <p:cNvSpPr/>
            <p:nvPr/>
          </p:nvSpPr>
          <p:spPr>
            <a:xfrm>
              <a:off x="4677900" y="1396850"/>
              <a:ext cx="19675" cy="19725"/>
            </a:xfrm>
            <a:custGeom>
              <a:avLst/>
              <a:gdLst/>
              <a:ahLst/>
              <a:cxnLst/>
              <a:rect l="l" t="t" r="r" b="b"/>
              <a:pathLst>
                <a:path w="787" h="789" extrusionOk="0">
                  <a:moveTo>
                    <a:pt x="0" y="1"/>
                  </a:moveTo>
                  <a:lnTo>
                    <a:pt x="0" y="788"/>
                  </a:lnTo>
                  <a:lnTo>
                    <a:pt x="787" y="788"/>
                  </a:lnTo>
                  <a:lnTo>
                    <a:pt x="7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24" name="Google Shape;624;p32"/>
            <p:cNvSpPr/>
            <p:nvPr/>
          </p:nvSpPr>
          <p:spPr>
            <a:xfrm>
              <a:off x="4706825" y="1396850"/>
              <a:ext cx="19725" cy="19725"/>
            </a:xfrm>
            <a:custGeom>
              <a:avLst/>
              <a:gdLst/>
              <a:ahLst/>
              <a:cxnLst/>
              <a:rect l="l" t="t" r="r" b="b"/>
              <a:pathLst>
                <a:path w="789" h="789" extrusionOk="0">
                  <a:moveTo>
                    <a:pt x="1" y="1"/>
                  </a:moveTo>
                  <a:lnTo>
                    <a:pt x="1" y="788"/>
                  </a:lnTo>
                  <a:lnTo>
                    <a:pt x="788" y="788"/>
                  </a:lnTo>
                  <a:lnTo>
                    <a:pt x="78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25" name="Google Shape;625;p32"/>
            <p:cNvSpPr/>
            <p:nvPr/>
          </p:nvSpPr>
          <p:spPr>
            <a:xfrm>
              <a:off x="4735800" y="1396850"/>
              <a:ext cx="19700" cy="19725"/>
            </a:xfrm>
            <a:custGeom>
              <a:avLst/>
              <a:gdLst/>
              <a:ahLst/>
              <a:cxnLst/>
              <a:rect l="l" t="t" r="r" b="b"/>
              <a:pathLst>
                <a:path w="788" h="789" extrusionOk="0">
                  <a:moveTo>
                    <a:pt x="1" y="1"/>
                  </a:moveTo>
                  <a:lnTo>
                    <a:pt x="1" y="788"/>
                  </a:lnTo>
                  <a:lnTo>
                    <a:pt x="787" y="788"/>
                  </a:lnTo>
                  <a:lnTo>
                    <a:pt x="7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26" name="Google Shape;626;p32"/>
            <p:cNvSpPr/>
            <p:nvPr/>
          </p:nvSpPr>
          <p:spPr>
            <a:xfrm>
              <a:off x="4764750" y="1396850"/>
              <a:ext cx="19700" cy="19725"/>
            </a:xfrm>
            <a:custGeom>
              <a:avLst/>
              <a:gdLst/>
              <a:ahLst/>
              <a:cxnLst/>
              <a:rect l="l" t="t" r="r" b="b"/>
              <a:pathLst>
                <a:path w="788" h="789" extrusionOk="0">
                  <a:moveTo>
                    <a:pt x="0" y="1"/>
                  </a:moveTo>
                  <a:lnTo>
                    <a:pt x="0" y="788"/>
                  </a:lnTo>
                  <a:lnTo>
                    <a:pt x="788" y="788"/>
                  </a:lnTo>
                  <a:lnTo>
                    <a:pt x="78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27" name="Google Shape;627;p32"/>
            <p:cNvSpPr/>
            <p:nvPr/>
          </p:nvSpPr>
          <p:spPr>
            <a:xfrm>
              <a:off x="4793700" y="1396850"/>
              <a:ext cx="19700" cy="19725"/>
            </a:xfrm>
            <a:custGeom>
              <a:avLst/>
              <a:gdLst/>
              <a:ahLst/>
              <a:cxnLst/>
              <a:rect l="l" t="t" r="r" b="b"/>
              <a:pathLst>
                <a:path w="788" h="789" extrusionOk="0">
                  <a:moveTo>
                    <a:pt x="1" y="1"/>
                  </a:moveTo>
                  <a:lnTo>
                    <a:pt x="1" y="788"/>
                  </a:lnTo>
                  <a:lnTo>
                    <a:pt x="788" y="788"/>
                  </a:lnTo>
                  <a:lnTo>
                    <a:pt x="78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28" name="Google Shape;628;p32"/>
            <p:cNvSpPr/>
            <p:nvPr/>
          </p:nvSpPr>
          <p:spPr>
            <a:xfrm>
              <a:off x="4665025" y="1500600"/>
              <a:ext cx="3800" cy="50775"/>
            </a:xfrm>
            <a:custGeom>
              <a:avLst/>
              <a:gdLst/>
              <a:ahLst/>
              <a:cxnLst/>
              <a:rect l="l" t="t" r="r" b="b"/>
              <a:pathLst>
                <a:path w="152" h="2031" extrusionOk="0">
                  <a:moveTo>
                    <a:pt x="1" y="1"/>
                  </a:moveTo>
                  <a:lnTo>
                    <a:pt x="1" y="2031"/>
                  </a:lnTo>
                  <a:lnTo>
                    <a:pt x="151" y="2031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29" name="Google Shape;629;p32"/>
            <p:cNvSpPr/>
            <p:nvPr/>
          </p:nvSpPr>
          <p:spPr>
            <a:xfrm>
              <a:off x="4684975" y="1500600"/>
              <a:ext cx="3800" cy="50775"/>
            </a:xfrm>
            <a:custGeom>
              <a:avLst/>
              <a:gdLst/>
              <a:ahLst/>
              <a:cxnLst/>
              <a:rect l="l" t="t" r="r" b="b"/>
              <a:pathLst>
                <a:path w="152" h="2031" extrusionOk="0">
                  <a:moveTo>
                    <a:pt x="1" y="1"/>
                  </a:moveTo>
                  <a:lnTo>
                    <a:pt x="1" y="2031"/>
                  </a:lnTo>
                  <a:lnTo>
                    <a:pt x="151" y="2031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0" name="Google Shape;630;p32"/>
            <p:cNvSpPr/>
            <p:nvPr/>
          </p:nvSpPr>
          <p:spPr>
            <a:xfrm>
              <a:off x="4694900" y="1500600"/>
              <a:ext cx="3775" cy="50775"/>
            </a:xfrm>
            <a:custGeom>
              <a:avLst/>
              <a:gdLst/>
              <a:ahLst/>
              <a:cxnLst/>
              <a:rect l="l" t="t" r="r" b="b"/>
              <a:pathLst>
                <a:path w="151" h="2031" extrusionOk="0">
                  <a:moveTo>
                    <a:pt x="0" y="1"/>
                  </a:moveTo>
                  <a:lnTo>
                    <a:pt x="0" y="2031"/>
                  </a:lnTo>
                  <a:lnTo>
                    <a:pt x="150" y="2031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1" name="Google Shape;631;p32"/>
            <p:cNvSpPr/>
            <p:nvPr/>
          </p:nvSpPr>
          <p:spPr>
            <a:xfrm>
              <a:off x="4704825" y="1500600"/>
              <a:ext cx="3775" cy="50775"/>
            </a:xfrm>
            <a:custGeom>
              <a:avLst/>
              <a:gdLst/>
              <a:ahLst/>
              <a:cxnLst/>
              <a:rect l="l" t="t" r="r" b="b"/>
              <a:pathLst>
                <a:path w="151" h="2031" extrusionOk="0">
                  <a:moveTo>
                    <a:pt x="1" y="1"/>
                  </a:moveTo>
                  <a:lnTo>
                    <a:pt x="1" y="2031"/>
                  </a:lnTo>
                  <a:lnTo>
                    <a:pt x="151" y="2031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2" name="Google Shape;632;p32"/>
            <p:cNvSpPr/>
            <p:nvPr/>
          </p:nvSpPr>
          <p:spPr>
            <a:xfrm>
              <a:off x="4715425" y="1500600"/>
              <a:ext cx="3775" cy="50775"/>
            </a:xfrm>
            <a:custGeom>
              <a:avLst/>
              <a:gdLst/>
              <a:ahLst/>
              <a:cxnLst/>
              <a:rect l="l" t="t" r="r" b="b"/>
              <a:pathLst>
                <a:path w="151" h="2031" extrusionOk="0">
                  <a:moveTo>
                    <a:pt x="0" y="1"/>
                  </a:moveTo>
                  <a:lnTo>
                    <a:pt x="0" y="2031"/>
                  </a:lnTo>
                  <a:lnTo>
                    <a:pt x="150" y="2031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3" name="Google Shape;633;p32"/>
            <p:cNvSpPr/>
            <p:nvPr/>
          </p:nvSpPr>
          <p:spPr>
            <a:xfrm>
              <a:off x="4723325" y="1500600"/>
              <a:ext cx="3775" cy="50775"/>
            </a:xfrm>
            <a:custGeom>
              <a:avLst/>
              <a:gdLst/>
              <a:ahLst/>
              <a:cxnLst/>
              <a:rect l="l" t="t" r="r" b="b"/>
              <a:pathLst>
                <a:path w="151" h="2031" extrusionOk="0">
                  <a:moveTo>
                    <a:pt x="0" y="1"/>
                  </a:moveTo>
                  <a:lnTo>
                    <a:pt x="0" y="2031"/>
                  </a:lnTo>
                  <a:lnTo>
                    <a:pt x="150" y="2031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4" name="Google Shape;634;p32"/>
            <p:cNvSpPr/>
            <p:nvPr/>
          </p:nvSpPr>
          <p:spPr>
            <a:xfrm>
              <a:off x="4755350" y="1500600"/>
              <a:ext cx="3800" cy="50775"/>
            </a:xfrm>
            <a:custGeom>
              <a:avLst/>
              <a:gdLst/>
              <a:ahLst/>
              <a:cxnLst/>
              <a:rect l="l" t="t" r="r" b="b"/>
              <a:pathLst>
                <a:path w="152" h="2031" extrusionOk="0">
                  <a:moveTo>
                    <a:pt x="1" y="1"/>
                  </a:moveTo>
                  <a:lnTo>
                    <a:pt x="1" y="2031"/>
                  </a:lnTo>
                  <a:lnTo>
                    <a:pt x="151" y="2031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5" name="Google Shape;635;p32"/>
            <p:cNvSpPr/>
            <p:nvPr/>
          </p:nvSpPr>
          <p:spPr>
            <a:xfrm>
              <a:off x="4736500" y="1500600"/>
              <a:ext cx="3775" cy="50775"/>
            </a:xfrm>
            <a:custGeom>
              <a:avLst/>
              <a:gdLst/>
              <a:ahLst/>
              <a:cxnLst/>
              <a:rect l="l" t="t" r="r" b="b"/>
              <a:pathLst>
                <a:path w="151" h="2031" extrusionOk="0">
                  <a:moveTo>
                    <a:pt x="0" y="1"/>
                  </a:moveTo>
                  <a:lnTo>
                    <a:pt x="0" y="2031"/>
                  </a:lnTo>
                  <a:lnTo>
                    <a:pt x="151" y="2031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6" name="Google Shape;636;p32"/>
            <p:cNvSpPr/>
            <p:nvPr/>
          </p:nvSpPr>
          <p:spPr>
            <a:xfrm>
              <a:off x="4764575" y="1500600"/>
              <a:ext cx="3775" cy="50775"/>
            </a:xfrm>
            <a:custGeom>
              <a:avLst/>
              <a:gdLst/>
              <a:ahLst/>
              <a:cxnLst/>
              <a:rect l="l" t="t" r="r" b="b"/>
              <a:pathLst>
                <a:path w="151" h="2031" extrusionOk="0">
                  <a:moveTo>
                    <a:pt x="0" y="1"/>
                  </a:moveTo>
                  <a:lnTo>
                    <a:pt x="0" y="2031"/>
                  </a:lnTo>
                  <a:lnTo>
                    <a:pt x="151" y="2031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7" name="Google Shape;637;p32"/>
            <p:cNvSpPr/>
            <p:nvPr/>
          </p:nvSpPr>
          <p:spPr>
            <a:xfrm>
              <a:off x="4810525" y="1175150"/>
              <a:ext cx="4875" cy="1430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8" name="Google Shape;638;p32"/>
            <p:cNvSpPr/>
            <p:nvPr/>
          </p:nvSpPr>
          <p:spPr>
            <a:xfrm>
              <a:off x="4836350" y="1175150"/>
              <a:ext cx="4875" cy="1430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9" name="Google Shape;639;p32"/>
            <p:cNvSpPr/>
            <p:nvPr/>
          </p:nvSpPr>
          <p:spPr>
            <a:xfrm>
              <a:off x="4849150" y="1175150"/>
              <a:ext cx="4900" cy="1430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0" name="Google Shape;640;p32"/>
            <p:cNvSpPr/>
            <p:nvPr/>
          </p:nvSpPr>
          <p:spPr>
            <a:xfrm>
              <a:off x="4862000" y="1175150"/>
              <a:ext cx="4875" cy="1430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1" name="Google Shape;641;p32"/>
            <p:cNvSpPr/>
            <p:nvPr/>
          </p:nvSpPr>
          <p:spPr>
            <a:xfrm>
              <a:off x="4875700" y="1175150"/>
              <a:ext cx="4900" cy="1430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2" name="Google Shape;642;p32"/>
            <p:cNvSpPr/>
            <p:nvPr/>
          </p:nvSpPr>
          <p:spPr>
            <a:xfrm>
              <a:off x="4885925" y="1175150"/>
              <a:ext cx="4900" cy="1430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3" name="Google Shape;643;p32"/>
            <p:cNvSpPr/>
            <p:nvPr/>
          </p:nvSpPr>
          <p:spPr>
            <a:xfrm>
              <a:off x="4927400" y="1175150"/>
              <a:ext cx="4850" cy="14300"/>
            </a:xfrm>
            <a:custGeom>
              <a:avLst/>
              <a:gdLst/>
              <a:ahLst/>
              <a:cxnLst/>
              <a:rect l="l" t="t" r="r" b="b"/>
              <a:pathLst>
                <a:path w="194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4" y="571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4" name="Google Shape;644;p32"/>
            <p:cNvSpPr/>
            <p:nvPr/>
          </p:nvSpPr>
          <p:spPr>
            <a:xfrm>
              <a:off x="4902975" y="1175150"/>
              <a:ext cx="4900" cy="1430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5" name="Google Shape;645;p32"/>
            <p:cNvSpPr/>
            <p:nvPr/>
          </p:nvSpPr>
          <p:spPr>
            <a:xfrm>
              <a:off x="4939300" y="1175150"/>
              <a:ext cx="4900" cy="1430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6" name="Google Shape;646;p32"/>
            <p:cNvSpPr/>
            <p:nvPr/>
          </p:nvSpPr>
          <p:spPr>
            <a:xfrm>
              <a:off x="4998925" y="1201400"/>
              <a:ext cx="10125" cy="10125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1" y="0"/>
                    <a:pt x="0" y="91"/>
                    <a:pt x="0" y="202"/>
                  </a:cubicBezTo>
                  <a:cubicBezTo>
                    <a:pt x="0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2"/>
                  </a:cubicBezTo>
                  <a:cubicBezTo>
                    <a:pt x="405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7" name="Google Shape;647;p32"/>
            <p:cNvSpPr/>
            <p:nvPr/>
          </p:nvSpPr>
          <p:spPr>
            <a:xfrm>
              <a:off x="4982225" y="1219700"/>
              <a:ext cx="10125" cy="10125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0" y="0"/>
                    <a:pt x="0" y="91"/>
                    <a:pt x="0" y="202"/>
                  </a:cubicBezTo>
                  <a:cubicBezTo>
                    <a:pt x="0" y="314"/>
                    <a:pt x="90" y="404"/>
                    <a:pt x="202" y="404"/>
                  </a:cubicBezTo>
                  <a:cubicBezTo>
                    <a:pt x="314" y="404"/>
                    <a:pt x="405" y="314"/>
                    <a:pt x="405" y="202"/>
                  </a:cubicBezTo>
                  <a:cubicBezTo>
                    <a:pt x="405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8" name="Google Shape;648;p32"/>
            <p:cNvSpPr/>
            <p:nvPr/>
          </p:nvSpPr>
          <p:spPr>
            <a:xfrm>
              <a:off x="4967700" y="1237975"/>
              <a:ext cx="10125" cy="10150"/>
            </a:xfrm>
            <a:custGeom>
              <a:avLst/>
              <a:gdLst/>
              <a:ahLst/>
              <a:cxnLst/>
              <a:rect l="l" t="t" r="r" b="b"/>
              <a:pathLst>
                <a:path w="405" h="406" extrusionOk="0">
                  <a:moveTo>
                    <a:pt x="202" y="1"/>
                  </a:moveTo>
                  <a:cubicBezTo>
                    <a:pt x="91" y="1"/>
                    <a:pt x="1" y="92"/>
                    <a:pt x="1" y="203"/>
                  </a:cubicBezTo>
                  <a:cubicBezTo>
                    <a:pt x="1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3"/>
                  </a:cubicBezTo>
                  <a:cubicBezTo>
                    <a:pt x="405" y="92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9" name="Google Shape;649;p32"/>
            <p:cNvSpPr/>
            <p:nvPr/>
          </p:nvSpPr>
          <p:spPr>
            <a:xfrm>
              <a:off x="4948825" y="1256275"/>
              <a:ext cx="10100" cy="10125"/>
            </a:xfrm>
            <a:custGeom>
              <a:avLst/>
              <a:gdLst/>
              <a:ahLst/>
              <a:cxnLst/>
              <a:rect l="l" t="t" r="r" b="b"/>
              <a:pathLst>
                <a:path w="404" h="405" extrusionOk="0">
                  <a:moveTo>
                    <a:pt x="202" y="1"/>
                  </a:moveTo>
                  <a:cubicBezTo>
                    <a:pt x="90" y="1"/>
                    <a:pt x="0" y="91"/>
                    <a:pt x="0" y="202"/>
                  </a:cubicBezTo>
                  <a:cubicBezTo>
                    <a:pt x="0" y="314"/>
                    <a:pt x="90" y="405"/>
                    <a:pt x="202" y="405"/>
                  </a:cubicBezTo>
                  <a:cubicBezTo>
                    <a:pt x="314" y="405"/>
                    <a:pt x="404" y="314"/>
                    <a:pt x="404" y="202"/>
                  </a:cubicBezTo>
                  <a:cubicBezTo>
                    <a:pt x="404" y="91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0" name="Google Shape;650;p32"/>
            <p:cNvSpPr/>
            <p:nvPr/>
          </p:nvSpPr>
          <p:spPr>
            <a:xfrm>
              <a:off x="4679950" y="1284400"/>
              <a:ext cx="10125" cy="10125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0" y="0"/>
                    <a:pt x="0" y="91"/>
                    <a:pt x="0" y="203"/>
                  </a:cubicBezTo>
                  <a:cubicBezTo>
                    <a:pt x="0" y="314"/>
                    <a:pt x="90" y="404"/>
                    <a:pt x="202" y="404"/>
                  </a:cubicBezTo>
                  <a:cubicBezTo>
                    <a:pt x="314" y="404"/>
                    <a:pt x="404" y="314"/>
                    <a:pt x="404" y="203"/>
                  </a:cubicBezTo>
                  <a:cubicBezTo>
                    <a:pt x="404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1" name="Google Shape;651;p32"/>
            <p:cNvSpPr/>
            <p:nvPr/>
          </p:nvSpPr>
          <p:spPr>
            <a:xfrm>
              <a:off x="4698775" y="1283375"/>
              <a:ext cx="12125" cy="12150"/>
            </a:xfrm>
            <a:custGeom>
              <a:avLst/>
              <a:gdLst/>
              <a:ahLst/>
              <a:cxnLst/>
              <a:rect l="l" t="t" r="r" b="b"/>
              <a:pathLst>
                <a:path w="485" h="486" extrusionOk="0">
                  <a:moveTo>
                    <a:pt x="243" y="81"/>
                  </a:moveTo>
                  <a:cubicBezTo>
                    <a:pt x="332" y="81"/>
                    <a:pt x="404" y="154"/>
                    <a:pt x="404" y="244"/>
                  </a:cubicBezTo>
                  <a:cubicBezTo>
                    <a:pt x="404" y="333"/>
                    <a:pt x="332" y="405"/>
                    <a:pt x="243" y="405"/>
                  </a:cubicBezTo>
                  <a:cubicBezTo>
                    <a:pt x="153" y="405"/>
                    <a:pt x="80" y="333"/>
                    <a:pt x="80" y="244"/>
                  </a:cubicBezTo>
                  <a:cubicBezTo>
                    <a:pt x="80" y="154"/>
                    <a:pt x="153" y="81"/>
                    <a:pt x="243" y="81"/>
                  </a:cubicBezTo>
                  <a:close/>
                  <a:moveTo>
                    <a:pt x="243" y="1"/>
                  </a:moveTo>
                  <a:cubicBezTo>
                    <a:pt x="109" y="1"/>
                    <a:pt x="1" y="110"/>
                    <a:pt x="1" y="244"/>
                  </a:cubicBezTo>
                  <a:cubicBezTo>
                    <a:pt x="1" y="376"/>
                    <a:pt x="109" y="486"/>
                    <a:pt x="243" y="486"/>
                  </a:cubicBezTo>
                  <a:cubicBezTo>
                    <a:pt x="376" y="486"/>
                    <a:pt x="484" y="376"/>
                    <a:pt x="484" y="244"/>
                  </a:cubicBezTo>
                  <a:cubicBezTo>
                    <a:pt x="484" y="110"/>
                    <a:pt x="376" y="1"/>
                    <a:pt x="2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2" name="Google Shape;652;p32"/>
            <p:cNvSpPr/>
            <p:nvPr/>
          </p:nvSpPr>
          <p:spPr>
            <a:xfrm>
              <a:off x="4719600" y="1284400"/>
              <a:ext cx="10125" cy="10125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1" y="0"/>
                    <a:pt x="1" y="91"/>
                    <a:pt x="1" y="203"/>
                  </a:cubicBezTo>
                  <a:cubicBezTo>
                    <a:pt x="1" y="314"/>
                    <a:pt x="91" y="404"/>
                    <a:pt x="202" y="404"/>
                  </a:cubicBezTo>
                  <a:cubicBezTo>
                    <a:pt x="314" y="404"/>
                    <a:pt x="405" y="314"/>
                    <a:pt x="405" y="203"/>
                  </a:cubicBezTo>
                  <a:cubicBezTo>
                    <a:pt x="405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3" name="Google Shape;653;p32"/>
            <p:cNvSpPr/>
            <p:nvPr/>
          </p:nvSpPr>
          <p:spPr>
            <a:xfrm>
              <a:off x="4739425" y="1284400"/>
              <a:ext cx="10125" cy="10125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3" y="0"/>
                  </a:moveTo>
                  <a:cubicBezTo>
                    <a:pt x="91" y="0"/>
                    <a:pt x="0" y="91"/>
                    <a:pt x="0" y="203"/>
                  </a:cubicBezTo>
                  <a:cubicBezTo>
                    <a:pt x="0" y="314"/>
                    <a:pt x="91" y="404"/>
                    <a:pt x="203" y="404"/>
                  </a:cubicBezTo>
                  <a:cubicBezTo>
                    <a:pt x="315" y="404"/>
                    <a:pt x="405" y="314"/>
                    <a:pt x="405" y="203"/>
                  </a:cubicBezTo>
                  <a:cubicBezTo>
                    <a:pt x="405" y="91"/>
                    <a:pt x="315" y="0"/>
                    <a:pt x="2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4" name="Google Shape;654;p32"/>
            <p:cNvSpPr/>
            <p:nvPr/>
          </p:nvSpPr>
          <p:spPr>
            <a:xfrm>
              <a:off x="4759275" y="1284400"/>
              <a:ext cx="10125" cy="10125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1" y="0"/>
                    <a:pt x="0" y="91"/>
                    <a:pt x="0" y="203"/>
                  </a:cubicBezTo>
                  <a:cubicBezTo>
                    <a:pt x="0" y="314"/>
                    <a:pt x="91" y="404"/>
                    <a:pt x="202" y="404"/>
                  </a:cubicBezTo>
                  <a:cubicBezTo>
                    <a:pt x="314" y="404"/>
                    <a:pt x="404" y="314"/>
                    <a:pt x="404" y="203"/>
                  </a:cubicBezTo>
                  <a:cubicBezTo>
                    <a:pt x="404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5" name="Google Shape;655;p32"/>
            <p:cNvSpPr/>
            <p:nvPr/>
          </p:nvSpPr>
          <p:spPr>
            <a:xfrm>
              <a:off x="4779075" y="1284400"/>
              <a:ext cx="10150" cy="10125"/>
            </a:xfrm>
            <a:custGeom>
              <a:avLst/>
              <a:gdLst/>
              <a:ahLst/>
              <a:cxnLst/>
              <a:rect l="l" t="t" r="r" b="b"/>
              <a:pathLst>
                <a:path w="406" h="405" extrusionOk="0">
                  <a:moveTo>
                    <a:pt x="204" y="0"/>
                  </a:moveTo>
                  <a:cubicBezTo>
                    <a:pt x="92" y="0"/>
                    <a:pt x="1" y="91"/>
                    <a:pt x="1" y="203"/>
                  </a:cubicBezTo>
                  <a:cubicBezTo>
                    <a:pt x="1" y="314"/>
                    <a:pt x="92" y="404"/>
                    <a:pt x="204" y="404"/>
                  </a:cubicBezTo>
                  <a:cubicBezTo>
                    <a:pt x="315" y="404"/>
                    <a:pt x="405" y="314"/>
                    <a:pt x="405" y="203"/>
                  </a:cubicBezTo>
                  <a:cubicBezTo>
                    <a:pt x="405" y="91"/>
                    <a:pt x="315" y="0"/>
                    <a:pt x="2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6" name="Google Shape;656;p32"/>
            <p:cNvSpPr/>
            <p:nvPr/>
          </p:nvSpPr>
          <p:spPr>
            <a:xfrm>
              <a:off x="4964475" y="1401650"/>
              <a:ext cx="10125" cy="10125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1"/>
                  </a:moveTo>
                  <a:cubicBezTo>
                    <a:pt x="90" y="1"/>
                    <a:pt x="0" y="91"/>
                    <a:pt x="0" y="202"/>
                  </a:cubicBezTo>
                  <a:cubicBezTo>
                    <a:pt x="0" y="314"/>
                    <a:pt x="90" y="405"/>
                    <a:pt x="202" y="405"/>
                  </a:cubicBezTo>
                  <a:cubicBezTo>
                    <a:pt x="314" y="405"/>
                    <a:pt x="405" y="314"/>
                    <a:pt x="405" y="202"/>
                  </a:cubicBezTo>
                  <a:cubicBezTo>
                    <a:pt x="405" y="91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7" name="Google Shape;657;p32"/>
            <p:cNvSpPr/>
            <p:nvPr/>
          </p:nvSpPr>
          <p:spPr>
            <a:xfrm>
              <a:off x="4983300" y="1400650"/>
              <a:ext cx="12125" cy="12125"/>
            </a:xfrm>
            <a:custGeom>
              <a:avLst/>
              <a:gdLst/>
              <a:ahLst/>
              <a:cxnLst/>
              <a:rect l="l" t="t" r="r" b="b"/>
              <a:pathLst>
                <a:path w="485" h="485" extrusionOk="0">
                  <a:moveTo>
                    <a:pt x="243" y="81"/>
                  </a:moveTo>
                  <a:cubicBezTo>
                    <a:pt x="332" y="81"/>
                    <a:pt x="404" y="153"/>
                    <a:pt x="404" y="242"/>
                  </a:cubicBezTo>
                  <a:cubicBezTo>
                    <a:pt x="404" y="332"/>
                    <a:pt x="332" y="405"/>
                    <a:pt x="243" y="405"/>
                  </a:cubicBezTo>
                  <a:cubicBezTo>
                    <a:pt x="153" y="405"/>
                    <a:pt x="80" y="332"/>
                    <a:pt x="80" y="242"/>
                  </a:cubicBezTo>
                  <a:cubicBezTo>
                    <a:pt x="80" y="153"/>
                    <a:pt x="153" y="81"/>
                    <a:pt x="243" y="81"/>
                  </a:cubicBezTo>
                  <a:close/>
                  <a:moveTo>
                    <a:pt x="243" y="0"/>
                  </a:moveTo>
                  <a:cubicBezTo>
                    <a:pt x="109" y="0"/>
                    <a:pt x="1" y="109"/>
                    <a:pt x="1" y="242"/>
                  </a:cubicBezTo>
                  <a:cubicBezTo>
                    <a:pt x="1" y="376"/>
                    <a:pt x="109" y="484"/>
                    <a:pt x="243" y="484"/>
                  </a:cubicBezTo>
                  <a:cubicBezTo>
                    <a:pt x="376" y="484"/>
                    <a:pt x="485" y="376"/>
                    <a:pt x="485" y="242"/>
                  </a:cubicBezTo>
                  <a:cubicBezTo>
                    <a:pt x="485" y="109"/>
                    <a:pt x="376" y="0"/>
                    <a:pt x="2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8" name="Google Shape;658;p32"/>
            <p:cNvSpPr/>
            <p:nvPr/>
          </p:nvSpPr>
          <p:spPr>
            <a:xfrm>
              <a:off x="5004125" y="1401650"/>
              <a:ext cx="10150" cy="10125"/>
            </a:xfrm>
            <a:custGeom>
              <a:avLst/>
              <a:gdLst/>
              <a:ahLst/>
              <a:cxnLst/>
              <a:rect l="l" t="t" r="r" b="b"/>
              <a:pathLst>
                <a:path w="406" h="405" extrusionOk="0">
                  <a:moveTo>
                    <a:pt x="203" y="1"/>
                  </a:moveTo>
                  <a:cubicBezTo>
                    <a:pt x="91" y="1"/>
                    <a:pt x="1" y="91"/>
                    <a:pt x="1" y="202"/>
                  </a:cubicBezTo>
                  <a:cubicBezTo>
                    <a:pt x="1" y="314"/>
                    <a:pt x="91" y="405"/>
                    <a:pt x="203" y="405"/>
                  </a:cubicBezTo>
                  <a:cubicBezTo>
                    <a:pt x="314" y="405"/>
                    <a:pt x="405" y="314"/>
                    <a:pt x="405" y="202"/>
                  </a:cubicBezTo>
                  <a:cubicBezTo>
                    <a:pt x="405" y="91"/>
                    <a:pt x="314" y="1"/>
                    <a:pt x="2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9" name="Google Shape;659;p32"/>
            <p:cNvSpPr/>
            <p:nvPr/>
          </p:nvSpPr>
          <p:spPr>
            <a:xfrm>
              <a:off x="5023950" y="1401650"/>
              <a:ext cx="10150" cy="10125"/>
            </a:xfrm>
            <a:custGeom>
              <a:avLst/>
              <a:gdLst/>
              <a:ahLst/>
              <a:cxnLst/>
              <a:rect l="l" t="t" r="r" b="b"/>
              <a:pathLst>
                <a:path w="406" h="405" extrusionOk="0">
                  <a:moveTo>
                    <a:pt x="203" y="1"/>
                  </a:moveTo>
                  <a:cubicBezTo>
                    <a:pt x="92" y="1"/>
                    <a:pt x="1" y="91"/>
                    <a:pt x="1" y="202"/>
                  </a:cubicBezTo>
                  <a:cubicBezTo>
                    <a:pt x="1" y="314"/>
                    <a:pt x="92" y="405"/>
                    <a:pt x="203" y="405"/>
                  </a:cubicBezTo>
                  <a:cubicBezTo>
                    <a:pt x="315" y="405"/>
                    <a:pt x="405" y="314"/>
                    <a:pt x="405" y="202"/>
                  </a:cubicBezTo>
                  <a:cubicBezTo>
                    <a:pt x="405" y="91"/>
                    <a:pt x="315" y="1"/>
                    <a:pt x="2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0" name="Google Shape;660;p32"/>
            <p:cNvSpPr/>
            <p:nvPr/>
          </p:nvSpPr>
          <p:spPr>
            <a:xfrm>
              <a:off x="5042800" y="1400650"/>
              <a:ext cx="12100" cy="12125"/>
            </a:xfrm>
            <a:custGeom>
              <a:avLst/>
              <a:gdLst/>
              <a:ahLst/>
              <a:cxnLst/>
              <a:rect l="l" t="t" r="r" b="b"/>
              <a:pathLst>
                <a:path w="484" h="485" extrusionOk="0">
                  <a:moveTo>
                    <a:pt x="242" y="81"/>
                  </a:moveTo>
                  <a:cubicBezTo>
                    <a:pt x="332" y="81"/>
                    <a:pt x="405" y="153"/>
                    <a:pt x="405" y="242"/>
                  </a:cubicBezTo>
                  <a:cubicBezTo>
                    <a:pt x="405" y="332"/>
                    <a:pt x="332" y="405"/>
                    <a:pt x="242" y="405"/>
                  </a:cubicBezTo>
                  <a:cubicBezTo>
                    <a:pt x="153" y="405"/>
                    <a:pt x="81" y="332"/>
                    <a:pt x="81" y="242"/>
                  </a:cubicBezTo>
                  <a:cubicBezTo>
                    <a:pt x="81" y="153"/>
                    <a:pt x="153" y="81"/>
                    <a:pt x="242" y="81"/>
                  </a:cubicBezTo>
                  <a:close/>
                  <a:moveTo>
                    <a:pt x="242" y="0"/>
                  </a:moveTo>
                  <a:cubicBezTo>
                    <a:pt x="109" y="0"/>
                    <a:pt x="0" y="109"/>
                    <a:pt x="0" y="242"/>
                  </a:cubicBezTo>
                  <a:cubicBezTo>
                    <a:pt x="0" y="376"/>
                    <a:pt x="109" y="484"/>
                    <a:pt x="242" y="484"/>
                  </a:cubicBezTo>
                  <a:cubicBezTo>
                    <a:pt x="376" y="484"/>
                    <a:pt x="484" y="376"/>
                    <a:pt x="484" y="242"/>
                  </a:cubicBezTo>
                  <a:cubicBezTo>
                    <a:pt x="484" y="109"/>
                    <a:pt x="376" y="0"/>
                    <a:pt x="2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1" name="Google Shape;661;p32"/>
            <p:cNvSpPr/>
            <p:nvPr/>
          </p:nvSpPr>
          <p:spPr>
            <a:xfrm>
              <a:off x="5062625" y="1400650"/>
              <a:ext cx="12125" cy="12125"/>
            </a:xfrm>
            <a:custGeom>
              <a:avLst/>
              <a:gdLst/>
              <a:ahLst/>
              <a:cxnLst/>
              <a:rect l="l" t="t" r="r" b="b"/>
              <a:pathLst>
                <a:path w="485" h="485" extrusionOk="0">
                  <a:moveTo>
                    <a:pt x="243" y="81"/>
                  </a:moveTo>
                  <a:cubicBezTo>
                    <a:pt x="332" y="81"/>
                    <a:pt x="404" y="153"/>
                    <a:pt x="404" y="242"/>
                  </a:cubicBezTo>
                  <a:cubicBezTo>
                    <a:pt x="404" y="332"/>
                    <a:pt x="332" y="405"/>
                    <a:pt x="243" y="405"/>
                  </a:cubicBezTo>
                  <a:cubicBezTo>
                    <a:pt x="153" y="405"/>
                    <a:pt x="80" y="332"/>
                    <a:pt x="80" y="242"/>
                  </a:cubicBezTo>
                  <a:cubicBezTo>
                    <a:pt x="80" y="153"/>
                    <a:pt x="153" y="81"/>
                    <a:pt x="243" y="81"/>
                  </a:cubicBezTo>
                  <a:close/>
                  <a:moveTo>
                    <a:pt x="243" y="0"/>
                  </a:moveTo>
                  <a:cubicBezTo>
                    <a:pt x="109" y="0"/>
                    <a:pt x="1" y="109"/>
                    <a:pt x="1" y="242"/>
                  </a:cubicBezTo>
                  <a:cubicBezTo>
                    <a:pt x="1" y="376"/>
                    <a:pt x="109" y="484"/>
                    <a:pt x="243" y="484"/>
                  </a:cubicBezTo>
                  <a:cubicBezTo>
                    <a:pt x="376" y="484"/>
                    <a:pt x="485" y="376"/>
                    <a:pt x="485" y="242"/>
                  </a:cubicBezTo>
                  <a:cubicBezTo>
                    <a:pt x="485" y="109"/>
                    <a:pt x="376" y="0"/>
                    <a:pt x="2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2" name="Google Shape;662;p32"/>
            <p:cNvSpPr/>
            <p:nvPr/>
          </p:nvSpPr>
          <p:spPr>
            <a:xfrm>
              <a:off x="4739075" y="1675150"/>
              <a:ext cx="10125" cy="10100"/>
            </a:xfrm>
            <a:custGeom>
              <a:avLst/>
              <a:gdLst/>
              <a:ahLst/>
              <a:cxnLst/>
              <a:rect l="l" t="t" r="r" b="b"/>
              <a:pathLst>
                <a:path w="405" h="404" extrusionOk="0">
                  <a:moveTo>
                    <a:pt x="203" y="0"/>
                  </a:moveTo>
                  <a:cubicBezTo>
                    <a:pt x="91" y="0"/>
                    <a:pt x="1" y="90"/>
                    <a:pt x="1" y="202"/>
                  </a:cubicBezTo>
                  <a:cubicBezTo>
                    <a:pt x="1" y="314"/>
                    <a:pt x="91" y="404"/>
                    <a:pt x="203" y="404"/>
                  </a:cubicBezTo>
                  <a:cubicBezTo>
                    <a:pt x="314" y="404"/>
                    <a:pt x="405" y="314"/>
                    <a:pt x="405" y="202"/>
                  </a:cubicBezTo>
                  <a:cubicBezTo>
                    <a:pt x="405" y="90"/>
                    <a:pt x="314" y="0"/>
                    <a:pt x="2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3" name="Google Shape;663;p32"/>
            <p:cNvSpPr/>
            <p:nvPr/>
          </p:nvSpPr>
          <p:spPr>
            <a:xfrm>
              <a:off x="4757925" y="1674125"/>
              <a:ext cx="12100" cy="12125"/>
            </a:xfrm>
            <a:custGeom>
              <a:avLst/>
              <a:gdLst/>
              <a:ahLst/>
              <a:cxnLst/>
              <a:rect l="l" t="t" r="r" b="b"/>
              <a:pathLst>
                <a:path w="484" h="485" extrusionOk="0">
                  <a:moveTo>
                    <a:pt x="242" y="80"/>
                  </a:moveTo>
                  <a:cubicBezTo>
                    <a:pt x="331" y="80"/>
                    <a:pt x="404" y="154"/>
                    <a:pt x="404" y="243"/>
                  </a:cubicBezTo>
                  <a:cubicBezTo>
                    <a:pt x="404" y="332"/>
                    <a:pt x="331" y="405"/>
                    <a:pt x="242" y="405"/>
                  </a:cubicBezTo>
                  <a:cubicBezTo>
                    <a:pt x="153" y="405"/>
                    <a:pt x="79" y="332"/>
                    <a:pt x="79" y="243"/>
                  </a:cubicBezTo>
                  <a:cubicBezTo>
                    <a:pt x="79" y="154"/>
                    <a:pt x="153" y="80"/>
                    <a:pt x="242" y="80"/>
                  </a:cubicBezTo>
                  <a:close/>
                  <a:moveTo>
                    <a:pt x="242" y="1"/>
                  </a:moveTo>
                  <a:cubicBezTo>
                    <a:pt x="108" y="1"/>
                    <a:pt x="0" y="109"/>
                    <a:pt x="0" y="243"/>
                  </a:cubicBezTo>
                  <a:cubicBezTo>
                    <a:pt x="0" y="376"/>
                    <a:pt x="108" y="485"/>
                    <a:pt x="242" y="485"/>
                  </a:cubicBezTo>
                  <a:cubicBezTo>
                    <a:pt x="375" y="485"/>
                    <a:pt x="484" y="376"/>
                    <a:pt x="484" y="243"/>
                  </a:cubicBezTo>
                  <a:cubicBezTo>
                    <a:pt x="484" y="109"/>
                    <a:pt x="375" y="1"/>
                    <a:pt x="2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4" name="Google Shape;664;p32"/>
            <p:cNvSpPr/>
            <p:nvPr/>
          </p:nvSpPr>
          <p:spPr>
            <a:xfrm>
              <a:off x="4777725" y="1674125"/>
              <a:ext cx="12150" cy="12125"/>
            </a:xfrm>
            <a:custGeom>
              <a:avLst/>
              <a:gdLst/>
              <a:ahLst/>
              <a:cxnLst/>
              <a:rect l="l" t="t" r="r" b="b"/>
              <a:pathLst>
                <a:path w="486" h="485" extrusionOk="0">
                  <a:moveTo>
                    <a:pt x="244" y="80"/>
                  </a:moveTo>
                  <a:cubicBezTo>
                    <a:pt x="333" y="80"/>
                    <a:pt x="405" y="154"/>
                    <a:pt x="405" y="243"/>
                  </a:cubicBezTo>
                  <a:cubicBezTo>
                    <a:pt x="405" y="332"/>
                    <a:pt x="333" y="405"/>
                    <a:pt x="244" y="405"/>
                  </a:cubicBezTo>
                  <a:cubicBezTo>
                    <a:pt x="154" y="405"/>
                    <a:pt x="81" y="332"/>
                    <a:pt x="81" y="243"/>
                  </a:cubicBezTo>
                  <a:cubicBezTo>
                    <a:pt x="81" y="154"/>
                    <a:pt x="154" y="80"/>
                    <a:pt x="244" y="80"/>
                  </a:cubicBezTo>
                  <a:close/>
                  <a:moveTo>
                    <a:pt x="244" y="1"/>
                  </a:moveTo>
                  <a:cubicBezTo>
                    <a:pt x="110" y="1"/>
                    <a:pt x="1" y="109"/>
                    <a:pt x="1" y="243"/>
                  </a:cubicBezTo>
                  <a:cubicBezTo>
                    <a:pt x="1" y="376"/>
                    <a:pt x="110" y="485"/>
                    <a:pt x="244" y="485"/>
                  </a:cubicBezTo>
                  <a:cubicBezTo>
                    <a:pt x="376" y="485"/>
                    <a:pt x="485" y="376"/>
                    <a:pt x="485" y="243"/>
                  </a:cubicBezTo>
                  <a:cubicBezTo>
                    <a:pt x="485" y="109"/>
                    <a:pt x="376" y="1"/>
                    <a:pt x="2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5" name="Google Shape;665;p32"/>
            <p:cNvSpPr/>
            <p:nvPr/>
          </p:nvSpPr>
          <p:spPr>
            <a:xfrm>
              <a:off x="4798575" y="1675150"/>
              <a:ext cx="10125" cy="10100"/>
            </a:xfrm>
            <a:custGeom>
              <a:avLst/>
              <a:gdLst/>
              <a:ahLst/>
              <a:cxnLst/>
              <a:rect l="l" t="t" r="r" b="b"/>
              <a:pathLst>
                <a:path w="405" h="404" extrusionOk="0">
                  <a:moveTo>
                    <a:pt x="202" y="0"/>
                  </a:moveTo>
                  <a:cubicBezTo>
                    <a:pt x="91" y="0"/>
                    <a:pt x="1" y="90"/>
                    <a:pt x="1" y="202"/>
                  </a:cubicBezTo>
                  <a:cubicBezTo>
                    <a:pt x="1" y="314"/>
                    <a:pt x="91" y="404"/>
                    <a:pt x="202" y="404"/>
                  </a:cubicBezTo>
                  <a:cubicBezTo>
                    <a:pt x="314" y="404"/>
                    <a:pt x="404" y="314"/>
                    <a:pt x="404" y="202"/>
                  </a:cubicBezTo>
                  <a:cubicBezTo>
                    <a:pt x="404" y="90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6" name="Google Shape;666;p32"/>
            <p:cNvSpPr/>
            <p:nvPr/>
          </p:nvSpPr>
          <p:spPr>
            <a:xfrm>
              <a:off x="4817400" y="1674125"/>
              <a:ext cx="12125" cy="12125"/>
            </a:xfrm>
            <a:custGeom>
              <a:avLst/>
              <a:gdLst/>
              <a:ahLst/>
              <a:cxnLst/>
              <a:rect l="l" t="t" r="r" b="b"/>
              <a:pathLst>
                <a:path w="485" h="485" extrusionOk="0">
                  <a:moveTo>
                    <a:pt x="243" y="80"/>
                  </a:moveTo>
                  <a:cubicBezTo>
                    <a:pt x="332" y="80"/>
                    <a:pt x="405" y="154"/>
                    <a:pt x="405" y="243"/>
                  </a:cubicBezTo>
                  <a:cubicBezTo>
                    <a:pt x="405" y="332"/>
                    <a:pt x="332" y="405"/>
                    <a:pt x="243" y="405"/>
                  </a:cubicBezTo>
                  <a:cubicBezTo>
                    <a:pt x="153" y="405"/>
                    <a:pt x="81" y="332"/>
                    <a:pt x="81" y="243"/>
                  </a:cubicBezTo>
                  <a:cubicBezTo>
                    <a:pt x="81" y="154"/>
                    <a:pt x="153" y="80"/>
                    <a:pt x="243" y="80"/>
                  </a:cubicBezTo>
                  <a:close/>
                  <a:moveTo>
                    <a:pt x="243" y="1"/>
                  </a:moveTo>
                  <a:cubicBezTo>
                    <a:pt x="109" y="1"/>
                    <a:pt x="0" y="109"/>
                    <a:pt x="0" y="243"/>
                  </a:cubicBezTo>
                  <a:cubicBezTo>
                    <a:pt x="0" y="376"/>
                    <a:pt x="109" y="485"/>
                    <a:pt x="243" y="485"/>
                  </a:cubicBezTo>
                  <a:cubicBezTo>
                    <a:pt x="376" y="485"/>
                    <a:pt x="485" y="376"/>
                    <a:pt x="485" y="243"/>
                  </a:cubicBezTo>
                  <a:cubicBezTo>
                    <a:pt x="485" y="109"/>
                    <a:pt x="376" y="1"/>
                    <a:pt x="2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7" name="Google Shape;667;p32"/>
            <p:cNvSpPr/>
            <p:nvPr/>
          </p:nvSpPr>
          <p:spPr>
            <a:xfrm>
              <a:off x="4838250" y="1675150"/>
              <a:ext cx="10125" cy="10100"/>
            </a:xfrm>
            <a:custGeom>
              <a:avLst/>
              <a:gdLst/>
              <a:ahLst/>
              <a:cxnLst/>
              <a:rect l="l" t="t" r="r" b="b"/>
              <a:pathLst>
                <a:path w="405" h="404" extrusionOk="0">
                  <a:moveTo>
                    <a:pt x="202" y="0"/>
                  </a:moveTo>
                  <a:cubicBezTo>
                    <a:pt x="90" y="0"/>
                    <a:pt x="0" y="90"/>
                    <a:pt x="0" y="202"/>
                  </a:cubicBezTo>
                  <a:cubicBezTo>
                    <a:pt x="0" y="314"/>
                    <a:pt x="90" y="404"/>
                    <a:pt x="202" y="404"/>
                  </a:cubicBezTo>
                  <a:cubicBezTo>
                    <a:pt x="314" y="404"/>
                    <a:pt x="404" y="314"/>
                    <a:pt x="404" y="202"/>
                  </a:cubicBezTo>
                  <a:cubicBezTo>
                    <a:pt x="404" y="90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8" name="Google Shape;668;p32"/>
            <p:cNvSpPr/>
            <p:nvPr/>
          </p:nvSpPr>
          <p:spPr>
            <a:xfrm>
              <a:off x="4648675" y="1343400"/>
              <a:ext cx="720050" cy="40975"/>
            </a:xfrm>
            <a:custGeom>
              <a:avLst/>
              <a:gdLst/>
              <a:ahLst/>
              <a:cxnLst/>
              <a:rect l="l" t="t" r="r" b="b"/>
              <a:pathLst>
                <a:path w="28802" h="1639" extrusionOk="0">
                  <a:moveTo>
                    <a:pt x="26073" y="0"/>
                  </a:moveTo>
                  <a:lnTo>
                    <a:pt x="24516" y="1558"/>
                  </a:lnTo>
                  <a:lnTo>
                    <a:pt x="1" y="1558"/>
                  </a:lnTo>
                  <a:lnTo>
                    <a:pt x="1" y="1638"/>
                  </a:lnTo>
                  <a:lnTo>
                    <a:pt x="24549" y="1638"/>
                  </a:lnTo>
                  <a:lnTo>
                    <a:pt x="26107" y="81"/>
                  </a:lnTo>
                  <a:lnTo>
                    <a:pt x="28802" y="81"/>
                  </a:lnTo>
                  <a:lnTo>
                    <a:pt x="288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9" name="Google Shape;669;p32"/>
            <p:cNvSpPr/>
            <p:nvPr/>
          </p:nvSpPr>
          <p:spPr>
            <a:xfrm>
              <a:off x="4632825" y="1311800"/>
              <a:ext cx="670500" cy="53100"/>
            </a:xfrm>
            <a:custGeom>
              <a:avLst/>
              <a:gdLst/>
              <a:ahLst/>
              <a:cxnLst/>
              <a:rect l="l" t="t" r="r" b="b"/>
              <a:pathLst>
                <a:path w="26820" h="2124" extrusionOk="0">
                  <a:moveTo>
                    <a:pt x="26762" y="1"/>
                  </a:moveTo>
                  <a:lnTo>
                    <a:pt x="24720" y="2043"/>
                  </a:lnTo>
                  <a:lnTo>
                    <a:pt x="0" y="2043"/>
                  </a:lnTo>
                  <a:lnTo>
                    <a:pt x="0" y="2123"/>
                  </a:lnTo>
                  <a:lnTo>
                    <a:pt x="24753" y="2123"/>
                  </a:lnTo>
                  <a:lnTo>
                    <a:pt x="26819" y="58"/>
                  </a:lnTo>
                  <a:lnTo>
                    <a:pt x="267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70" name="Google Shape;670;p32"/>
            <p:cNvSpPr/>
            <p:nvPr/>
          </p:nvSpPr>
          <p:spPr>
            <a:xfrm>
              <a:off x="4633550" y="1118650"/>
              <a:ext cx="370425" cy="88825"/>
            </a:xfrm>
            <a:custGeom>
              <a:avLst/>
              <a:gdLst/>
              <a:ahLst/>
              <a:cxnLst/>
              <a:rect l="l" t="t" r="r" b="b"/>
              <a:pathLst>
                <a:path w="14817" h="3553" extrusionOk="0">
                  <a:moveTo>
                    <a:pt x="1" y="0"/>
                  </a:moveTo>
                  <a:lnTo>
                    <a:pt x="1" y="81"/>
                  </a:lnTo>
                  <a:lnTo>
                    <a:pt x="3098" y="81"/>
                  </a:lnTo>
                  <a:lnTo>
                    <a:pt x="6569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71" name="Google Shape;671;p32"/>
            <p:cNvSpPr/>
            <p:nvPr/>
          </p:nvSpPr>
          <p:spPr>
            <a:xfrm>
              <a:off x="4616850" y="1136950"/>
              <a:ext cx="370450" cy="88825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1" y="0"/>
                  </a:moveTo>
                  <a:lnTo>
                    <a:pt x="1" y="80"/>
                  </a:lnTo>
                  <a:lnTo>
                    <a:pt x="3098" y="80"/>
                  </a:lnTo>
                  <a:lnTo>
                    <a:pt x="6569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72" name="Google Shape;672;p32"/>
            <p:cNvSpPr/>
            <p:nvPr/>
          </p:nvSpPr>
          <p:spPr>
            <a:xfrm>
              <a:off x="4600150" y="1155225"/>
              <a:ext cx="370450" cy="88825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1"/>
                  </a:moveTo>
                  <a:lnTo>
                    <a:pt x="0" y="81"/>
                  </a:lnTo>
                  <a:lnTo>
                    <a:pt x="3098" y="81"/>
                  </a:lnTo>
                  <a:lnTo>
                    <a:pt x="6569" y="3553"/>
                  </a:lnTo>
                  <a:lnTo>
                    <a:pt x="14817" y="3553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42" y="13"/>
                  </a:lnTo>
                  <a:lnTo>
                    <a:pt x="31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73" name="Google Shape;673;p32"/>
            <p:cNvSpPr/>
            <p:nvPr/>
          </p:nvSpPr>
          <p:spPr>
            <a:xfrm>
              <a:off x="4583450" y="1173525"/>
              <a:ext cx="370450" cy="88825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0"/>
                  </a:moveTo>
                  <a:lnTo>
                    <a:pt x="0" y="81"/>
                  </a:lnTo>
                  <a:lnTo>
                    <a:pt x="3097" y="81"/>
                  </a:lnTo>
                  <a:lnTo>
                    <a:pt x="6570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21528024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y objetos" type="obj">
  <p:cSld name="Título y objetos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89493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2" name="Google Shape;1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9"/>
          <p:cNvSpPr txBox="1">
            <a:spLocks noGrp="1"/>
          </p:cNvSpPr>
          <p:nvPr>
            <p:ph type="sldNum" idx="12"/>
          </p:nvPr>
        </p:nvSpPr>
        <p:spPr>
          <a:xfrm>
            <a:off x="3725091" y="6351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pic>
        <p:nvPicPr>
          <p:cNvPr id="5" name="Imagen 4" descr="Escala de tiempo&#10;&#10;Descripción generada automáticamente con confianza media">
            <a:extLst>
              <a:ext uri="{FF2B5EF4-FFF2-40B4-BE49-F238E27FC236}">
                <a16:creationId xmlns:a16="http://schemas.microsoft.com/office/drawing/2014/main" id="{FF23A706-937B-567A-37E0-E24E11173CA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/>
          <a:srcRect l="26893" t="50000"/>
          <a:stretch/>
        </p:blipFill>
        <p:spPr>
          <a:xfrm>
            <a:off x="6498305" y="6021977"/>
            <a:ext cx="5693696" cy="811417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345600" cy="8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aira"/>
              <a:buNone/>
              <a:defRPr sz="3600" b="1">
                <a:solidFill>
                  <a:schemeClr val="lt1"/>
                </a:solidFill>
                <a:latin typeface="Saira"/>
                <a:ea typeface="Saira"/>
                <a:cs typeface="Saira"/>
                <a:sym typeface="Sa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942200"/>
            <a:ext cx="10345600" cy="41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0881132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/>
          <p:nvPr/>
        </p:nvSpPr>
        <p:spPr>
          <a:xfrm>
            <a:off x="3455304" y="2089552"/>
            <a:ext cx="5281387" cy="989557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s-CO" sz="2800" b="0" i="0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Ingeniería de Sistemas</a:t>
            </a:r>
          </a:p>
        </p:txBody>
      </p:sp>
      <p:sp>
        <p:nvSpPr>
          <p:cNvPr id="98" name="Google Shape;98;p1"/>
          <p:cNvSpPr txBox="1"/>
          <p:nvPr/>
        </p:nvSpPr>
        <p:spPr>
          <a:xfrm>
            <a:off x="2514593" y="3778892"/>
            <a:ext cx="716280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s-CO" sz="2400" b="1" dirty="0">
                <a:solidFill>
                  <a:srgbClr val="FFFFFF"/>
                </a:solidFill>
              </a:rPr>
              <a:t>Ingeniería de Software para la web back-</a:t>
            </a:r>
            <a:r>
              <a:rPr lang="es-CO" sz="2400" b="1" dirty="0" err="1">
                <a:solidFill>
                  <a:srgbClr val="FFFFFF"/>
                </a:solidFill>
              </a:rPr>
              <a:t>end</a:t>
            </a:r>
            <a:endParaRPr lang="es-CO" sz="1800" dirty="0"/>
          </a:p>
        </p:txBody>
      </p:sp>
      <p:sp>
        <p:nvSpPr>
          <p:cNvPr id="3" name="Google Shape;98;p1">
            <a:extLst>
              <a:ext uri="{FF2B5EF4-FFF2-40B4-BE49-F238E27FC236}">
                <a16:creationId xmlns:a16="http://schemas.microsoft.com/office/drawing/2014/main" id="{F6E5FE4C-F0A4-04D9-BDF6-552D3C5B8C83}"/>
              </a:ext>
            </a:extLst>
          </p:cNvPr>
          <p:cNvSpPr txBox="1"/>
          <p:nvPr/>
        </p:nvSpPr>
        <p:spPr>
          <a:xfrm>
            <a:off x="3816479" y="4850945"/>
            <a:ext cx="4559033" cy="477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s-CO" dirty="0">
                <a:solidFill>
                  <a:srgbClr val="FFFFFF"/>
                </a:solidFill>
              </a:rPr>
              <a:t>Norbey Danilo Muñoz Cañón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s-CO" sz="1100" dirty="0">
                <a:solidFill>
                  <a:srgbClr val="FFFFFF"/>
                </a:solidFill>
              </a:rPr>
              <a:t>2026</a:t>
            </a:r>
            <a:endParaRPr lang="es-CO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" name="Google Shape;107;p2"/>
          <p:cNvCxnSpPr/>
          <p:nvPr/>
        </p:nvCxnSpPr>
        <p:spPr>
          <a:xfrm>
            <a:off x="-15224" y="1210009"/>
            <a:ext cx="4572000" cy="0"/>
          </a:xfrm>
          <a:prstGeom prst="straightConnector1">
            <a:avLst/>
          </a:prstGeom>
          <a:noFill/>
          <a:ln w="9525" cap="flat" cmpd="sng">
            <a:solidFill>
              <a:srgbClr val="FF6C1B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108" name="Google Shape;108;p2"/>
          <p:cNvSpPr/>
          <p:nvPr/>
        </p:nvSpPr>
        <p:spPr>
          <a:xfrm>
            <a:off x="629535" y="622999"/>
            <a:ext cx="504265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1" dirty="0">
                <a:solidFill>
                  <a:srgbClr val="08287C"/>
                </a:solidFill>
              </a:rPr>
              <a:t>Docente</a:t>
            </a:r>
            <a:endParaRPr sz="2400" dirty="0">
              <a:solidFill>
                <a:srgbClr val="08287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2927E72-96C8-066F-9023-5BEF8F916658}"/>
              </a:ext>
            </a:extLst>
          </p:cNvPr>
          <p:cNvSpPr txBox="1"/>
          <p:nvPr/>
        </p:nvSpPr>
        <p:spPr>
          <a:xfrm>
            <a:off x="999516" y="1525277"/>
            <a:ext cx="10206747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dirty="0"/>
              <a:t>Norbey Danilo Muñoz Cañón: 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sz="2800" b="1" dirty="0"/>
          </a:p>
          <a:p>
            <a:pPr marL="3429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Universidad Distrital Francisco José de Caldas.</a:t>
            </a:r>
          </a:p>
          <a:p>
            <a:pPr marL="781050" lvl="1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s-ES" sz="2000" dirty="0">
              <a:solidFill>
                <a:schemeClr val="accent1"/>
              </a:solidFill>
            </a:endParaRPr>
          </a:p>
          <a:p>
            <a:pPr marL="781050" lvl="1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accent1"/>
                </a:solidFill>
              </a:rPr>
              <a:t>Ingeniería de Sistemas.</a:t>
            </a:r>
          </a:p>
          <a:p>
            <a:pPr marL="781050" lvl="1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accent1"/>
                </a:solidFill>
              </a:rPr>
              <a:t>Maestría en Ciencias de la Información y las Comunicaciones. </a:t>
            </a:r>
          </a:p>
          <a:p>
            <a:pPr marL="781050" lvl="1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accent1"/>
                </a:solidFill>
              </a:rPr>
              <a:t>Investigación en Minería de Datos, Ciencia de Datos, Aprendizaje Automático, Optimización, Metodologías Ágiles, Desarrollo de Software.</a:t>
            </a:r>
          </a:p>
          <a:p>
            <a:pPr marL="781050" lvl="1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accent1"/>
                </a:solidFill>
              </a:rPr>
              <a:t>Desarrollo Full Stack, Scrum Master, Gerente de Proyectos, plataformas e-Learning, docencia universitaria.</a:t>
            </a:r>
          </a:p>
          <a:p>
            <a:pPr marL="781050" lvl="1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accent1"/>
                </a:solidFill>
              </a:rPr>
              <a:t>Asignaturas especializadas: bases de datos, programación avanzada, inteligencia artificial, arquitectura de computadores, desarrollo web, desarrollo móvil, ingeniería de software…</a:t>
            </a:r>
            <a:endParaRPr lang="es-CO" sz="2000" dirty="0"/>
          </a:p>
        </p:txBody>
      </p:sp>
      <p:pic>
        <p:nvPicPr>
          <p:cNvPr id="2" name="Imagen 1" descr="Un hombre con lentes mirando de frente&#10;&#10;Descripción generada automáticamente">
            <a:extLst>
              <a:ext uri="{FF2B5EF4-FFF2-40B4-BE49-F238E27FC236}">
                <a16:creationId xmlns:a16="http://schemas.microsoft.com/office/drawing/2014/main" id="{64524B24-B673-2CCF-4695-7FCEB1D305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5365" y="1207734"/>
            <a:ext cx="1690898" cy="17997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39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345600" cy="817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>
                <a:solidFill>
                  <a:schemeClr val="accent1"/>
                </a:solidFill>
                <a:latin typeface="Saira"/>
                <a:ea typeface="Saira"/>
                <a:cs typeface="Saira"/>
                <a:sym typeface="Saira"/>
              </a:rPr>
              <a:t>Condiciones</a:t>
            </a:r>
            <a:endParaRPr dirty="0">
              <a:solidFill>
                <a:schemeClr val="accent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879" name="Google Shape;879;p39"/>
          <p:cNvSpPr txBox="1">
            <a:spLocks noGrp="1"/>
          </p:cNvSpPr>
          <p:nvPr>
            <p:ph type="subTitle" idx="1"/>
          </p:nvPr>
        </p:nvSpPr>
        <p:spPr>
          <a:xfrm>
            <a:off x="1730900" y="2307500"/>
            <a:ext cx="2063933" cy="432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en" dirty="0"/>
              <a:t>Respeto y comunicación</a:t>
            </a:r>
            <a:endParaRPr dirty="0"/>
          </a:p>
        </p:txBody>
      </p:sp>
      <p:sp>
        <p:nvSpPr>
          <p:cNvPr id="883" name="Google Shape;883;p39"/>
          <p:cNvSpPr txBox="1">
            <a:spLocks noGrp="1"/>
          </p:cNvSpPr>
          <p:nvPr>
            <p:ph type="subTitle" idx="5"/>
          </p:nvPr>
        </p:nvSpPr>
        <p:spPr>
          <a:xfrm>
            <a:off x="5379284" y="2307500"/>
            <a:ext cx="1908000" cy="432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en" dirty="0"/>
              <a:t>Puntualidad</a:t>
            </a:r>
            <a:endParaRPr dirty="0"/>
          </a:p>
        </p:txBody>
      </p:sp>
      <p:sp>
        <p:nvSpPr>
          <p:cNvPr id="887" name="Google Shape;887;p39"/>
          <p:cNvSpPr txBox="1">
            <a:spLocks noGrp="1"/>
          </p:cNvSpPr>
          <p:nvPr>
            <p:ph type="subTitle" idx="9"/>
          </p:nvPr>
        </p:nvSpPr>
        <p:spPr>
          <a:xfrm>
            <a:off x="9027667" y="2307500"/>
            <a:ext cx="1908000" cy="432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en" dirty="0"/>
              <a:t>Compromiso</a:t>
            </a:r>
            <a:endParaRPr dirty="0"/>
          </a:p>
        </p:txBody>
      </p:sp>
      <p:grpSp>
        <p:nvGrpSpPr>
          <p:cNvPr id="891" name="Google Shape;891;p39"/>
          <p:cNvGrpSpPr/>
          <p:nvPr/>
        </p:nvGrpSpPr>
        <p:grpSpPr>
          <a:xfrm>
            <a:off x="1409068" y="2447553"/>
            <a:ext cx="246161" cy="259529"/>
            <a:chOff x="4854075" y="2527625"/>
            <a:chExt cx="56000" cy="59050"/>
          </a:xfrm>
        </p:grpSpPr>
        <p:sp>
          <p:nvSpPr>
            <p:cNvPr id="892" name="Google Shape;892;p39"/>
            <p:cNvSpPr/>
            <p:nvPr/>
          </p:nvSpPr>
          <p:spPr>
            <a:xfrm>
              <a:off x="4872325" y="2527625"/>
              <a:ext cx="37750" cy="59050"/>
            </a:xfrm>
            <a:custGeom>
              <a:avLst/>
              <a:gdLst/>
              <a:ahLst/>
              <a:cxnLst/>
              <a:rect l="l" t="t" r="r" b="b"/>
              <a:pathLst>
                <a:path w="1510" h="2362" extrusionOk="0">
                  <a:moveTo>
                    <a:pt x="305" y="1"/>
                  </a:moveTo>
                  <a:cubicBezTo>
                    <a:pt x="141" y="1"/>
                    <a:pt x="1" y="210"/>
                    <a:pt x="146" y="371"/>
                  </a:cubicBezTo>
                  <a:lnTo>
                    <a:pt x="961" y="1179"/>
                  </a:lnTo>
                  <a:lnTo>
                    <a:pt x="146" y="1994"/>
                  </a:lnTo>
                  <a:cubicBezTo>
                    <a:pt x="0" y="2151"/>
                    <a:pt x="143" y="2361"/>
                    <a:pt x="308" y="2361"/>
                  </a:cubicBezTo>
                  <a:cubicBezTo>
                    <a:pt x="355" y="2361"/>
                    <a:pt x="404" y="2344"/>
                    <a:pt x="449" y="2304"/>
                  </a:cubicBezTo>
                  <a:lnTo>
                    <a:pt x="1423" y="1338"/>
                  </a:lnTo>
                  <a:cubicBezTo>
                    <a:pt x="1509" y="1244"/>
                    <a:pt x="1509" y="1107"/>
                    <a:pt x="1423" y="1013"/>
                  </a:cubicBezTo>
                  <a:lnTo>
                    <a:pt x="1423" y="1020"/>
                  </a:lnTo>
                  <a:lnTo>
                    <a:pt x="449" y="61"/>
                  </a:lnTo>
                  <a:cubicBezTo>
                    <a:pt x="403" y="19"/>
                    <a:pt x="353" y="1"/>
                    <a:pt x="30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893" name="Google Shape;893;p39"/>
            <p:cNvSpPr/>
            <p:nvPr/>
          </p:nvSpPr>
          <p:spPr>
            <a:xfrm>
              <a:off x="4854075" y="2539100"/>
              <a:ext cx="26075" cy="35875"/>
            </a:xfrm>
            <a:custGeom>
              <a:avLst/>
              <a:gdLst/>
              <a:ahLst/>
              <a:cxnLst/>
              <a:rect l="l" t="t" r="r" b="b"/>
              <a:pathLst>
                <a:path w="1043" h="1435" extrusionOk="0">
                  <a:moveTo>
                    <a:pt x="326" y="1"/>
                  </a:moveTo>
                  <a:cubicBezTo>
                    <a:pt x="152" y="1"/>
                    <a:pt x="1" y="234"/>
                    <a:pt x="177" y="388"/>
                  </a:cubicBezTo>
                  <a:lnTo>
                    <a:pt x="516" y="720"/>
                  </a:lnTo>
                  <a:lnTo>
                    <a:pt x="177" y="1059"/>
                  </a:lnTo>
                  <a:cubicBezTo>
                    <a:pt x="21" y="1215"/>
                    <a:pt x="165" y="1435"/>
                    <a:pt x="336" y="1435"/>
                  </a:cubicBezTo>
                  <a:cubicBezTo>
                    <a:pt x="386" y="1435"/>
                    <a:pt x="439" y="1415"/>
                    <a:pt x="487" y="1369"/>
                  </a:cubicBezTo>
                  <a:lnTo>
                    <a:pt x="977" y="886"/>
                  </a:lnTo>
                  <a:cubicBezTo>
                    <a:pt x="1020" y="843"/>
                    <a:pt x="1042" y="785"/>
                    <a:pt x="1042" y="720"/>
                  </a:cubicBezTo>
                  <a:cubicBezTo>
                    <a:pt x="1042" y="662"/>
                    <a:pt x="1013" y="605"/>
                    <a:pt x="977" y="561"/>
                  </a:cubicBezTo>
                  <a:lnTo>
                    <a:pt x="487" y="78"/>
                  </a:lnTo>
                  <a:cubicBezTo>
                    <a:pt x="437" y="23"/>
                    <a:pt x="380" y="1"/>
                    <a:pt x="32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</p:grpSp>
      <p:grpSp>
        <p:nvGrpSpPr>
          <p:cNvPr id="894" name="Google Shape;894;p39"/>
          <p:cNvGrpSpPr/>
          <p:nvPr/>
        </p:nvGrpSpPr>
        <p:grpSpPr>
          <a:xfrm>
            <a:off x="5041318" y="2447553"/>
            <a:ext cx="246161" cy="259529"/>
            <a:chOff x="4854075" y="2527625"/>
            <a:chExt cx="56000" cy="59050"/>
          </a:xfrm>
        </p:grpSpPr>
        <p:sp>
          <p:nvSpPr>
            <p:cNvPr id="895" name="Google Shape;895;p39"/>
            <p:cNvSpPr/>
            <p:nvPr/>
          </p:nvSpPr>
          <p:spPr>
            <a:xfrm>
              <a:off x="4872325" y="2527625"/>
              <a:ext cx="37750" cy="59050"/>
            </a:xfrm>
            <a:custGeom>
              <a:avLst/>
              <a:gdLst/>
              <a:ahLst/>
              <a:cxnLst/>
              <a:rect l="l" t="t" r="r" b="b"/>
              <a:pathLst>
                <a:path w="1510" h="2362" extrusionOk="0">
                  <a:moveTo>
                    <a:pt x="305" y="1"/>
                  </a:moveTo>
                  <a:cubicBezTo>
                    <a:pt x="141" y="1"/>
                    <a:pt x="1" y="210"/>
                    <a:pt x="146" y="371"/>
                  </a:cubicBezTo>
                  <a:lnTo>
                    <a:pt x="961" y="1179"/>
                  </a:lnTo>
                  <a:lnTo>
                    <a:pt x="146" y="1994"/>
                  </a:lnTo>
                  <a:cubicBezTo>
                    <a:pt x="0" y="2151"/>
                    <a:pt x="143" y="2361"/>
                    <a:pt x="308" y="2361"/>
                  </a:cubicBezTo>
                  <a:cubicBezTo>
                    <a:pt x="355" y="2361"/>
                    <a:pt x="404" y="2344"/>
                    <a:pt x="449" y="2304"/>
                  </a:cubicBezTo>
                  <a:lnTo>
                    <a:pt x="1423" y="1338"/>
                  </a:lnTo>
                  <a:cubicBezTo>
                    <a:pt x="1509" y="1244"/>
                    <a:pt x="1509" y="1107"/>
                    <a:pt x="1423" y="1013"/>
                  </a:cubicBezTo>
                  <a:lnTo>
                    <a:pt x="1423" y="1020"/>
                  </a:lnTo>
                  <a:lnTo>
                    <a:pt x="449" y="61"/>
                  </a:lnTo>
                  <a:cubicBezTo>
                    <a:pt x="403" y="19"/>
                    <a:pt x="353" y="1"/>
                    <a:pt x="30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896" name="Google Shape;896;p39"/>
            <p:cNvSpPr/>
            <p:nvPr/>
          </p:nvSpPr>
          <p:spPr>
            <a:xfrm>
              <a:off x="4854075" y="2539100"/>
              <a:ext cx="26075" cy="35875"/>
            </a:xfrm>
            <a:custGeom>
              <a:avLst/>
              <a:gdLst/>
              <a:ahLst/>
              <a:cxnLst/>
              <a:rect l="l" t="t" r="r" b="b"/>
              <a:pathLst>
                <a:path w="1043" h="1435" extrusionOk="0">
                  <a:moveTo>
                    <a:pt x="326" y="1"/>
                  </a:moveTo>
                  <a:cubicBezTo>
                    <a:pt x="152" y="1"/>
                    <a:pt x="1" y="234"/>
                    <a:pt x="177" y="388"/>
                  </a:cubicBezTo>
                  <a:lnTo>
                    <a:pt x="516" y="720"/>
                  </a:lnTo>
                  <a:lnTo>
                    <a:pt x="177" y="1059"/>
                  </a:lnTo>
                  <a:cubicBezTo>
                    <a:pt x="21" y="1215"/>
                    <a:pt x="165" y="1435"/>
                    <a:pt x="336" y="1435"/>
                  </a:cubicBezTo>
                  <a:cubicBezTo>
                    <a:pt x="386" y="1435"/>
                    <a:pt x="439" y="1415"/>
                    <a:pt x="487" y="1369"/>
                  </a:cubicBezTo>
                  <a:lnTo>
                    <a:pt x="977" y="886"/>
                  </a:lnTo>
                  <a:cubicBezTo>
                    <a:pt x="1020" y="843"/>
                    <a:pt x="1042" y="785"/>
                    <a:pt x="1042" y="720"/>
                  </a:cubicBezTo>
                  <a:cubicBezTo>
                    <a:pt x="1042" y="662"/>
                    <a:pt x="1013" y="605"/>
                    <a:pt x="977" y="561"/>
                  </a:cubicBezTo>
                  <a:lnTo>
                    <a:pt x="487" y="78"/>
                  </a:lnTo>
                  <a:cubicBezTo>
                    <a:pt x="437" y="23"/>
                    <a:pt x="380" y="1"/>
                    <a:pt x="32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</p:grpSp>
      <p:grpSp>
        <p:nvGrpSpPr>
          <p:cNvPr id="897" name="Google Shape;897;p39"/>
          <p:cNvGrpSpPr/>
          <p:nvPr/>
        </p:nvGrpSpPr>
        <p:grpSpPr>
          <a:xfrm>
            <a:off x="8696534" y="2447553"/>
            <a:ext cx="246161" cy="259529"/>
            <a:chOff x="4854075" y="2527625"/>
            <a:chExt cx="56000" cy="59050"/>
          </a:xfrm>
        </p:grpSpPr>
        <p:sp>
          <p:nvSpPr>
            <p:cNvPr id="898" name="Google Shape;898;p39"/>
            <p:cNvSpPr/>
            <p:nvPr/>
          </p:nvSpPr>
          <p:spPr>
            <a:xfrm>
              <a:off x="4872325" y="2527625"/>
              <a:ext cx="37750" cy="59050"/>
            </a:xfrm>
            <a:custGeom>
              <a:avLst/>
              <a:gdLst/>
              <a:ahLst/>
              <a:cxnLst/>
              <a:rect l="l" t="t" r="r" b="b"/>
              <a:pathLst>
                <a:path w="1510" h="2362" extrusionOk="0">
                  <a:moveTo>
                    <a:pt x="305" y="1"/>
                  </a:moveTo>
                  <a:cubicBezTo>
                    <a:pt x="141" y="1"/>
                    <a:pt x="1" y="210"/>
                    <a:pt x="146" y="371"/>
                  </a:cubicBezTo>
                  <a:lnTo>
                    <a:pt x="961" y="1179"/>
                  </a:lnTo>
                  <a:lnTo>
                    <a:pt x="146" y="1994"/>
                  </a:lnTo>
                  <a:cubicBezTo>
                    <a:pt x="0" y="2151"/>
                    <a:pt x="143" y="2361"/>
                    <a:pt x="308" y="2361"/>
                  </a:cubicBezTo>
                  <a:cubicBezTo>
                    <a:pt x="355" y="2361"/>
                    <a:pt x="404" y="2344"/>
                    <a:pt x="449" y="2304"/>
                  </a:cubicBezTo>
                  <a:lnTo>
                    <a:pt x="1423" y="1338"/>
                  </a:lnTo>
                  <a:cubicBezTo>
                    <a:pt x="1509" y="1244"/>
                    <a:pt x="1509" y="1107"/>
                    <a:pt x="1423" y="1013"/>
                  </a:cubicBezTo>
                  <a:lnTo>
                    <a:pt x="1423" y="1020"/>
                  </a:lnTo>
                  <a:lnTo>
                    <a:pt x="449" y="61"/>
                  </a:lnTo>
                  <a:cubicBezTo>
                    <a:pt x="403" y="19"/>
                    <a:pt x="353" y="1"/>
                    <a:pt x="30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899" name="Google Shape;899;p39"/>
            <p:cNvSpPr/>
            <p:nvPr/>
          </p:nvSpPr>
          <p:spPr>
            <a:xfrm>
              <a:off x="4854075" y="2539100"/>
              <a:ext cx="26075" cy="35875"/>
            </a:xfrm>
            <a:custGeom>
              <a:avLst/>
              <a:gdLst/>
              <a:ahLst/>
              <a:cxnLst/>
              <a:rect l="l" t="t" r="r" b="b"/>
              <a:pathLst>
                <a:path w="1043" h="1435" extrusionOk="0">
                  <a:moveTo>
                    <a:pt x="326" y="1"/>
                  </a:moveTo>
                  <a:cubicBezTo>
                    <a:pt x="152" y="1"/>
                    <a:pt x="1" y="234"/>
                    <a:pt x="177" y="388"/>
                  </a:cubicBezTo>
                  <a:lnTo>
                    <a:pt x="516" y="720"/>
                  </a:lnTo>
                  <a:lnTo>
                    <a:pt x="177" y="1059"/>
                  </a:lnTo>
                  <a:cubicBezTo>
                    <a:pt x="21" y="1215"/>
                    <a:pt x="165" y="1435"/>
                    <a:pt x="336" y="1435"/>
                  </a:cubicBezTo>
                  <a:cubicBezTo>
                    <a:pt x="386" y="1435"/>
                    <a:pt x="439" y="1415"/>
                    <a:pt x="487" y="1369"/>
                  </a:cubicBezTo>
                  <a:lnTo>
                    <a:pt x="977" y="886"/>
                  </a:lnTo>
                  <a:cubicBezTo>
                    <a:pt x="1020" y="843"/>
                    <a:pt x="1042" y="785"/>
                    <a:pt x="1042" y="720"/>
                  </a:cubicBezTo>
                  <a:cubicBezTo>
                    <a:pt x="1042" y="662"/>
                    <a:pt x="1013" y="605"/>
                    <a:pt x="977" y="561"/>
                  </a:cubicBezTo>
                  <a:lnTo>
                    <a:pt x="487" y="78"/>
                  </a:lnTo>
                  <a:cubicBezTo>
                    <a:pt x="437" y="23"/>
                    <a:pt x="380" y="1"/>
                    <a:pt x="32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D6F5C201-6C30-E037-2723-A5F1DEB56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" name="Google Shape;107;p2">
            <a:extLst>
              <a:ext uri="{FF2B5EF4-FFF2-40B4-BE49-F238E27FC236}">
                <a16:creationId xmlns:a16="http://schemas.microsoft.com/office/drawing/2014/main" id="{9A7F4CDA-E40F-8DFA-A7FD-AEF235B9E803}"/>
              </a:ext>
            </a:extLst>
          </p:cNvPr>
          <p:cNvCxnSpPr/>
          <p:nvPr/>
        </p:nvCxnSpPr>
        <p:spPr>
          <a:xfrm>
            <a:off x="-15224" y="1210009"/>
            <a:ext cx="4572000" cy="0"/>
          </a:xfrm>
          <a:prstGeom prst="straightConnector1">
            <a:avLst/>
          </a:prstGeom>
          <a:noFill/>
          <a:ln w="9525" cap="flat" cmpd="sng">
            <a:solidFill>
              <a:srgbClr val="FF6C1B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108" name="Google Shape;108;p2">
            <a:extLst>
              <a:ext uri="{FF2B5EF4-FFF2-40B4-BE49-F238E27FC236}">
                <a16:creationId xmlns:a16="http://schemas.microsoft.com/office/drawing/2014/main" id="{5C30B43A-087D-E390-38D8-85D41F2DDD58}"/>
              </a:ext>
            </a:extLst>
          </p:cNvPr>
          <p:cNvSpPr/>
          <p:nvPr/>
        </p:nvSpPr>
        <p:spPr>
          <a:xfrm>
            <a:off x="629535" y="622999"/>
            <a:ext cx="504265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1" dirty="0">
                <a:solidFill>
                  <a:srgbClr val="08287C"/>
                </a:solidFill>
              </a:rPr>
              <a:t>Condiciones (I)</a:t>
            </a:r>
            <a:endParaRPr sz="2400" dirty="0">
              <a:solidFill>
                <a:srgbClr val="08287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7D22AAA-EFD0-C1F6-02C5-747DB3A98B32}"/>
              </a:ext>
            </a:extLst>
          </p:cNvPr>
          <p:cNvSpPr txBox="1"/>
          <p:nvPr/>
        </p:nvSpPr>
        <p:spPr>
          <a:xfrm>
            <a:off x="999516" y="1525277"/>
            <a:ext cx="10206747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 algn="just">
              <a:buFont typeface="Arial" panose="020B0604020202020204" pitchFamily="34" charset="0"/>
              <a:buChar char="•"/>
            </a:pPr>
            <a:r>
              <a:rPr lang="es-ES" sz="2400" b="1" dirty="0"/>
              <a:t>Regla 1</a:t>
            </a:r>
            <a:r>
              <a:rPr lang="es-ES" sz="2400" dirty="0"/>
              <a:t>: registrar la mitad o menos de la mitad de las asistencias en el corte no le permitirá presentar el parcial.</a:t>
            </a:r>
          </a:p>
          <a:p>
            <a:pPr marL="342900" lvl="8" indent="-342900" algn="just">
              <a:buFont typeface="Arial" panose="020B0604020202020204" pitchFamily="34" charset="0"/>
              <a:buChar char="•"/>
            </a:pPr>
            <a:endParaRPr lang="es-ES" sz="1800" dirty="0">
              <a:solidFill>
                <a:schemeClr val="accent1"/>
              </a:solidFill>
            </a:endParaRPr>
          </a:p>
          <a:p>
            <a:pPr marL="342900" lvl="8" indent="-342900" algn="just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accent1"/>
                </a:solidFill>
              </a:rPr>
              <a:t>Por ejemplo, si se debe firmar asistencia 10 veces en un corte y tiene 5 o más inasistencias no presenta parcial. La nota es cero (0).</a:t>
            </a:r>
          </a:p>
          <a:p>
            <a:pPr marL="342900" lvl="7" indent="-342900" algn="just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lvl="1" indent="-342900" algn="just">
              <a:buFont typeface="Arial" panose="020B0604020202020204" pitchFamily="34" charset="0"/>
              <a:buChar char="•"/>
            </a:pPr>
            <a:r>
              <a:rPr lang="es-ES" sz="2400" b="1" dirty="0"/>
              <a:t>Regla 2</a:t>
            </a:r>
            <a:r>
              <a:rPr lang="es-ES" sz="2400" dirty="0"/>
              <a:t>: la inasistencia a una clase en la que se realiza alguna actividad evaluativa como quiz, taller o parcial deberá justificarse para permitirse la presentación posterior. En caso de no tener justificación se permitirá la realización y/o entrega, pero nunca superando el valor de nota de tres (3,0).</a:t>
            </a:r>
            <a:endParaRPr lang="es-ES" sz="2000" dirty="0">
              <a:solidFill>
                <a:schemeClr val="accent1"/>
              </a:solidFill>
            </a:endParaRPr>
          </a:p>
          <a:p>
            <a:pPr marL="342900" lvl="1" indent="-342900" algn="just">
              <a:buFont typeface="Arial" panose="020B0604020202020204" pitchFamily="34" charset="0"/>
              <a:buChar char="•"/>
            </a:pPr>
            <a:endParaRPr lang="es-ES" sz="2000" dirty="0">
              <a:solidFill>
                <a:schemeClr val="accent1"/>
              </a:solidFill>
            </a:endParaRPr>
          </a:p>
          <a:p>
            <a:pPr marL="342900" lvl="1" indent="-342900" algn="just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accent1"/>
                </a:solidFill>
              </a:rPr>
              <a:t>Por ejemplo, no asistió a una clase donde se realizó quiz y la justificación de inasistencia no es válida o no tiene, presentará el quiz sobre 3,0. En caso de que tenga, se evalúa normal sobre 5,0.</a:t>
            </a:r>
          </a:p>
        </p:txBody>
      </p:sp>
    </p:spTree>
    <p:extLst>
      <p:ext uri="{BB962C8B-B14F-4D97-AF65-F5344CB8AC3E}">
        <p14:creationId xmlns:p14="http://schemas.microsoft.com/office/powerpoint/2010/main" val="3861613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932A83AD-0A32-7782-7A38-847CC1D38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" name="Google Shape;107;p2">
            <a:extLst>
              <a:ext uri="{FF2B5EF4-FFF2-40B4-BE49-F238E27FC236}">
                <a16:creationId xmlns:a16="http://schemas.microsoft.com/office/drawing/2014/main" id="{9182A2DC-8EB9-E880-C9D4-5802AFA13294}"/>
              </a:ext>
            </a:extLst>
          </p:cNvPr>
          <p:cNvCxnSpPr/>
          <p:nvPr/>
        </p:nvCxnSpPr>
        <p:spPr>
          <a:xfrm>
            <a:off x="-15224" y="1210009"/>
            <a:ext cx="4572000" cy="0"/>
          </a:xfrm>
          <a:prstGeom prst="straightConnector1">
            <a:avLst/>
          </a:prstGeom>
          <a:noFill/>
          <a:ln w="9525" cap="flat" cmpd="sng">
            <a:solidFill>
              <a:srgbClr val="FF6C1B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108" name="Google Shape;108;p2">
            <a:extLst>
              <a:ext uri="{FF2B5EF4-FFF2-40B4-BE49-F238E27FC236}">
                <a16:creationId xmlns:a16="http://schemas.microsoft.com/office/drawing/2014/main" id="{F2ABA9BF-AA41-24AF-7819-91DA4AD6E162}"/>
              </a:ext>
            </a:extLst>
          </p:cNvPr>
          <p:cNvSpPr/>
          <p:nvPr/>
        </p:nvSpPr>
        <p:spPr>
          <a:xfrm>
            <a:off x="629535" y="622999"/>
            <a:ext cx="504265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1" dirty="0">
                <a:solidFill>
                  <a:srgbClr val="08287C"/>
                </a:solidFill>
              </a:rPr>
              <a:t>Condiciones (II)</a:t>
            </a:r>
            <a:endParaRPr sz="2400" dirty="0">
              <a:solidFill>
                <a:srgbClr val="08287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267E7DC-89DB-A13E-3720-6C1EFF9B4A6E}"/>
              </a:ext>
            </a:extLst>
          </p:cNvPr>
          <p:cNvSpPr txBox="1"/>
          <p:nvPr/>
        </p:nvSpPr>
        <p:spPr>
          <a:xfrm>
            <a:off x="999516" y="1525277"/>
            <a:ext cx="10206747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 algn="just">
              <a:buFont typeface="Arial" panose="020B0604020202020204" pitchFamily="34" charset="0"/>
              <a:buChar char="•"/>
            </a:pPr>
            <a:r>
              <a:rPr lang="es-ES" sz="2400" b="1" dirty="0"/>
              <a:t>Regla 3</a:t>
            </a:r>
            <a:r>
              <a:rPr lang="es-ES" sz="2400" dirty="0"/>
              <a:t>: el uso de Inteligencia Artificial (IA) está prohibida en los quices* y parciales. En los talleres o actividades no evaluativas de clase puede emplearse siempre y cuando se indague el porqué la solución es la brindada por la IA. </a:t>
            </a:r>
          </a:p>
          <a:p>
            <a:pPr marL="342900" lvl="8" indent="-342900" algn="just">
              <a:buFont typeface="Arial" panose="020B0604020202020204" pitchFamily="34" charset="0"/>
              <a:buChar char="•"/>
            </a:pPr>
            <a:endParaRPr lang="es-ES" sz="1800" dirty="0">
              <a:solidFill>
                <a:schemeClr val="accent1"/>
              </a:solidFill>
            </a:endParaRPr>
          </a:p>
          <a:p>
            <a:pPr marL="342900" lvl="8" indent="-342900" algn="just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accent1"/>
                </a:solidFill>
              </a:rPr>
              <a:t>En los quices podría usarse, dependiendo el tema y el avance con el curso.</a:t>
            </a:r>
          </a:p>
          <a:p>
            <a:pPr marL="342900" lvl="8" indent="-342900" algn="just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accent1"/>
                </a:solidFill>
              </a:rPr>
              <a:t>Toda sospecha de uso de IA será revisada y en caso de comprobarse la nota será de cero (0).</a:t>
            </a:r>
          </a:p>
          <a:p>
            <a:pPr marL="342900" lvl="7" indent="-342900" algn="just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lvl="1" indent="-342900" algn="just">
              <a:buFont typeface="Arial" panose="020B0604020202020204" pitchFamily="34" charset="0"/>
              <a:buChar char="•"/>
            </a:pPr>
            <a:r>
              <a:rPr lang="es-ES" sz="2400" b="1" dirty="0"/>
              <a:t>Regla 4</a:t>
            </a:r>
            <a:r>
              <a:rPr lang="es-ES" sz="2400" dirty="0"/>
              <a:t>: sea consciente de que la nota la va construyendo usted a lo largo del semestre. Sea constante y realice los trabajos solicitados, estudie y resuelva dudas. Al finalizar las clases del semestre el profesor </a:t>
            </a:r>
            <a:r>
              <a:rPr lang="es-ES" sz="2400" b="1" dirty="0"/>
              <a:t>NO</a:t>
            </a:r>
            <a:r>
              <a:rPr lang="es-ES" sz="2400" dirty="0"/>
              <a:t> brindará ayuda o trabajos adicionales para “subir la nota”.</a:t>
            </a:r>
            <a:endParaRPr lang="es-ES" sz="2000" dirty="0">
              <a:solidFill>
                <a:schemeClr val="accent1"/>
              </a:solidFill>
            </a:endParaRPr>
          </a:p>
          <a:p>
            <a:pPr marL="342900" lvl="1" indent="-342900" algn="just">
              <a:buFont typeface="Arial" panose="020B0604020202020204" pitchFamily="34" charset="0"/>
              <a:buChar char="•"/>
            </a:pPr>
            <a:endParaRPr lang="es-ES" sz="2000" dirty="0">
              <a:solidFill>
                <a:schemeClr val="accent1"/>
              </a:solidFill>
            </a:endParaRPr>
          </a:p>
          <a:p>
            <a:pPr marL="342900" lvl="1" indent="-342900" algn="just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accent1"/>
                </a:solidFill>
              </a:rPr>
              <a:t>Un 2,89 es un 2,89. Un 2,93 es un 2,93. Asegúrese de lograr sus notas y objetivos </a:t>
            </a:r>
            <a:r>
              <a:rPr lang="es-ES" sz="2000" dirty="0">
                <a:solidFill>
                  <a:schemeClr val="accent1"/>
                </a:solidFill>
                <a:sym typeface="Wingdings" panose="05000000000000000000" pitchFamily="2" charset="2"/>
              </a:rPr>
              <a:t></a:t>
            </a:r>
            <a:endParaRPr lang="es-ES" sz="2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4910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1" name="Google Shape;821;p38"/>
          <p:cNvGrpSpPr/>
          <p:nvPr/>
        </p:nvGrpSpPr>
        <p:grpSpPr>
          <a:xfrm flipH="1">
            <a:off x="5979428" y="4386067"/>
            <a:ext cx="2663533" cy="924667"/>
            <a:chOff x="6541275" y="2323925"/>
            <a:chExt cx="1997650" cy="693500"/>
          </a:xfrm>
        </p:grpSpPr>
        <p:sp>
          <p:nvSpPr>
            <p:cNvPr id="822" name="Google Shape;822;p38"/>
            <p:cNvSpPr/>
            <p:nvPr/>
          </p:nvSpPr>
          <p:spPr>
            <a:xfrm>
              <a:off x="7607103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23" name="Google Shape;823;p38"/>
            <p:cNvSpPr/>
            <p:nvPr/>
          </p:nvSpPr>
          <p:spPr>
            <a:xfrm>
              <a:off x="7728318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24" name="Google Shape;824;p38"/>
            <p:cNvSpPr/>
            <p:nvPr/>
          </p:nvSpPr>
          <p:spPr>
            <a:xfrm>
              <a:off x="778839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25" name="Google Shape;825;p38"/>
            <p:cNvSpPr/>
            <p:nvPr/>
          </p:nvSpPr>
          <p:spPr>
            <a:xfrm>
              <a:off x="7848713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26" name="Google Shape;826;p38"/>
            <p:cNvSpPr/>
            <p:nvPr/>
          </p:nvSpPr>
          <p:spPr>
            <a:xfrm>
              <a:off x="7913017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27" name="Google Shape;827;p38"/>
            <p:cNvSpPr/>
            <p:nvPr/>
          </p:nvSpPr>
          <p:spPr>
            <a:xfrm>
              <a:off x="7961010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28" name="Google Shape;828;p38"/>
            <p:cNvSpPr/>
            <p:nvPr/>
          </p:nvSpPr>
          <p:spPr>
            <a:xfrm>
              <a:off x="8155682" y="2589121"/>
              <a:ext cx="22764" cy="67120"/>
            </a:xfrm>
            <a:custGeom>
              <a:avLst/>
              <a:gdLst/>
              <a:ahLst/>
              <a:cxnLst/>
              <a:rect l="l" t="t" r="r" b="b"/>
              <a:pathLst>
                <a:path w="194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4" y="571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29" name="Google Shape;829;p38"/>
            <p:cNvSpPr/>
            <p:nvPr/>
          </p:nvSpPr>
          <p:spPr>
            <a:xfrm>
              <a:off x="804103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30" name="Google Shape;830;p38"/>
            <p:cNvSpPr/>
            <p:nvPr/>
          </p:nvSpPr>
          <p:spPr>
            <a:xfrm>
              <a:off x="821153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31" name="Google Shape;831;p38"/>
            <p:cNvSpPr/>
            <p:nvPr/>
          </p:nvSpPr>
          <p:spPr>
            <a:xfrm>
              <a:off x="6776431" y="2323925"/>
              <a:ext cx="1738664" cy="416918"/>
            </a:xfrm>
            <a:custGeom>
              <a:avLst/>
              <a:gdLst/>
              <a:ahLst/>
              <a:cxnLst/>
              <a:rect l="l" t="t" r="r" b="b"/>
              <a:pathLst>
                <a:path w="14817" h="3553" extrusionOk="0">
                  <a:moveTo>
                    <a:pt x="1" y="0"/>
                  </a:moveTo>
                  <a:lnTo>
                    <a:pt x="1" y="81"/>
                  </a:lnTo>
                  <a:lnTo>
                    <a:pt x="3098" y="81"/>
                  </a:lnTo>
                  <a:lnTo>
                    <a:pt x="6569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32" name="Google Shape;832;p38"/>
            <p:cNvSpPr/>
            <p:nvPr/>
          </p:nvSpPr>
          <p:spPr>
            <a:xfrm>
              <a:off x="8491401" y="2712332"/>
              <a:ext cx="47524" cy="47524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1" y="0"/>
                    <a:pt x="0" y="91"/>
                    <a:pt x="0" y="202"/>
                  </a:cubicBezTo>
                  <a:cubicBezTo>
                    <a:pt x="0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2"/>
                  </a:cubicBezTo>
                  <a:cubicBezTo>
                    <a:pt x="405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33" name="Google Shape;833;p38"/>
            <p:cNvSpPr/>
            <p:nvPr/>
          </p:nvSpPr>
          <p:spPr>
            <a:xfrm>
              <a:off x="6698045" y="2409820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1" y="0"/>
                  </a:moveTo>
                  <a:lnTo>
                    <a:pt x="1" y="80"/>
                  </a:lnTo>
                  <a:lnTo>
                    <a:pt x="3098" y="80"/>
                  </a:lnTo>
                  <a:lnTo>
                    <a:pt x="6569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34" name="Google Shape;834;p38"/>
            <p:cNvSpPr/>
            <p:nvPr/>
          </p:nvSpPr>
          <p:spPr>
            <a:xfrm>
              <a:off x="8413016" y="2798227"/>
              <a:ext cx="47524" cy="47524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0" y="0"/>
                    <a:pt x="0" y="91"/>
                    <a:pt x="0" y="202"/>
                  </a:cubicBezTo>
                  <a:cubicBezTo>
                    <a:pt x="0" y="314"/>
                    <a:pt x="90" y="404"/>
                    <a:pt x="202" y="404"/>
                  </a:cubicBezTo>
                  <a:cubicBezTo>
                    <a:pt x="314" y="404"/>
                    <a:pt x="405" y="314"/>
                    <a:pt x="405" y="202"/>
                  </a:cubicBezTo>
                  <a:cubicBezTo>
                    <a:pt x="405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35" name="Google Shape;835;p38"/>
            <p:cNvSpPr/>
            <p:nvPr/>
          </p:nvSpPr>
          <p:spPr>
            <a:xfrm>
              <a:off x="6619660" y="2495599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1"/>
                  </a:moveTo>
                  <a:lnTo>
                    <a:pt x="0" y="81"/>
                  </a:lnTo>
                  <a:lnTo>
                    <a:pt x="3098" y="81"/>
                  </a:lnTo>
                  <a:lnTo>
                    <a:pt x="6569" y="3553"/>
                  </a:lnTo>
                  <a:lnTo>
                    <a:pt x="14817" y="3553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42" y="13"/>
                  </a:lnTo>
                  <a:lnTo>
                    <a:pt x="313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36" name="Google Shape;836;p38"/>
            <p:cNvSpPr/>
            <p:nvPr/>
          </p:nvSpPr>
          <p:spPr>
            <a:xfrm>
              <a:off x="8344839" y="2884005"/>
              <a:ext cx="47524" cy="47641"/>
            </a:xfrm>
            <a:custGeom>
              <a:avLst/>
              <a:gdLst/>
              <a:ahLst/>
              <a:cxnLst/>
              <a:rect l="l" t="t" r="r" b="b"/>
              <a:pathLst>
                <a:path w="405" h="406" extrusionOk="0">
                  <a:moveTo>
                    <a:pt x="202" y="1"/>
                  </a:moveTo>
                  <a:cubicBezTo>
                    <a:pt x="91" y="1"/>
                    <a:pt x="1" y="92"/>
                    <a:pt x="1" y="203"/>
                  </a:cubicBezTo>
                  <a:cubicBezTo>
                    <a:pt x="1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3"/>
                  </a:cubicBezTo>
                  <a:cubicBezTo>
                    <a:pt x="405" y="92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37" name="Google Shape;837;p38"/>
            <p:cNvSpPr/>
            <p:nvPr/>
          </p:nvSpPr>
          <p:spPr>
            <a:xfrm>
              <a:off x="6541275" y="2581494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0"/>
                  </a:moveTo>
                  <a:lnTo>
                    <a:pt x="0" y="81"/>
                  </a:lnTo>
                  <a:lnTo>
                    <a:pt x="3097" y="81"/>
                  </a:lnTo>
                  <a:lnTo>
                    <a:pt x="6570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38" name="Google Shape;838;p38"/>
            <p:cNvSpPr/>
            <p:nvPr/>
          </p:nvSpPr>
          <p:spPr>
            <a:xfrm>
              <a:off x="8256245" y="2969901"/>
              <a:ext cx="47406" cy="47524"/>
            </a:xfrm>
            <a:custGeom>
              <a:avLst/>
              <a:gdLst/>
              <a:ahLst/>
              <a:cxnLst/>
              <a:rect l="l" t="t" r="r" b="b"/>
              <a:pathLst>
                <a:path w="404" h="405" extrusionOk="0">
                  <a:moveTo>
                    <a:pt x="202" y="1"/>
                  </a:moveTo>
                  <a:cubicBezTo>
                    <a:pt x="90" y="1"/>
                    <a:pt x="0" y="91"/>
                    <a:pt x="0" y="202"/>
                  </a:cubicBezTo>
                  <a:cubicBezTo>
                    <a:pt x="0" y="314"/>
                    <a:pt x="90" y="405"/>
                    <a:pt x="202" y="405"/>
                  </a:cubicBezTo>
                  <a:cubicBezTo>
                    <a:pt x="314" y="405"/>
                    <a:pt x="404" y="314"/>
                    <a:pt x="404" y="202"/>
                  </a:cubicBezTo>
                  <a:cubicBezTo>
                    <a:pt x="404" y="91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grpSp>
        <p:nvGrpSpPr>
          <p:cNvPr id="839" name="Google Shape;839;p38"/>
          <p:cNvGrpSpPr/>
          <p:nvPr/>
        </p:nvGrpSpPr>
        <p:grpSpPr>
          <a:xfrm>
            <a:off x="8793034" y="1837100"/>
            <a:ext cx="2663533" cy="924667"/>
            <a:chOff x="6541275" y="2323925"/>
            <a:chExt cx="1997650" cy="693500"/>
          </a:xfrm>
        </p:grpSpPr>
        <p:sp>
          <p:nvSpPr>
            <p:cNvPr id="840" name="Google Shape;840;p38"/>
            <p:cNvSpPr/>
            <p:nvPr/>
          </p:nvSpPr>
          <p:spPr>
            <a:xfrm>
              <a:off x="7607103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1" name="Google Shape;841;p38"/>
            <p:cNvSpPr/>
            <p:nvPr/>
          </p:nvSpPr>
          <p:spPr>
            <a:xfrm>
              <a:off x="7728318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2" name="Google Shape;842;p38"/>
            <p:cNvSpPr/>
            <p:nvPr/>
          </p:nvSpPr>
          <p:spPr>
            <a:xfrm>
              <a:off x="778839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3" name="Google Shape;843;p38"/>
            <p:cNvSpPr/>
            <p:nvPr/>
          </p:nvSpPr>
          <p:spPr>
            <a:xfrm>
              <a:off x="7848713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4" name="Google Shape;844;p38"/>
            <p:cNvSpPr/>
            <p:nvPr/>
          </p:nvSpPr>
          <p:spPr>
            <a:xfrm>
              <a:off x="7913017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5" name="Google Shape;845;p38"/>
            <p:cNvSpPr/>
            <p:nvPr/>
          </p:nvSpPr>
          <p:spPr>
            <a:xfrm>
              <a:off x="7961010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6" name="Google Shape;846;p38"/>
            <p:cNvSpPr/>
            <p:nvPr/>
          </p:nvSpPr>
          <p:spPr>
            <a:xfrm>
              <a:off x="8155682" y="2589121"/>
              <a:ext cx="22764" cy="67120"/>
            </a:xfrm>
            <a:custGeom>
              <a:avLst/>
              <a:gdLst/>
              <a:ahLst/>
              <a:cxnLst/>
              <a:rect l="l" t="t" r="r" b="b"/>
              <a:pathLst>
                <a:path w="194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4" y="571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7" name="Google Shape;847;p38"/>
            <p:cNvSpPr/>
            <p:nvPr/>
          </p:nvSpPr>
          <p:spPr>
            <a:xfrm>
              <a:off x="804103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8" name="Google Shape;848;p38"/>
            <p:cNvSpPr/>
            <p:nvPr/>
          </p:nvSpPr>
          <p:spPr>
            <a:xfrm>
              <a:off x="821153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9" name="Google Shape;849;p38"/>
            <p:cNvSpPr/>
            <p:nvPr/>
          </p:nvSpPr>
          <p:spPr>
            <a:xfrm>
              <a:off x="6776431" y="2323925"/>
              <a:ext cx="1738664" cy="416918"/>
            </a:xfrm>
            <a:custGeom>
              <a:avLst/>
              <a:gdLst/>
              <a:ahLst/>
              <a:cxnLst/>
              <a:rect l="l" t="t" r="r" b="b"/>
              <a:pathLst>
                <a:path w="14817" h="3553" extrusionOk="0">
                  <a:moveTo>
                    <a:pt x="1" y="0"/>
                  </a:moveTo>
                  <a:lnTo>
                    <a:pt x="1" y="81"/>
                  </a:lnTo>
                  <a:lnTo>
                    <a:pt x="3098" y="81"/>
                  </a:lnTo>
                  <a:lnTo>
                    <a:pt x="6569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50" name="Google Shape;850;p38"/>
            <p:cNvSpPr/>
            <p:nvPr/>
          </p:nvSpPr>
          <p:spPr>
            <a:xfrm>
              <a:off x="8491401" y="2712332"/>
              <a:ext cx="47524" cy="47524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1" y="0"/>
                    <a:pt x="0" y="91"/>
                    <a:pt x="0" y="202"/>
                  </a:cubicBezTo>
                  <a:cubicBezTo>
                    <a:pt x="0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2"/>
                  </a:cubicBezTo>
                  <a:cubicBezTo>
                    <a:pt x="405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51" name="Google Shape;851;p38"/>
            <p:cNvSpPr/>
            <p:nvPr/>
          </p:nvSpPr>
          <p:spPr>
            <a:xfrm>
              <a:off x="6698045" y="2409820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1" y="0"/>
                  </a:moveTo>
                  <a:lnTo>
                    <a:pt x="1" y="80"/>
                  </a:lnTo>
                  <a:lnTo>
                    <a:pt x="3098" y="80"/>
                  </a:lnTo>
                  <a:lnTo>
                    <a:pt x="6569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52" name="Google Shape;852;p38"/>
            <p:cNvSpPr/>
            <p:nvPr/>
          </p:nvSpPr>
          <p:spPr>
            <a:xfrm>
              <a:off x="8413016" y="2798227"/>
              <a:ext cx="47524" cy="47524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0" y="0"/>
                    <a:pt x="0" y="91"/>
                    <a:pt x="0" y="202"/>
                  </a:cubicBezTo>
                  <a:cubicBezTo>
                    <a:pt x="0" y="314"/>
                    <a:pt x="90" y="404"/>
                    <a:pt x="202" y="404"/>
                  </a:cubicBezTo>
                  <a:cubicBezTo>
                    <a:pt x="314" y="404"/>
                    <a:pt x="405" y="314"/>
                    <a:pt x="405" y="202"/>
                  </a:cubicBezTo>
                  <a:cubicBezTo>
                    <a:pt x="405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53" name="Google Shape;853;p38"/>
            <p:cNvSpPr/>
            <p:nvPr/>
          </p:nvSpPr>
          <p:spPr>
            <a:xfrm>
              <a:off x="6619660" y="2495599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1"/>
                  </a:moveTo>
                  <a:lnTo>
                    <a:pt x="0" y="81"/>
                  </a:lnTo>
                  <a:lnTo>
                    <a:pt x="3098" y="81"/>
                  </a:lnTo>
                  <a:lnTo>
                    <a:pt x="6569" y="3553"/>
                  </a:lnTo>
                  <a:lnTo>
                    <a:pt x="14817" y="3553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42" y="13"/>
                  </a:lnTo>
                  <a:lnTo>
                    <a:pt x="31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54" name="Google Shape;854;p38"/>
            <p:cNvSpPr/>
            <p:nvPr/>
          </p:nvSpPr>
          <p:spPr>
            <a:xfrm>
              <a:off x="8344839" y="2884005"/>
              <a:ext cx="47524" cy="47641"/>
            </a:xfrm>
            <a:custGeom>
              <a:avLst/>
              <a:gdLst/>
              <a:ahLst/>
              <a:cxnLst/>
              <a:rect l="l" t="t" r="r" b="b"/>
              <a:pathLst>
                <a:path w="405" h="406" extrusionOk="0">
                  <a:moveTo>
                    <a:pt x="202" y="1"/>
                  </a:moveTo>
                  <a:cubicBezTo>
                    <a:pt x="91" y="1"/>
                    <a:pt x="1" y="92"/>
                    <a:pt x="1" y="203"/>
                  </a:cubicBezTo>
                  <a:cubicBezTo>
                    <a:pt x="1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3"/>
                  </a:cubicBezTo>
                  <a:cubicBezTo>
                    <a:pt x="405" y="92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55" name="Google Shape;855;p38"/>
            <p:cNvSpPr/>
            <p:nvPr/>
          </p:nvSpPr>
          <p:spPr>
            <a:xfrm>
              <a:off x="6541275" y="2581494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0"/>
                  </a:moveTo>
                  <a:lnTo>
                    <a:pt x="0" y="81"/>
                  </a:lnTo>
                  <a:lnTo>
                    <a:pt x="3097" y="81"/>
                  </a:lnTo>
                  <a:lnTo>
                    <a:pt x="6570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56" name="Google Shape;856;p38"/>
            <p:cNvSpPr/>
            <p:nvPr/>
          </p:nvSpPr>
          <p:spPr>
            <a:xfrm>
              <a:off x="8256245" y="2969901"/>
              <a:ext cx="47406" cy="47524"/>
            </a:xfrm>
            <a:custGeom>
              <a:avLst/>
              <a:gdLst/>
              <a:ahLst/>
              <a:cxnLst/>
              <a:rect l="l" t="t" r="r" b="b"/>
              <a:pathLst>
                <a:path w="404" h="405" extrusionOk="0">
                  <a:moveTo>
                    <a:pt x="202" y="1"/>
                  </a:moveTo>
                  <a:cubicBezTo>
                    <a:pt x="90" y="1"/>
                    <a:pt x="0" y="91"/>
                    <a:pt x="0" y="202"/>
                  </a:cubicBezTo>
                  <a:cubicBezTo>
                    <a:pt x="0" y="314"/>
                    <a:pt x="90" y="405"/>
                    <a:pt x="202" y="405"/>
                  </a:cubicBezTo>
                  <a:cubicBezTo>
                    <a:pt x="314" y="405"/>
                    <a:pt x="404" y="314"/>
                    <a:pt x="404" y="202"/>
                  </a:cubicBezTo>
                  <a:cubicBezTo>
                    <a:pt x="404" y="91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sp>
        <p:nvSpPr>
          <p:cNvPr id="857" name="Google Shape;857;p38"/>
          <p:cNvSpPr txBox="1">
            <a:spLocks noGrp="1"/>
          </p:cNvSpPr>
          <p:nvPr>
            <p:ph type="title"/>
          </p:nvPr>
        </p:nvSpPr>
        <p:spPr>
          <a:xfrm>
            <a:off x="720020" y="1299400"/>
            <a:ext cx="9524627" cy="1782589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" sz="4000" dirty="0"/>
              <a:t>Presentación</a:t>
            </a:r>
            <a:br>
              <a:rPr lang="en" sz="4000" dirty="0"/>
            </a:br>
            <a:r>
              <a:rPr lang="en" sz="4000" dirty="0"/>
              <a:t>¿Expectativas frente al curso?</a:t>
            </a:r>
            <a:endParaRPr sz="4000" dirty="0"/>
          </a:p>
        </p:txBody>
      </p:sp>
      <p:sp>
        <p:nvSpPr>
          <p:cNvPr id="858" name="Google Shape;858;p38"/>
          <p:cNvSpPr/>
          <p:nvPr/>
        </p:nvSpPr>
        <p:spPr>
          <a:xfrm>
            <a:off x="8586567" y="4677967"/>
            <a:ext cx="85200" cy="94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873" name="Google Shape;873;p38"/>
          <p:cNvSpPr txBox="1">
            <a:spLocks noGrp="1"/>
          </p:cNvSpPr>
          <p:nvPr>
            <p:ph type="subTitle" idx="1"/>
          </p:nvPr>
        </p:nvSpPr>
        <p:spPr>
          <a:xfrm>
            <a:off x="965567" y="3377832"/>
            <a:ext cx="4800000" cy="1932901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just"/>
            <a:r>
              <a:rPr lang="es-CO" dirty="0"/>
              <a:t>* Nombre</a:t>
            </a:r>
          </a:p>
          <a:p>
            <a:pPr marL="0" indent="0" algn="just"/>
            <a:r>
              <a:rPr lang="es-CO" dirty="0"/>
              <a:t>* Semestre de la carrera</a:t>
            </a:r>
          </a:p>
          <a:p>
            <a:pPr marL="0" indent="0" algn="just"/>
            <a:r>
              <a:rPr lang="es-CO" dirty="0"/>
              <a:t>* Expectativas sobre el curso (¿ha trabajado alguna temática de la </a:t>
            </a:r>
            <a:r>
              <a:rPr lang="es-CO"/>
              <a:t>asignatura?)</a:t>
            </a:r>
            <a:endParaRPr lang="es-CO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8A81F23-FAFD-136A-81E1-3DB096AAC1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0575" y="3325816"/>
            <a:ext cx="2192316" cy="279870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issue Nanotransfection Breakthrough by Slidesgo">
  <a:themeElements>
    <a:clrScheme name="Simple Light">
      <a:dk1>
        <a:srgbClr val="33678A"/>
      </a:dk1>
      <a:lt1>
        <a:srgbClr val="E65C4F"/>
      </a:lt1>
      <a:dk2>
        <a:srgbClr val="78A6C9"/>
      </a:dk2>
      <a:lt2>
        <a:srgbClr val="EAEFF3"/>
      </a:lt2>
      <a:accent1>
        <a:srgbClr val="E65C4F"/>
      </a:accent1>
      <a:accent2>
        <a:srgbClr val="78A6C9"/>
      </a:accent2>
      <a:accent3>
        <a:srgbClr val="33699A"/>
      </a:accent3>
      <a:accent4>
        <a:srgbClr val="EAEFF3"/>
      </a:accent4>
      <a:accent5>
        <a:srgbClr val="FFFFFF"/>
      </a:accent5>
      <a:accent6>
        <a:srgbClr val="33678A"/>
      </a:accent6>
      <a:hlink>
        <a:srgbClr val="E65C4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1377</TotalTime>
  <Words>461</Words>
  <Application>Microsoft Office PowerPoint</Application>
  <PresentationFormat>Widescreen</PresentationFormat>
  <Paragraphs>40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8" baseType="lpstr">
      <vt:lpstr>Nunito</vt:lpstr>
      <vt:lpstr>Saira</vt:lpstr>
      <vt:lpstr>Roboto</vt:lpstr>
      <vt:lpstr>Roboto Condensed Light</vt:lpstr>
      <vt:lpstr>Arial</vt:lpstr>
      <vt:lpstr>Saira SemiBold</vt:lpstr>
      <vt:lpstr>Wingdings</vt:lpstr>
      <vt:lpstr>Montserrat</vt:lpstr>
      <vt:lpstr>Livvic</vt:lpstr>
      <vt:lpstr>Calibri</vt:lpstr>
      <vt:lpstr>Tema de Office</vt:lpstr>
      <vt:lpstr>Tissue Nanotransfection Breakthrough by Slidesgo</vt:lpstr>
      <vt:lpstr>PowerPoint Presentation</vt:lpstr>
      <vt:lpstr>PowerPoint Presentation</vt:lpstr>
      <vt:lpstr>Condiciones</vt:lpstr>
      <vt:lpstr>PowerPoint Presentation</vt:lpstr>
      <vt:lpstr>PowerPoint Presentation</vt:lpstr>
      <vt:lpstr>Presentación ¿Expectativas frente al curso?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User</dc:creator>
  <cp:lastModifiedBy>Norbey Muñoz</cp:lastModifiedBy>
  <cp:revision>17</cp:revision>
  <dcterms:created xsi:type="dcterms:W3CDTF">2021-11-22T19:41:18Z</dcterms:created>
  <dcterms:modified xsi:type="dcterms:W3CDTF">2026-08-31T04:01:14Z</dcterms:modified>
</cp:coreProperties>
</file>