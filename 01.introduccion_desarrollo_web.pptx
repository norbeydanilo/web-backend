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70" r:id="rId4"/>
    <p:sldId id="264" r:id="rId5"/>
    <p:sldId id="258" r:id="rId6"/>
    <p:sldId id="260" r:id="rId7"/>
    <p:sldId id="271" r:id="rId8"/>
    <p:sldId id="259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A1A1CB-5BC6-418D-A4C9-030E23721348}" v="2" dt="2026-08-31T04:24:07.209"/>
  </p1510:revLst>
</p1510:revInfo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modSld">
      <pc:chgData name="Norbey Muñoz" userId="b7e811e8891ccd42" providerId="LiveId" clId="{2482167B-ADD3-4E68-AB8B-ADE9CECE27D0}" dt="2026-09-01T22:43:03.010" v="60" actId="20577"/>
      <pc:docMkLst>
        <pc:docMk/>
      </pc:docMkLst>
      <pc:sldChg chg="modSp mod">
        <pc:chgData name="Norbey Muñoz" userId="b7e811e8891ccd42" providerId="LiveId" clId="{2482167B-ADD3-4E68-AB8B-ADE9CECE27D0}" dt="2026-09-01T22:43:03.010" v="60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8-31T04:02:32.060" v="1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9-01T22:41:11.106" v="31" actId="20577"/>
          <ac:spMkLst>
            <pc:docMk/>
            <pc:sldMk cId="0" sldId="256"/>
            <ac:spMk id="91" creationId="{00000000-0000-0000-0000-000000000000}"/>
          </ac:spMkLst>
        </pc:spChg>
        <pc:spChg chg="mod">
          <ac:chgData name="Norbey Muñoz" userId="b7e811e8891ccd42" providerId="LiveId" clId="{2482167B-ADD3-4E68-AB8B-ADE9CECE27D0}" dt="2026-09-01T22:43:03.010" v="60" actId="20577"/>
          <ac:spMkLst>
            <pc:docMk/>
            <pc:sldMk cId="0" sldId="256"/>
            <ac:spMk id="98" creationId="{00000000-0000-0000-0000-000000000000}"/>
          </ac:spMkLst>
        </pc:spChg>
      </pc:sldChg>
      <pc:sldChg chg="addSp delSp mod">
        <pc:chgData name="Norbey Muñoz" userId="b7e811e8891ccd42" providerId="LiveId" clId="{2482167B-ADD3-4E68-AB8B-ADE9CECE27D0}" dt="2026-08-31T04:24:03.990" v="12" actId="22"/>
        <pc:sldMkLst>
          <pc:docMk/>
          <pc:sldMk cId="4115817981" sldId="260"/>
        </pc:sldMkLst>
        <pc:picChg chg="add del">
          <ac:chgData name="Norbey Muñoz" userId="b7e811e8891ccd42" providerId="LiveId" clId="{2482167B-ADD3-4E68-AB8B-ADE9CECE27D0}" dt="2026-08-31T04:24:03.990" v="12" actId="22"/>
          <ac:picMkLst>
            <pc:docMk/>
            <pc:sldMk cId="4115817981" sldId="260"/>
            <ac:picMk id="2" creationId="{0CF36577-C9FD-1003-B408-9AD50421A1EC}"/>
          </ac:picMkLst>
        </pc:picChg>
      </pc:sldChg>
      <pc:sldChg chg="addSp delSp modSp mod">
        <pc:chgData name="Norbey Muñoz" userId="b7e811e8891ccd42" providerId="LiveId" clId="{2482167B-ADD3-4E68-AB8B-ADE9CECE27D0}" dt="2026-08-31T04:05:42.757" v="9" actId="1076"/>
        <pc:sldMkLst>
          <pc:docMk/>
          <pc:sldMk cId="2544478692" sldId="263"/>
        </pc:sldMkLst>
        <pc:picChg chg="del">
          <ac:chgData name="Norbey Muñoz" userId="b7e811e8891ccd42" providerId="LiveId" clId="{2482167B-ADD3-4E68-AB8B-ADE9CECE27D0}" dt="2026-08-31T04:05:32.465" v="3" actId="478"/>
          <ac:picMkLst>
            <pc:docMk/>
            <pc:sldMk cId="2544478692" sldId="263"/>
            <ac:picMk id="2" creationId="{DF0C1963-3079-FB9F-6E94-64C6A7B13AD8}"/>
          </ac:picMkLst>
        </pc:picChg>
        <pc:picChg chg="add mod">
          <ac:chgData name="Norbey Muñoz" userId="b7e811e8891ccd42" providerId="LiveId" clId="{2482167B-ADD3-4E68-AB8B-ADE9CECE27D0}" dt="2026-08-31T04:05:42.757" v="9" actId="1076"/>
          <ac:picMkLst>
            <pc:docMk/>
            <pc:sldMk cId="2544478692" sldId="263"/>
            <ac:picMk id="3" creationId="{BB4CF2EE-4FE8-FA91-9835-70AC3F7853CF}"/>
          </ac:picMkLst>
        </pc:picChg>
      </pc:sldChg>
      <pc:sldChg chg="add">
        <pc:chgData name="Norbey Muñoz" userId="b7e811e8891ccd42" providerId="LiveId" clId="{2482167B-ADD3-4E68-AB8B-ADE9CECE27D0}" dt="2026-08-31T04:05:30.743" v="2" actId="2890"/>
        <pc:sldMkLst>
          <pc:docMk/>
          <pc:sldMk cId="2518129740" sldId="270"/>
        </pc:sldMkLst>
      </pc:sldChg>
      <pc:sldChg chg="addSp delSp modSp add mod">
        <pc:chgData name="Norbey Muñoz" userId="b7e811e8891ccd42" providerId="LiveId" clId="{2482167B-ADD3-4E68-AB8B-ADE9CECE27D0}" dt="2026-08-31T04:24:09.792" v="17" actId="1076"/>
        <pc:sldMkLst>
          <pc:docMk/>
          <pc:sldMk cId="3557263602" sldId="271"/>
        </pc:sldMkLst>
        <pc:picChg chg="add mod">
          <ac:chgData name="Norbey Muñoz" userId="b7e811e8891ccd42" providerId="LiveId" clId="{2482167B-ADD3-4E68-AB8B-ADE9CECE27D0}" dt="2026-08-31T04:24:09.792" v="17" actId="1076"/>
          <ac:picMkLst>
            <pc:docMk/>
            <pc:sldMk cId="3557263602" sldId="271"/>
            <ac:picMk id="2" creationId="{F28221C7-544E-DC3D-7509-1F9C2DABED7A}"/>
          </ac:picMkLst>
        </pc:picChg>
        <pc:picChg chg="del">
          <ac:chgData name="Norbey Muñoz" userId="b7e811e8891ccd42" providerId="LiveId" clId="{2482167B-ADD3-4E68-AB8B-ADE9CECE27D0}" dt="2026-08-31T04:24:07.208" v="14" actId="478"/>
          <ac:picMkLst>
            <pc:docMk/>
            <pc:sldMk cId="3557263602" sldId="271"/>
            <ac:picMk id="4098" creationId="{66923DE0-D5F6-662A-04E1-FED09F01FE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00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01C8BF4-D22C-2B3C-0F47-FA702F87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77C3A75-3DCB-FBEE-C557-3E85F8674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4326FB4-53EA-6A26-6426-FEC810C01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972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698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32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4805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06928EA-E30D-A797-68F3-62955D35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EF9A310F-8455-BCBA-45C4-606815C6E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50F792D-4771-B1C7-D02E-AD3D22960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496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120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8895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7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613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941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272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insta.com/blog/backend-developer-salary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Desarrollo web back-</a:t>
            </a:r>
            <a:r>
              <a:rPr lang="es-CO" sz="28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end</a:t>
            </a:r>
            <a:endParaRPr lang="es-CO" sz="28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047996" y="3734215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Introducción desarrollo web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Qué es el Desarrollo Front end, Back end y Fullstack? | by Ken Ruiz Inoue |  Medium">
            <a:extLst>
              <a:ext uri="{FF2B5EF4-FFF2-40B4-BE49-F238E27FC236}">
                <a16:creationId xmlns:a16="http://schemas.microsoft.com/office/drawing/2014/main" id="{BB4CF2EE-4FE8-FA91-9835-70AC3F785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297" y="1979623"/>
            <a:ext cx="6517406" cy="366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7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5DEF66D-6ECC-0EEF-5BA7-6CD21D8C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209CB16-85A3-81CC-9FB4-815E179680E6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B93EB8BD-2903-1C4C-8127-D12489879FD7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Desarrollador frontend, backend o fullstack?">
            <a:extLst>
              <a:ext uri="{FF2B5EF4-FFF2-40B4-BE49-F238E27FC236}">
                <a16:creationId xmlns:a16="http://schemas.microsoft.com/office/drawing/2014/main" id="{0582A6D3-D6A2-6619-8C26-7A56EFA71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451" y="1266752"/>
            <a:ext cx="6149098" cy="47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12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Front End vs Back End Development: What's the Difference?">
            <a:extLst>
              <a:ext uri="{FF2B5EF4-FFF2-40B4-BE49-F238E27FC236}">
                <a16:creationId xmlns:a16="http://schemas.microsoft.com/office/drawing/2014/main" id="{2C8B2CFB-B07F-8484-574C-BDFA5ED2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40" y="1566189"/>
            <a:ext cx="8341919" cy="417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48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Qué es BACKEND y FRONTEND? (guía completa) | EDteam">
            <a:extLst>
              <a:ext uri="{FF2B5EF4-FFF2-40B4-BE49-F238E27FC236}">
                <a16:creationId xmlns:a16="http://schemas.microsoft.com/office/drawing/2014/main" id="{ABFEF049-8730-C7DC-A43F-07912D08A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4" t="17595" r="3218" b="19986"/>
          <a:stretch/>
        </p:blipFill>
        <p:spPr bwMode="auto">
          <a:xfrm>
            <a:off x="1381567" y="1840033"/>
            <a:ext cx="9428865" cy="361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65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 descr="Qué es frontend y backend? - Ecdisis Estudio">
            <a:extLst>
              <a:ext uri="{FF2B5EF4-FFF2-40B4-BE49-F238E27FC236}">
                <a16:creationId xmlns:a16="http://schemas.microsoft.com/office/drawing/2014/main" id="{FB803905-7BBA-77FA-889F-925523021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050" y="1277911"/>
            <a:ext cx="5475899" cy="474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81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AAD371C-0A9F-B144-ACAC-EE8EE89E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84734F2E-63BD-4E3A-99FE-B6B8FED6B4A4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D8053FA-BD93-6AC8-4A8C-7C9593F9A523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– 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Qué es el backend y por qué infravaloras a los desarrolladores -">
            <a:extLst>
              <a:ext uri="{FF2B5EF4-FFF2-40B4-BE49-F238E27FC236}">
                <a16:creationId xmlns:a16="http://schemas.microsoft.com/office/drawing/2014/main" id="{F28221C7-544E-DC3D-7509-1F9C2DABE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53001"/>
            <a:ext cx="76200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6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D985A7-606A-6993-365C-A683C6C37E0A}"/>
              </a:ext>
            </a:extLst>
          </p:cNvPr>
          <p:cNvSpPr txBox="1"/>
          <p:nvPr/>
        </p:nvSpPr>
        <p:spPr>
          <a:xfrm>
            <a:off x="992626" y="1874728"/>
            <a:ext cx="102067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El Back-</a:t>
            </a:r>
            <a:r>
              <a:rPr lang="es-ES" sz="2800" dirty="0" err="1"/>
              <a:t>end</a:t>
            </a:r>
            <a:r>
              <a:rPr lang="es-ES" sz="2800" dirty="0"/>
              <a:t> es la parte o rama del desarrollo web encargada de que toda la lógica del negocio funcione.</a:t>
            </a:r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2800" dirty="0"/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Es la parte de la aplicación que el usuario final no puede ver.</a:t>
            </a:r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2800" dirty="0"/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Es la lógica, el motor, las funcionalidades que permiten el buen actuar de nuestra aplicación.</a:t>
            </a:r>
          </a:p>
        </p:txBody>
      </p:sp>
    </p:spTree>
    <p:extLst>
      <p:ext uri="{BB962C8B-B14F-4D97-AF65-F5344CB8AC3E}">
        <p14:creationId xmlns:p14="http://schemas.microsoft.com/office/powerpoint/2010/main" val="158918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Front-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D985A7-606A-6993-365C-A683C6C37E0A}"/>
              </a:ext>
            </a:extLst>
          </p:cNvPr>
          <p:cNvSpPr txBox="1"/>
          <p:nvPr/>
        </p:nvSpPr>
        <p:spPr>
          <a:xfrm>
            <a:off x="992626" y="2736502"/>
            <a:ext cx="102067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Front-</a:t>
            </a:r>
            <a:r>
              <a:rPr lang="es-ES" sz="2800" dirty="0" err="1"/>
              <a:t>end</a:t>
            </a:r>
            <a:r>
              <a:rPr lang="es-ES" sz="2800" dirty="0"/>
              <a:t> es la parte de un programa o dispositivo a la que un usuario puede acceder directamente. Son todas las tecnologías de diseño y desarrollo web del lado del usuario.</a:t>
            </a:r>
          </a:p>
        </p:txBody>
      </p:sp>
    </p:spTree>
    <p:extLst>
      <p:ext uri="{BB962C8B-B14F-4D97-AF65-F5344CB8AC3E}">
        <p14:creationId xmlns:p14="http://schemas.microsoft.com/office/powerpoint/2010/main" val="214582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</a:t>
            </a:r>
            <a:r>
              <a:rPr lang="es-ES" sz="3200" b="1" dirty="0" err="1">
                <a:solidFill>
                  <a:srgbClr val="08287C"/>
                </a:solidFill>
              </a:rPr>
              <a:t>developer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1251E7-4DE1-9331-EDB3-01890BD835F8}"/>
              </a:ext>
            </a:extLst>
          </p:cNvPr>
          <p:cNvSpPr txBox="1"/>
          <p:nvPr/>
        </p:nvSpPr>
        <p:spPr>
          <a:xfrm>
            <a:off x="992626" y="2828835"/>
            <a:ext cx="102067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400" dirty="0"/>
              <a:t>Un desarrollador back-</a:t>
            </a:r>
            <a:r>
              <a:rPr lang="es-ES" sz="2400" dirty="0" err="1"/>
              <a:t>end</a:t>
            </a:r>
            <a:r>
              <a:rPr lang="es-ES" sz="2400" dirty="0"/>
              <a:t> se ocupa de la arquitectura interna de una web o aplicación móvil que soporta la interfaz de usuario y la operatividad de la solución en general.</a:t>
            </a:r>
          </a:p>
        </p:txBody>
      </p:sp>
    </p:spTree>
    <p:extLst>
      <p:ext uri="{BB962C8B-B14F-4D97-AF65-F5344CB8AC3E}">
        <p14:creationId xmlns:p14="http://schemas.microsoft.com/office/powerpoint/2010/main" val="81434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</a:t>
            </a:r>
            <a:r>
              <a:rPr lang="es-ES" sz="3200" b="1" dirty="0" err="1">
                <a:solidFill>
                  <a:srgbClr val="08287C"/>
                </a:solidFill>
              </a:rPr>
              <a:t>developer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Responsabilidades del desarrollador backend">
            <a:extLst>
              <a:ext uri="{FF2B5EF4-FFF2-40B4-BE49-F238E27FC236}">
                <a16:creationId xmlns:a16="http://schemas.microsoft.com/office/drawing/2014/main" id="{46BBCF5B-0F3C-AA78-3554-AC548BFC7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209" y="1293778"/>
            <a:ext cx="6277581" cy="470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93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</a:t>
            </a:r>
            <a:r>
              <a:rPr lang="es-ES" sz="3200" b="1" dirty="0" err="1">
                <a:solidFill>
                  <a:srgbClr val="08287C"/>
                </a:solidFill>
              </a:rPr>
              <a:t>developer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Habilidades y conocimientos del  desarrollador backend">
            <a:extLst>
              <a:ext uri="{FF2B5EF4-FFF2-40B4-BE49-F238E27FC236}">
                <a16:creationId xmlns:a16="http://schemas.microsoft.com/office/drawing/2014/main" id="{2CE61ED2-AA99-16B6-F6AD-AB6C5ED00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85" y="1319184"/>
            <a:ext cx="6140429" cy="460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342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Back-</a:t>
            </a:r>
            <a:r>
              <a:rPr lang="es-ES" sz="3200" b="1" dirty="0" err="1">
                <a:solidFill>
                  <a:srgbClr val="08287C"/>
                </a:solidFill>
              </a:rPr>
              <a:t>end</a:t>
            </a:r>
            <a:r>
              <a:rPr lang="es-ES" sz="3200" b="1" dirty="0">
                <a:solidFill>
                  <a:srgbClr val="08287C"/>
                </a:solidFill>
              </a:rPr>
              <a:t> </a:t>
            </a:r>
            <a:r>
              <a:rPr lang="es-ES" sz="3200" b="1" dirty="0" err="1">
                <a:solidFill>
                  <a:srgbClr val="08287C"/>
                </a:solidFill>
              </a:rPr>
              <a:t>developer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3AAC82-6DC9-26AD-C370-C09D367F6BEB}"/>
              </a:ext>
            </a:extLst>
          </p:cNvPr>
          <p:cNvSpPr txBox="1"/>
          <p:nvPr/>
        </p:nvSpPr>
        <p:spPr>
          <a:xfrm>
            <a:off x="2237767" y="3198167"/>
            <a:ext cx="7716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/>
            </a:lvl1pPr>
          </a:lstStyle>
          <a:p>
            <a:r>
              <a:rPr lang="es-CO" dirty="0">
                <a:hlinkClick r:id="rId3"/>
              </a:rPr>
              <a:t>https://kinsta.com/blog/backend-developer-salary/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4430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</TotalTime>
  <Words>164</Words>
  <Application>Microsoft Office PowerPoint</Application>
  <PresentationFormat>Widescreen</PresentationFormat>
  <Paragraphs>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2026-09-01T22:43:06Z</dcterms:modified>
</cp:coreProperties>
</file>