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 id="2147483673" r:id="rId2"/>
  </p:sldMasterIdLst>
  <p:notesMasterIdLst>
    <p:notesMasterId r:id="rId56"/>
  </p:notesMasterIdLst>
  <p:sldIdLst>
    <p:sldId id="256" r:id="rId3"/>
    <p:sldId id="257" r:id="rId4"/>
    <p:sldId id="341" r:id="rId5"/>
    <p:sldId id="342" r:id="rId6"/>
    <p:sldId id="343" r:id="rId7"/>
    <p:sldId id="344" r:id="rId8"/>
    <p:sldId id="392" r:id="rId9"/>
    <p:sldId id="393" r:id="rId10"/>
    <p:sldId id="340" r:id="rId11"/>
    <p:sldId id="258" r:id="rId12"/>
    <p:sldId id="259" r:id="rId13"/>
    <p:sldId id="345" r:id="rId14"/>
    <p:sldId id="260" r:id="rId15"/>
    <p:sldId id="261" r:id="rId16"/>
    <p:sldId id="262" r:id="rId17"/>
    <p:sldId id="263" r:id="rId18"/>
    <p:sldId id="394" r:id="rId19"/>
    <p:sldId id="395" r:id="rId20"/>
    <p:sldId id="396" r:id="rId21"/>
    <p:sldId id="397" r:id="rId22"/>
    <p:sldId id="398" r:id="rId23"/>
    <p:sldId id="399" r:id="rId24"/>
    <p:sldId id="264" r:id="rId25"/>
    <p:sldId id="265" r:id="rId26"/>
    <p:sldId id="266" r:id="rId27"/>
    <p:sldId id="269" r:id="rId28"/>
    <p:sldId id="346" r:id="rId29"/>
    <p:sldId id="400" r:id="rId30"/>
    <p:sldId id="401" r:id="rId31"/>
    <p:sldId id="402" r:id="rId32"/>
    <p:sldId id="374" r:id="rId33"/>
    <p:sldId id="375" r:id="rId34"/>
    <p:sldId id="348" r:id="rId35"/>
    <p:sldId id="363" r:id="rId36"/>
    <p:sldId id="403" r:id="rId37"/>
    <p:sldId id="404" r:id="rId38"/>
    <p:sldId id="405" r:id="rId39"/>
    <p:sldId id="364" r:id="rId40"/>
    <p:sldId id="365" r:id="rId41"/>
    <p:sldId id="366" r:id="rId42"/>
    <p:sldId id="349" r:id="rId43"/>
    <p:sldId id="301" r:id="rId44"/>
    <p:sldId id="331" r:id="rId45"/>
    <p:sldId id="367" r:id="rId46"/>
    <p:sldId id="368" r:id="rId47"/>
    <p:sldId id="369" r:id="rId48"/>
    <p:sldId id="370" r:id="rId49"/>
    <p:sldId id="371" r:id="rId50"/>
    <p:sldId id="372" r:id="rId51"/>
    <p:sldId id="373" r:id="rId52"/>
    <p:sldId id="376" r:id="rId53"/>
    <p:sldId id="277" r:id="rId54"/>
    <p:sldId id="339" r:id="rId55"/>
  </p:sldIdLst>
  <p:sldSz cx="9144000" cy="5143500" type="screen16x9"/>
  <p:notesSz cx="6858000" cy="9144000"/>
  <p:embeddedFontLst>
    <p:embeddedFont>
      <p:font typeface="Oswald" panose="00000500000000000000" pitchFamily="2" charset="0"/>
      <p:regular r:id="rId57"/>
      <p:bold r:id="rId58"/>
    </p:embeddedFont>
    <p:embeddedFont>
      <p:font typeface="Proxima Nova" panose="020B0604020202020204" charset="0"/>
      <p:regular r:id="rId59"/>
      <p:bold r:id="rId60"/>
      <p:italic r:id="rId61"/>
      <p:boldItalic r:id="rId62"/>
    </p:embeddedFont>
    <p:embeddedFont>
      <p:font typeface="Proxima Nova Semibold" panose="020B0604020202020204" charset="0"/>
      <p:regular r:id="rId63"/>
      <p:bold r:id="rId64"/>
      <p:boldItalic r:id="rId65"/>
    </p:embeddedFont>
    <p:embeddedFont>
      <p:font typeface="Quattrocento" panose="02020502030000000404" pitchFamily="18" charset="0"/>
      <p:regular r:id="rId66"/>
      <p:bold r:id="rId67"/>
    </p:embeddedFont>
    <p:embeddedFont>
      <p:font typeface="Raleway" pitchFamily="2" charset="0"/>
      <p:regular r:id="rId68"/>
      <p:bold r:id="rId69"/>
      <p:italic r:id="rId70"/>
      <p:boldItalic r:id="rId71"/>
    </p:embeddedFont>
    <p:embeddedFont>
      <p:font typeface="Roboto" panose="02000000000000000000" pitchFamily="2" charset="0"/>
      <p:regular r:id="rId72"/>
      <p:bold r:id="rId73"/>
      <p:italic r:id="rId74"/>
      <p:boldItalic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E227E"/>
    <a:srgbClr val="00B9CD"/>
    <a:srgbClr val="0077C8"/>
    <a:srgbClr val="FFFFFF"/>
    <a:srgbClr val="00487A"/>
    <a:srgbClr val="00467A"/>
    <a:srgbClr val="FF772B"/>
    <a:srgbClr val="9E9E9E"/>
    <a:srgbClr val="F6F6F6"/>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8E29574-4798-4128-915B-BB09BB36CB84}">
  <a:tblStyle styleId="{88E29574-4798-4128-915B-BB09BB36CB8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774" autoAdjust="0"/>
  </p:normalViewPr>
  <p:slideViewPr>
    <p:cSldViewPr snapToGrid="0">
      <p:cViewPr varScale="1">
        <p:scale>
          <a:sx n="92" d="100"/>
          <a:sy n="92" d="100"/>
        </p:scale>
        <p:origin x="118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7.fntdata"/><Relationship Id="rId68" Type="http://schemas.openxmlformats.org/officeDocument/2006/relationships/font" Target="fonts/font12.fntdata"/><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font" Target="fonts/font2.fntdata"/><Relationship Id="rId66" Type="http://schemas.openxmlformats.org/officeDocument/2006/relationships/font" Target="fonts/font10.fntdata"/><Relationship Id="rId74" Type="http://schemas.openxmlformats.org/officeDocument/2006/relationships/font" Target="fonts/font18.fntdata"/><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font" Target="fonts/font5.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64" Type="http://schemas.openxmlformats.org/officeDocument/2006/relationships/font" Target="fonts/font8.fntdata"/><Relationship Id="rId69" Type="http://schemas.openxmlformats.org/officeDocument/2006/relationships/font" Target="fonts/font13.fntdata"/><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6.fntdata"/><Relationship Id="rId80" Type="http://schemas.microsoft.com/office/2016/11/relationships/changesInfo" Target="changesInfos/changesInfo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6.fntdata"/><Relationship Id="rId70" Type="http://schemas.openxmlformats.org/officeDocument/2006/relationships/font" Target="fonts/font14.fntdata"/><Relationship Id="rId75"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1.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4.fntdata"/><Relationship Id="rId65" Type="http://schemas.openxmlformats.org/officeDocument/2006/relationships/font" Target="fonts/font9.fntdata"/><Relationship Id="rId73" Type="http://schemas.openxmlformats.org/officeDocument/2006/relationships/font" Target="fonts/font17.fntdata"/><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font" Target="fonts/font15.fntdata"/><Relationship Id="rId2" Type="http://schemas.openxmlformats.org/officeDocument/2006/relationships/slideMaster" Target="slideMasters/slideMaster2.xml"/><Relationship Id="rId29"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Muñoz" userId="b7e811e8891ccd42" providerId="LiveId" clId="{2482167B-ADD3-4E68-AB8B-ADE9CECE27D0}"/>
    <pc:docChg chg="delSld modSld">
      <pc:chgData name="Norbey Muñoz" userId="b7e811e8891ccd42" providerId="LiveId" clId="{2482167B-ADD3-4E68-AB8B-ADE9CECE27D0}" dt="2026-09-01T22:44:04.542" v="40" actId="47"/>
      <pc:docMkLst>
        <pc:docMk/>
      </pc:docMkLst>
      <pc:sldChg chg="modSp mod">
        <pc:chgData name="Norbey Muñoz" userId="b7e811e8891ccd42" providerId="LiveId" clId="{2482167B-ADD3-4E68-AB8B-ADE9CECE27D0}" dt="2026-08-31T03:57:03.400" v="1" actId="20577"/>
        <pc:sldMkLst>
          <pc:docMk/>
          <pc:sldMk cId="0" sldId="256"/>
        </pc:sldMkLst>
        <pc:spChg chg="mod">
          <ac:chgData name="Norbey Muñoz" userId="b7e811e8891ccd42" providerId="LiveId" clId="{2482167B-ADD3-4E68-AB8B-ADE9CECE27D0}" dt="2026-08-31T03:57:03.400" v="1" actId="20577"/>
          <ac:spMkLst>
            <pc:docMk/>
            <pc:sldMk cId="0" sldId="256"/>
            <ac:spMk id="6" creationId="{64F06BC9-365B-E85D-3397-3C823E0CD405}"/>
          </ac:spMkLst>
        </pc:spChg>
      </pc:sldChg>
      <pc:sldChg chg="del">
        <pc:chgData name="Norbey Muñoz" userId="b7e811e8891ccd42" providerId="LiveId" clId="{2482167B-ADD3-4E68-AB8B-ADE9CECE27D0}" dt="2026-09-01T22:44:02.855" v="39" actId="47"/>
        <pc:sldMkLst>
          <pc:docMk/>
          <pc:sldMk cId="0" sldId="267"/>
        </pc:sldMkLst>
      </pc:sldChg>
      <pc:sldChg chg="del">
        <pc:chgData name="Norbey Muñoz" userId="b7e811e8891ccd42" providerId="LiveId" clId="{2482167B-ADD3-4E68-AB8B-ADE9CECE27D0}" dt="2026-09-01T22:44:04.542" v="40" actId="47"/>
        <pc:sldMkLst>
          <pc:docMk/>
          <pc:sldMk cId="0" sldId="268"/>
        </pc:sldMkLst>
      </pc:sldChg>
      <pc:sldChg chg="del">
        <pc:chgData name="Norbey Muñoz" userId="b7e811e8891ccd42" providerId="LiveId" clId="{2482167B-ADD3-4E68-AB8B-ADE9CECE27D0}" dt="2026-08-31T04:25:03.160" v="2" actId="47"/>
        <pc:sldMkLst>
          <pc:docMk/>
          <pc:sldMk cId="0" sldId="270"/>
        </pc:sldMkLst>
      </pc:sldChg>
      <pc:sldChg chg="del">
        <pc:chgData name="Norbey Muñoz" userId="b7e811e8891ccd42" providerId="LiveId" clId="{2482167B-ADD3-4E68-AB8B-ADE9CECE27D0}" dt="2026-08-31T04:25:04.115" v="3" actId="47"/>
        <pc:sldMkLst>
          <pc:docMk/>
          <pc:sldMk cId="0" sldId="271"/>
        </pc:sldMkLst>
      </pc:sldChg>
      <pc:sldChg chg="del">
        <pc:chgData name="Norbey Muñoz" userId="b7e811e8891ccd42" providerId="LiveId" clId="{2482167B-ADD3-4E68-AB8B-ADE9CECE27D0}" dt="2026-08-31T04:25:04.436" v="4" actId="47"/>
        <pc:sldMkLst>
          <pc:docMk/>
          <pc:sldMk cId="0" sldId="272"/>
        </pc:sldMkLst>
      </pc:sldChg>
      <pc:sldChg chg="del">
        <pc:chgData name="Norbey Muñoz" userId="b7e811e8891ccd42" providerId="LiveId" clId="{2482167B-ADD3-4E68-AB8B-ADE9CECE27D0}" dt="2026-08-31T04:25:04.791" v="5" actId="47"/>
        <pc:sldMkLst>
          <pc:docMk/>
          <pc:sldMk cId="0" sldId="273"/>
        </pc:sldMkLst>
      </pc:sldChg>
      <pc:sldChg chg="del">
        <pc:chgData name="Norbey Muñoz" userId="b7e811e8891ccd42" providerId="LiveId" clId="{2482167B-ADD3-4E68-AB8B-ADE9CECE27D0}" dt="2026-08-31T04:25:05.146" v="6" actId="47"/>
        <pc:sldMkLst>
          <pc:docMk/>
          <pc:sldMk cId="0" sldId="274"/>
        </pc:sldMkLst>
      </pc:sldChg>
      <pc:sldChg chg="del">
        <pc:chgData name="Norbey Muñoz" userId="b7e811e8891ccd42" providerId="LiveId" clId="{2482167B-ADD3-4E68-AB8B-ADE9CECE27D0}" dt="2026-08-31T04:25:05.493" v="7" actId="47"/>
        <pc:sldMkLst>
          <pc:docMk/>
          <pc:sldMk cId="0" sldId="275"/>
        </pc:sldMkLst>
      </pc:sldChg>
      <pc:sldChg chg="del">
        <pc:chgData name="Norbey Muñoz" userId="b7e811e8891ccd42" providerId="LiveId" clId="{2482167B-ADD3-4E68-AB8B-ADE9CECE27D0}" dt="2026-08-31T04:25:05.859" v="8" actId="47"/>
        <pc:sldMkLst>
          <pc:docMk/>
          <pc:sldMk cId="0" sldId="276"/>
        </pc:sldMkLst>
      </pc:sldChg>
      <pc:sldChg chg="del">
        <pc:chgData name="Norbey Muñoz" userId="b7e811e8891ccd42" providerId="LiveId" clId="{2482167B-ADD3-4E68-AB8B-ADE9CECE27D0}" dt="2026-08-31T04:25:06.125" v="9" actId="47"/>
        <pc:sldMkLst>
          <pc:docMk/>
          <pc:sldMk cId="0" sldId="295"/>
        </pc:sldMkLst>
      </pc:sldChg>
      <pc:sldChg chg="del">
        <pc:chgData name="Norbey Muñoz" userId="b7e811e8891ccd42" providerId="LiveId" clId="{2482167B-ADD3-4E68-AB8B-ADE9CECE27D0}" dt="2026-08-31T04:25:08.836" v="15" actId="47"/>
        <pc:sldMkLst>
          <pc:docMk/>
          <pc:sldMk cId="663328502" sldId="347"/>
        </pc:sldMkLst>
      </pc:sldChg>
      <pc:sldChg chg="del">
        <pc:chgData name="Norbey Muñoz" userId="b7e811e8891ccd42" providerId="LiveId" clId="{2482167B-ADD3-4E68-AB8B-ADE9CECE27D0}" dt="2026-08-31T04:25:39.404" v="23" actId="47"/>
        <pc:sldMkLst>
          <pc:docMk/>
          <pc:sldMk cId="2443619864" sldId="350"/>
        </pc:sldMkLst>
      </pc:sldChg>
      <pc:sldChg chg="del">
        <pc:chgData name="Norbey Muñoz" userId="b7e811e8891ccd42" providerId="LiveId" clId="{2482167B-ADD3-4E68-AB8B-ADE9CECE27D0}" dt="2026-08-31T04:25:06.480" v="10" actId="47"/>
        <pc:sldMkLst>
          <pc:docMk/>
          <pc:sldMk cId="2172968669" sldId="351"/>
        </pc:sldMkLst>
      </pc:sldChg>
      <pc:sldChg chg="del">
        <pc:chgData name="Norbey Muñoz" userId="b7e811e8891ccd42" providerId="LiveId" clId="{2482167B-ADD3-4E68-AB8B-ADE9CECE27D0}" dt="2026-08-31T04:25:06.798" v="11" actId="47"/>
        <pc:sldMkLst>
          <pc:docMk/>
          <pc:sldMk cId="4091673050" sldId="352"/>
        </pc:sldMkLst>
      </pc:sldChg>
      <pc:sldChg chg="del">
        <pc:chgData name="Norbey Muñoz" userId="b7e811e8891ccd42" providerId="LiveId" clId="{2482167B-ADD3-4E68-AB8B-ADE9CECE27D0}" dt="2026-08-31T04:25:07.206" v="12" actId="47"/>
        <pc:sldMkLst>
          <pc:docMk/>
          <pc:sldMk cId="1031103229" sldId="353"/>
        </pc:sldMkLst>
      </pc:sldChg>
      <pc:sldChg chg="del">
        <pc:chgData name="Norbey Muñoz" userId="b7e811e8891ccd42" providerId="LiveId" clId="{2482167B-ADD3-4E68-AB8B-ADE9CECE27D0}" dt="2026-08-31T04:25:07.817" v="13" actId="47"/>
        <pc:sldMkLst>
          <pc:docMk/>
          <pc:sldMk cId="1485917555" sldId="354"/>
        </pc:sldMkLst>
      </pc:sldChg>
      <pc:sldChg chg="del">
        <pc:chgData name="Norbey Muñoz" userId="b7e811e8891ccd42" providerId="LiveId" clId="{2482167B-ADD3-4E68-AB8B-ADE9CECE27D0}" dt="2026-08-31T04:25:08.215" v="14" actId="47"/>
        <pc:sldMkLst>
          <pc:docMk/>
          <pc:sldMk cId="3849894704" sldId="355"/>
        </pc:sldMkLst>
      </pc:sldChg>
      <pc:sldChg chg="del">
        <pc:chgData name="Norbey Muñoz" userId="b7e811e8891ccd42" providerId="LiveId" clId="{2482167B-ADD3-4E68-AB8B-ADE9CECE27D0}" dt="2026-08-31T04:25:09.088" v="16" actId="47"/>
        <pc:sldMkLst>
          <pc:docMk/>
          <pc:sldMk cId="1581437966" sldId="356"/>
        </pc:sldMkLst>
      </pc:sldChg>
      <pc:sldChg chg="del">
        <pc:chgData name="Norbey Muñoz" userId="b7e811e8891ccd42" providerId="LiveId" clId="{2482167B-ADD3-4E68-AB8B-ADE9CECE27D0}" dt="2026-08-31T04:25:09.406" v="17" actId="47"/>
        <pc:sldMkLst>
          <pc:docMk/>
          <pc:sldMk cId="1142893149" sldId="357"/>
        </pc:sldMkLst>
      </pc:sldChg>
      <pc:sldChg chg="del">
        <pc:chgData name="Norbey Muñoz" userId="b7e811e8891ccd42" providerId="LiveId" clId="{2482167B-ADD3-4E68-AB8B-ADE9CECE27D0}" dt="2026-08-31T04:25:09.782" v="18" actId="47"/>
        <pc:sldMkLst>
          <pc:docMk/>
          <pc:sldMk cId="3757922479" sldId="358"/>
        </pc:sldMkLst>
      </pc:sldChg>
      <pc:sldChg chg="del">
        <pc:chgData name="Norbey Muñoz" userId="b7e811e8891ccd42" providerId="LiveId" clId="{2482167B-ADD3-4E68-AB8B-ADE9CECE27D0}" dt="2026-08-31T04:25:10.060" v="19" actId="47"/>
        <pc:sldMkLst>
          <pc:docMk/>
          <pc:sldMk cId="1962026985" sldId="359"/>
        </pc:sldMkLst>
      </pc:sldChg>
      <pc:sldChg chg="del">
        <pc:chgData name="Norbey Muñoz" userId="b7e811e8891ccd42" providerId="LiveId" clId="{2482167B-ADD3-4E68-AB8B-ADE9CECE27D0}" dt="2026-08-31T04:25:10.355" v="20" actId="47"/>
        <pc:sldMkLst>
          <pc:docMk/>
          <pc:sldMk cId="913838180" sldId="360"/>
        </pc:sldMkLst>
      </pc:sldChg>
      <pc:sldChg chg="del">
        <pc:chgData name="Norbey Muñoz" userId="b7e811e8891ccd42" providerId="LiveId" clId="{2482167B-ADD3-4E68-AB8B-ADE9CECE27D0}" dt="2026-08-31T04:25:10.767" v="21" actId="47"/>
        <pc:sldMkLst>
          <pc:docMk/>
          <pc:sldMk cId="3522702569" sldId="361"/>
        </pc:sldMkLst>
      </pc:sldChg>
      <pc:sldChg chg="del">
        <pc:chgData name="Norbey Muñoz" userId="b7e811e8891ccd42" providerId="LiveId" clId="{2482167B-ADD3-4E68-AB8B-ADE9CECE27D0}" dt="2026-08-31T04:25:11.053" v="22" actId="47"/>
        <pc:sldMkLst>
          <pc:docMk/>
          <pc:sldMk cId="1908015435" sldId="362"/>
        </pc:sldMkLst>
      </pc:sldChg>
      <pc:sldChg chg="del">
        <pc:chgData name="Norbey Muñoz" userId="b7e811e8891ccd42" providerId="LiveId" clId="{2482167B-ADD3-4E68-AB8B-ADE9CECE27D0}" dt="2026-08-31T04:25:39.721" v="24" actId="47"/>
        <pc:sldMkLst>
          <pc:docMk/>
          <pc:sldMk cId="3811819716" sldId="377"/>
        </pc:sldMkLst>
      </pc:sldChg>
      <pc:sldChg chg="del">
        <pc:chgData name="Norbey Muñoz" userId="b7e811e8891ccd42" providerId="LiveId" clId="{2482167B-ADD3-4E68-AB8B-ADE9CECE27D0}" dt="2026-08-31T04:25:39.987" v="25" actId="47"/>
        <pc:sldMkLst>
          <pc:docMk/>
          <pc:sldMk cId="3004207377" sldId="378"/>
        </pc:sldMkLst>
      </pc:sldChg>
      <pc:sldChg chg="del">
        <pc:chgData name="Norbey Muñoz" userId="b7e811e8891ccd42" providerId="LiveId" clId="{2482167B-ADD3-4E68-AB8B-ADE9CECE27D0}" dt="2026-08-31T04:25:40.246" v="26" actId="47"/>
        <pc:sldMkLst>
          <pc:docMk/>
          <pc:sldMk cId="4276615358" sldId="379"/>
        </pc:sldMkLst>
      </pc:sldChg>
      <pc:sldChg chg="del">
        <pc:chgData name="Norbey Muñoz" userId="b7e811e8891ccd42" providerId="LiveId" clId="{2482167B-ADD3-4E68-AB8B-ADE9CECE27D0}" dt="2026-08-31T04:25:40.721" v="27" actId="47"/>
        <pc:sldMkLst>
          <pc:docMk/>
          <pc:sldMk cId="2267902226" sldId="380"/>
        </pc:sldMkLst>
      </pc:sldChg>
      <pc:sldChg chg="del">
        <pc:chgData name="Norbey Muñoz" userId="b7e811e8891ccd42" providerId="LiveId" clId="{2482167B-ADD3-4E68-AB8B-ADE9CECE27D0}" dt="2026-08-31T04:25:41.259" v="28" actId="47"/>
        <pc:sldMkLst>
          <pc:docMk/>
          <pc:sldMk cId="2091028922" sldId="381"/>
        </pc:sldMkLst>
      </pc:sldChg>
      <pc:sldChg chg="del">
        <pc:chgData name="Norbey Muñoz" userId="b7e811e8891ccd42" providerId="LiveId" clId="{2482167B-ADD3-4E68-AB8B-ADE9CECE27D0}" dt="2026-08-31T04:25:42.045" v="29" actId="47"/>
        <pc:sldMkLst>
          <pc:docMk/>
          <pc:sldMk cId="3254428721" sldId="382"/>
        </pc:sldMkLst>
      </pc:sldChg>
      <pc:sldChg chg="del">
        <pc:chgData name="Norbey Muñoz" userId="b7e811e8891ccd42" providerId="LiveId" clId="{2482167B-ADD3-4E68-AB8B-ADE9CECE27D0}" dt="2026-08-31T04:25:42.447" v="30" actId="47"/>
        <pc:sldMkLst>
          <pc:docMk/>
          <pc:sldMk cId="3096085942" sldId="383"/>
        </pc:sldMkLst>
      </pc:sldChg>
      <pc:sldChg chg="del">
        <pc:chgData name="Norbey Muñoz" userId="b7e811e8891ccd42" providerId="LiveId" clId="{2482167B-ADD3-4E68-AB8B-ADE9CECE27D0}" dt="2026-08-31T04:25:43.043" v="31" actId="47"/>
        <pc:sldMkLst>
          <pc:docMk/>
          <pc:sldMk cId="1543492321" sldId="384"/>
        </pc:sldMkLst>
      </pc:sldChg>
      <pc:sldChg chg="del">
        <pc:chgData name="Norbey Muñoz" userId="b7e811e8891ccd42" providerId="LiveId" clId="{2482167B-ADD3-4E68-AB8B-ADE9CECE27D0}" dt="2026-08-31T04:25:43.917" v="32" actId="47"/>
        <pc:sldMkLst>
          <pc:docMk/>
          <pc:sldMk cId="3254421840" sldId="385"/>
        </pc:sldMkLst>
      </pc:sldChg>
      <pc:sldChg chg="del">
        <pc:chgData name="Norbey Muñoz" userId="b7e811e8891ccd42" providerId="LiveId" clId="{2482167B-ADD3-4E68-AB8B-ADE9CECE27D0}" dt="2026-08-31T04:25:44.727" v="33" actId="47"/>
        <pc:sldMkLst>
          <pc:docMk/>
          <pc:sldMk cId="4077027043" sldId="386"/>
        </pc:sldMkLst>
      </pc:sldChg>
      <pc:sldChg chg="del">
        <pc:chgData name="Norbey Muñoz" userId="b7e811e8891ccd42" providerId="LiveId" clId="{2482167B-ADD3-4E68-AB8B-ADE9CECE27D0}" dt="2026-08-31T04:25:45.443" v="34" actId="47"/>
        <pc:sldMkLst>
          <pc:docMk/>
          <pc:sldMk cId="614164518" sldId="387"/>
        </pc:sldMkLst>
      </pc:sldChg>
      <pc:sldChg chg="del">
        <pc:chgData name="Norbey Muñoz" userId="b7e811e8891ccd42" providerId="LiveId" clId="{2482167B-ADD3-4E68-AB8B-ADE9CECE27D0}" dt="2026-08-31T04:25:46.043" v="35" actId="47"/>
        <pc:sldMkLst>
          <pc:docMk/>
          <pc:sldMk cId="1779705435" sldId="388"/>
        </pc:sldMkLst>
      </pc:sldChg>
      <pc:sldChg chg="del">
        <pc:chgData name="Norbey Muñoz" userId="b7e811e8891ccd42" providerId="LiveId" clId="{2482167B-ADD3-4E68-AB8B-ADE9CECE27D0}" dt="2026-08-31T04:25:46.646" v="36" actId="47"/>
        <pc:sldMkLst>
          <pc:docMk/>
          <pc:sldMk cId="2644121392" sldId="389"/>
        </pc:sldMkLst>
      </pc:sldChg>
      <pc:sldChg chg="del">
        <pc:chgData name="Norbey Muñoz" userId="b7e811e8891ccd42" providerId="LiveId" clId="{2482167B-ADD3-4E68-AB8B-ADE9CECE27D0}" dt="2026-08-31T04:25:47.024" v="37" actId="47"/>
        <pc:sldMkLst>
          <pc:docMk/>
          <pc:sldMk cId="4167231099" sldId="390"/>
        </pc:sldMkLst>
      </pc:sldChg>
      <pc:sldChg chg="del">
        <pc:chgData name="Norbey Muñoz" userId="b7e811e8891ccd42" providerId="LiveId" clId="{2482167B-ADD3-4E68-AB8B-ADE9CECE27D0}" dt="2026-08-31T04:25:47.603" v="38" actId="47"/>
        <pc:sldMkLst>
          <pc:docMk/>
          <pc:sldMk cId="2265682058" sldId="391"/>
        </pc:sldMkLst>
      </pc:sldChg>
      <pc:sldMasterChg chg="delSldLayout">
        <pc:chgData name="Norbey Muñoz" userId="b7e811e8891ccd42" providerId="LiveId" clId="{2482167B-ADD3-4E68-AB8B-ADE9CECE27D0}" dt="2026-09-01T22:44:04.542" v="40" actId="47"/>
        <pc:sldMasterMkLst>
          <pc:docMk/>
          <pc:sldMasterMk cId="0" sldId="2147483672"/>
        </pc:sldMasterMkLst>
        <pc:sldLayoutChg chg="del">
          <pc:chgData name="Norbey Muñoz" userId="b7e811e8891ccd42" providerId="LiveId" clId="{2482167B-ADD3-4E68-AB8B-ADE9CECE27D0}" dt="2026-09-01T22:44:04.542" v="40" actId="47"/>
          <pc:sldLayoutMkLst>
            <pc:docMk/>
            <pc:sldMasterMk cId="0" sldId="2147483672"/>
            <pc:sldLayoutMk cId="0" sldId="2147483652"/>
          </pc:sldLayoutMkLst>
        </pc:sldLayoutChg>
        <pc:sldLayoutChg chg="del">
          <pc:chgData name="Norbey Muñoz" userId="b7e811e8891ccd42" providerId="LiveId" clId="{2482167B-ADD3-4E68-AB8B-ADE9CECE27D0}" dt="2026-08-31T04:25:03.160" v="2" actId="47"/>
          <pc:sldLayoutMkLst>
            <pc:docMk/>
            <pc:sldMasterMk cId="0" sldId="2147483672"/>
            <pc:sldLayoutMk cId="0" sldId="2147483656"/>
          </pc:sldLayoutMkLst>
        </pc:sldLayoutChg>
      </pc:sldMasterChg>
    </pc:docChg>
  </pc:docChgLst>
  <pc:docChgLst>
    <pc:chgData name="Norbey Muñoz" userId="b7e811e8891ccd42" providerId="LiveId" clId="{26769C56-FE5E-47C5-BB2F-CEB7DC788230}"/>
    <pc:docChg chg="modSld">
      <pc:chgData name="Norbey Muñoz" userId="b7e811e8891ccd42" providerId="LiveId" clId="{26769C56-FE5E-47C5-BB2F-CEB7DC788230}" dt="2026-09-02T15:50:57" v="9" actId="20577"/>
      <pc:docMkLst>
        <pc:docMk/>
      </pc:docMkLst>
      <pc:sldChg chg="modSp mod">
        <pc:chgData name="Norbey Muñoz" userId="b7e811e8891ccd42" providerId="LiveId" clId="{26769C56-FE5E-47C5-BB2F-CEB7DC788230}" dt="2026-09-02T15:50:57" v="9" actId="20577"/>
        <pc:sldMkLst>
          <pc:docMk/>
          <pc:sldMk cId="0" sldId="256"/>
        </pc:sldMkLst>
        <pc:spChg chg="mod">
          <ac:chgData name="Norbey Muñoz" userId="b7e811e8891ccd42" providerId="LiveId" clId="{26769C56-FE5E-47C5-BB2F-CEB7DC788230}" dt="2026-09-02T15:50:57" v="9" actId="20577"/>
          <ac:spMkLst>
            <pc:docMk/>
            <pc:sldMk cId="0" sldId="256"/>
            <ac:spMk id="5" creationId="{01614FE6-FDC3-B152-453A-45FDC532936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es.wikipedia.org/wiki/CERN"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es.wikipedia.org/wiki/1992" TargetMode="External"/><Relationship Id="rId5" Type="http://schemas.openxmlformats.org/officeDocument/2006/relationships/hyperlink" Target="https://es.wikipedia.org/wiki/Suiza" TargetMode="External"/><Relationship Id="rId4" Type="http://schemas.openxmlformats.org/officeDocument/2006/relationships/hyperlink" Target="https://es.wikipedia.org/wiki/Ginebra_(ciudad)"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es.wikipedia.org/wiki/30_de_abril"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es.wikipedia.org/wiki/1993"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es.wikipedia.org/wiki/Web"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es.wikipedia.org/wiki/Lenguaje_de_programaci%C3%B3n_compilado"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es.wikipedia.org/wiki/Lenguaje_de_programaci%C3%B3n_compilado"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8c1997cbfd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8c1997cbfd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17f155ca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17f155ca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9345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17f155ca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17f155ca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7660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17f155ca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17f155ca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3817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17f155ca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17f155ca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8965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17f155ca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17f155ca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sz="1800" b="0" i="0" u="none" strike="noStrike" baseline="0" dirty="0">
                <a:solidFill>
                  <a:srgbClr val="222E2F"/>
                </a:solidFill>
                <a:latin typeface="5"/>
              </a:rPr>
              <a:t>El </a:t>
            </a:r>
            <a:r>
              <a:rPr lang="es-ES" sz="1800" b="0" i="0" u="none" strike="noStrike" baseline="0" dirty="0" err="1">
                <a:solidFill>
                  <a:srgbClr val="222E2F"/>
                </a:solidFill>
                <a:latin typeface="5"/>
              </a:rPr>
              <a:t>ServiceDesign</a:t>
            </a:r>
            <a:r>
              <a:rPr lang="es-ES" sz="1800" b="0" i="0" u="none" strike="noStrike" baseline="0" dirty="0">
                <a:solidFill>
                  <a:srgbClr val="222E2F"/>
                </a:solidFill>
                <a:latin typeface="5"/>
              </a:rPr>
              <a:t> trabaja en cómo, cuándo y dónde prestar un servicio. Es más que sólo la construcción de una experiencia o la construcción de una marca.</a:t>
            </a:r>
          </a:p>
          <a:p>
            <a:pPr marL="0" lvl="0" indent="0" algn="l" rtl="0">
              <a:spcBef>
                <a:spcPts val="0"/>
              </a:spcBef>
              <a:spcAft>
                <a:spcPts val="0"/>
              </a:spcAft>
              <a:buNone/>
            </a:pPr>
            <a:endParaRPr lang="es-ES" sz="1800" b="0" i="0" u="none" strike="noStrike" baseline="0" dirty="0">
              <a:solidFill>
                <a:srgbClr val="222E2F"/>
              </a:solidFill>
              <a:latin typeface="5"/>
            </a:endParaRPr>
          </a:p>
          <a:p>
            <a:pPr marL="0" lvl="0" indent="0" algn="l" rtl="0">
              <a:spcBef>
                <a:spcPts val="0"/>
              </a:spcBef>
              <a:spcAft>
                <a:spcPts val="0"/>
              </a:spcAft>
              <a:buNone/>
            </a:pPr>
            <a:r>
              <a:rPr lang="es-ES" sz="1800" b="0" i="0" u="none" strike="noStrike" baseline="0" dirty="0">
                <a:solidFill>
                  <a:srgbClr val="222E2F"/>
                </a:solidFill>
                <a:latin typeface="5"/>
              </a:rPr>
              <a:t>CX se refiere a la experiencia de un cliente con una compañía o marca, en todos los puntos de contacto.</a:t>
            </a:r>
          </a:p>
          <a:p>
            <a:pPr marL="0" lvl="0" indent="0" algn="l" rtl="0">
              <a:spcBef>
                <a:spcPts val="0"/>
              </a:spcBef>
              <a:spcAft>
                <a:spcPts val="0"/>
              </a:spcAft>
              <a:buNone/>
            </a:pPr>
            <a:endParaRPr lang="es-ES" sz="1800" b="0" i="0" u="none" strike="noStrike" baseline="0" dirty="0">
              <a:solidFill>
                <a:srgbClr val="222E2F"/>
              </a:solidFill>
              <a:latin typeface="5"/>
            </a:endParaRPr>
          </a:p>
          <a:p>
            <a:pPr marL="0" lvl="0" indent="0" algn="l" rtl="0">
              <a:spcBef>
                <a:spcPts val="0"/>
              </a:spcBef>
              <a:spcAft>
                <a:spcPts val="0"/>
              </a:spcAft>
              <a:buNone/>
            </a:pPr>
            <a:r>
              <a:rPr lang="es-ES" sz="1800" b="0" i="0" u="none" strike="noStrike" baseline="0" dirty="0" err="1">
                <a:solidFill>
                  <a:srgbClr val="222E2F"/>
                </a:solidFill>
                <a:latin typeface="5"/>
              </a:rPr>
              <a:t>IxD</a:t>
            </a:r>
            <a:r>
              <a:rPr lang="es-ES" sz="1800" b="0" i="0" u="none" strike="noStrike" baseline="0" dirty="0">
                <a:solidFill>
                  <a:srgbClr val="222E2F"/>
                </a:solidFill>
                <a:latin typeface="5"/>
              </a:rPr>
              <a:t> </a:t>
            </a:r>
            <a:r>
              <a:rPr lang="es-ES" sz="1800" b="0" i="0" u="none" strike="noStrike" baseline="0" dirty="0" err="1">
                <a:solidFill>
                  <a:srgbClr val="222E2F"/>
                </a:solidFill>
                <a:latin typeface="5"/>
              </a:rPr>
              <a:t>Interaction</a:t>
            </a:r>
            <a:r>
              <a:rPr lang="es-ES" sz="1800" b="0" i="0" u="none" strike="noStrike" baseline="0" dirty="0">
                <a:solidFill>
                  <a:srgbClr val="222E2F"/>
                </a:solidFill>
                <a:latin typeface="5"/>
              </a:rPr>
              <a:t> </a:t>
            </a:r>
            <a:r>
              <a:rPr lang="es-ES" sz="1800" b="0" i="0" u="none" strike="noStrike" baseline="0" dirty="0" err="1">
                <a:solidFill>
                  <a:srgbClr val="222E2F"/>
                </a:solidFill>
                <a:latin typeface="5"/>
              </a:rPr>
              <a:t>Design</a:t>
            </a:r>
            <a:r>
              <a:rPr lang="es-ES" sz="1800" b="0" i="0" u="none" strike="noStrike" baseline="0" dirty="0">
                <a:solidFill>
                  <a:srgbClr val="222E2F"/>
                </a:solidFill>
                <a:latin typeface="5"/>
              </a:rPr>
              <a:t>: define la estructura y el comportamiento de los sistemas interactivos. Los diseñadores de interacción trabajan por crear relaciones significativas entre las personas y los productos y servicios que utilizan. Entendemos por “interacción” la comunicación, acción, relación o influencia recíproca entre el usuario y el producto para alcanzar un objetivo dentro de un contexto.</a:t>
            </a:r>
            <a:endParaRPr dirty="0"/>
          </a:p>
        </p:txBody>
      </p:sp>
    </p:spTree>
    <p:extLst>
      <p:ext uri="{BB962C8B-B14F-4D97-AF65-F5344CB8AC3E}">
        <p14:creationId xmlns:p14="http://schemas.microsoft.com/office/powerpoint/2010/main" val="2653278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17f155ca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17f155ca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08136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8c1997cbfd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8c1997cbfd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202122"/>
                </a:solidFill>
                <a:effectLst/>
                <a:latin typeface="Arial" panose="020B0604020202020204" pitchFamily="34" charset="0"/>
              </a:rPr>
              <a:t>La Web se desarrolló entre marzo y diciembre de 1989 en el </a:t>
            </a:r>
            <a:r>
              <a:rPr lang="es-ES" b="0" i="0" u="none" strike="noStrike" dirty="0">
                <a:solidFill>
                  <a:srgbClr val="3366CC"/>
                </a:solidFill>
                <a:effectLst/>
                <a:latin typeface="Arial" panose="020B0604020202020204" pitchFamily="34" charset="0"/>
                <a:hlinkClick r:id="rId3" tooltip="CERN"/>
              </a:rPr>
              <a:t>CERN</a:t>
            </a:r>
            <a:r>
              <a:rPr lang="es-ES" b="0" i="0" dirty="0">
                <a:solidFill>
                  <a:srgbClr val="202122"/>
                </a:solidFill>
                <a:effectLst/>
                <a:latin typeface="Arial" panose="020B0604020202020204" pitchFamily="34" charset="0"/>
              </a:rPr>
              <a:t> en </a:t>
            </a:r>
            <a:r>
              <a:rPr lang="es-ES" b="0" i="0" u="none" strike="noStrike" dirty="0">
                <a:solidFill>
                  <a:srgbClr val="3366CC"/>
                </a:solidFill>
                <a:effectLst/>
                <a:latin typeface="Arial" panose="020B0604020202020204" pitchFamily="34" charset="0"/>
                <a:hlinkClick r:id="rId4" tooltip="Ginebra (ciudad)"/>
              </a:rPr>
              <a:t>Ginebra</a:t>
            </a:r>
            <a:r>
              <a:rPr lang="es-ES" b="0" i="0" dirty="0">
                <a:solidFill>
                  <a:srgbClr val="202122"/>
                </a:solidFill>
                <a:effectLst/>
                <a:latin typeface="Arial" panose="020B0604020202020204" pitchFamily="34" charset="0"/>
              </a:rPr>
              <a:t>, </a:t>
            </a:r>
            <a:r>
              <a:rPr lang="es-ES" b="0" i="0" u="none" strike="noStrike" dirty="0">
                <a:solidFill>
                  <a:srgbClr val="3366CC"/>
                </a:solidFill>
                <a:effectLst/>
                <a:latin typeface="Arial" panose="020B0604020202020204" pitchFamily="34" charset="0"/>
                <a:hlinkClick r:id="rId5" tooltip="Suiza"/>
              </a:rPr>
              <a:t>Suiza</a:t>
            </a:r>
            <a:r>
              <a:rPr lang="es-ES" b="0" i="0" dirty="0">
                <a:solidFill>
                  <a:srgbClr val="202122"/>
                </a:solidFill>
                <a:effectLst/>
                <a:latin typeface="Arial" panose="020B0604020202020204" pitchFamily="34" charset="0"/>
              </a:rPr>
              <a:t>, y se publicó como una propuesta formal en </a:t>
            </a:r>
            <a:r>
              <a:rPr lang="es-ES" b="0" i="0" u="sng" dirty="0">
                <a:solidFill>
                  <a:srgbClr val="3366CC"/>
                </a:solidFill>
                <a:effectLst/>
                <a:latin typeface="Arial" panose="020B0604020202020204" pitchFamily="34" charset="0"/>
                <a:hlinkClick r:id="rId6"/>
              </a:rPr>
              <a:t>1991</a:t>
            </a:r>
            <a:endParaRPr dirty="0"/>
          </a:p>
        </p:txBody>
      </p:sp>
    </p:spTree>
    <p:extLst>
      <p:ext uri="{BB962C8B-B14F-4D97-AF65-F5344CB8AC3E}">
        <p14:creationId xmlns:p14="http://schemas.microsoft.com/office/powerpoint/2010/main" val="1207966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8b8ed53e21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6" name="Google Shape;726;g8b8ed53e21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17f155ca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17f155ca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17f155ca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17f155ca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66269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g1123b47b79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9" name="Google Shape;759;g1123b47b79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8b8ed53e21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8" name="Google Shape;798;g8b8ed53e21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117f155caa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117f155caa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Tim Berners-Lee </a:t>
            </a:r>
            <a:r>
              <a:rPr lang="es-ES" b="0" i="0" dirty="0">
                <a:solidFill>
                  <a:srgbClr val="4D5156"/>
                </a:solidFill>
                <a:effectLst/>
                <a:latin typeface="arial" panose="020B0604020202020204" pitchFamily="34" charset="0"/>
              </a:rPr>
              <a:t>científico de la computación británico, conocido por ser el padre de la </a:t>
            </a:r>
            <a:r>
              <a:rPr lang="es-ES" b="0" i="0" dirty="0" err="1">
                <a:solidFill>
                  <a:srgbClr val="4D5156"/>
                </a:solidFill>
                <a:effectLst/>
                <a:latin typeface="arial" panose="020B0604020202020204" pitchFamily="34" charset="0"/>
              </a:rPr>
              <a:t>World</a:t>
            </a:r>
            <a:r>
              <a:rPr lang="es-ES" b="0" i="0" dirty="0">
                <a:solidFill>
                  <a:srgbClr val="4D5156"/>
                </a:solidFill>
                <a:effectLst/>
                <a:latin typeface="arial" panose="020B0604020202020204" pitchFamily="34" charset="0"/>
              </a:rPr>
              <a:t> Wide Web. Estableció la primera comunicación entre un cliente y un servidor usando el protocolo HTTP en diciembre de 1990. Se contó con </a:t>
            </a:r>
            <a:r>
              <a:rPr lang="es-ES" b="0" i="0" dirty="0">
                <a:solidFill>
                  <a:srgbClr val="202122"/>
                </a:solidFill>
                <a:effectLst/>
                <a:latin typeface="Arial" panose="020B0604020202020204" pitchFamily="34" charset="0"/>
              </a:rPr>
              <a:t>el primer navegador web (el cual también era un editor web), el primer servidor web y las primeras páginas web que al mismo tiempo describían el proyecto.</a:t>
            </a:r>
          </a:p>
          <a:p>
            <a:pPr marL="0" lvl="0" indent="0" algn="l" rtl="0">
              <a:spcBef>
                <a:spcPts val="0"/>
              </a:spcBef>
              <a:spcAft>
                <a:spcPts val="0"/>
              </a:spcAft>
              <a:buNone/>
            </a:pPr>
            <a:endParaRPr lang="es-ES" b="0" i="0" dirty="0">
              <a:solidFill>
                <a:srgbClr val="202122"/>
              </a:solidFill>
              <a:effectLst/>
              <a:latin typeface="Arial" panose="020B0604020202020204" pitchFamily="34" charset="0"/>
            </a:endParaRPr>
          </a:p>
          <a:p>
            <a:pPr marL="0" lvl="0" indent="0" algn="l" rtl="0">
              <a:spcBef>
                <a:spcPts val="0"/>
              </a:spcBef>
              <a:spcAft>
                <a:spcPts val="0"/>
              </a:spcAft>
              <a:buNone/>
            </a:pPr>
            <a:r>
              <a:rPr lang="es-ES" b="0" i="0" dirty="0">
                <a:solidFill>
                  <a:srgbClr val="202122"/>
                </a:solidFill>
                <a:effectLst/>
                <a:latin typeface="Arial" panose="020B0604020202020204" pitchFamily="34" charset="0"/>
              </a:rPr>
              <a:t>El </a:t>
            </a:r>
            <a:r>
              <a:rPr lang="es-ES" b="0" i="0" u="none" strike="noStrike" dirty="0">
                <a:solidFill>
                  <a:srgbClr val="3366CC"/>
                </a:solidFill>
                <a:effectLst/>
                <a:latin typeface="Arial" panose="020B0604020202020204" pitchFamily="34" charset="0"/>
                <a:hlinkClick r:id="rId3" tooltip="30 de abril"/>
              </a:rPr>
              <a:t>30 de abril</a:t>
            </a:r>
            <a:r>
              <a:rPr lang="es-ES" b="0" i="0" dirty="0">
                <a:solidFill>
                  <a:srgbClr val="202122"/>
                </a:solidFill>
                <a:effectLst/>
                <a:latin typeface="Arial" panose="020B0604020202020204" pitchFamily="34" charset="0"/>
              </a:rPr>
              <a:t> de </a:t>
            </a:r>
            <a:r>
              <a:rPr lang="es-ES" b="0" i="0" u="none" strike="noStrike" dirty="0">
                <a:solidFill>
                  <a:srgbClr val="3366CC"/>
                </a:solidFill>
                <a:effectLst/>
                <a:latin typeface="Arial" panose="020B0604020202020204" pitchFamily="34" charset="0"/>
                <a:hlinkClick r:id="rId4" tooltip="1993"/>
              </a:rPr>
              <a:t>1993</a:t>
            </a:r>
            <a:r>
              <a:rPr lang="es-ES" b="0" i="0" dirty="0">
                <a:solidFill>
                  <a:srgbClr val="202122"/>
                </a:solidFill>
                <a:effectLst/>
                <a:latin typeface="Arial" panose="020B0604020202020204" pitchFamily="34" charset="0"/>
              </a:rPr>
              <a:t>, el CERN presentó​ la </a:t>
            </a:r>
            <a:r>
              <a:rPr lang="es-ES" b="0" i="0" dirty="0" err="1">
                <a:solidFill>
                  <a:srgbClr val="202122"/>
                </a:solidFill>
                <a:effectLst/>
                <a:latin typeface="Arial" panose="020B0604020202020204" pitchFamily="34" charset="0"/>
              </a:rPr>
              <a:t>World</a:t>
            </a:r>
            <a:r>
              <a:rPr lang="es-ES" b="0" i="0" dirty="0">
                <a:solidFill>
                  <a:srgbClr val="202122"/>
                </a:solidFill>
                <a:effectLst/>
                <a:latin typeface="Arial" panose="020B0604020202020204" pitchFamily="34" charset="0"/>
              </a:rPr>
              <a:t> Wide Web de forma pública</a:t>
            </a:r>
            <a:endParaRPr lang="es-ES" b="0" i="0" dirty="0">
              <a:solidFill>
                <a:srgbClr val="4D5156"/>
              </a:solidFill>
              <a:effectLst/>
              <a:latin typeface="arial" panose="020B0604020202020204" pitchFamily="34" charset="0"/>
            </a:endParaRPr>
          </a:p>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117f155caa3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117f155caa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117f155caa3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117f155caa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202122"/>
                </a:solidFill>
                <a:effectLst/>
                <a:latin typeface="Arial" panose="020B0604020202020204" pitchFamily="34" charset="0"/>
              </a:rPr>
              <a:t>Aunque se acostumbra a llamar URL a todas las direcciones web, URI es un identificador más completo y por eso está recomendado su uso en lugar de la expresión URL.</a:t>
            </a:r>
          </a:p>
          <a:p>
            <a:pPr marL="0" lvl="0" indent="0" algn="l" rtl="0">
              <a:spcBef>
                <a:spcPts val="0"/>
              </a:spcBef>
              <a:spcAft>
                <a:spcPts val="0"/>
              </a:spcAft>
              <a:buNone/>
            </a:pPr>
            <a:endParaRPr lang="es-ES" b="0" i="0" dirty="0">
              <a:solidFill>
                <a:srgbClr val="202122"/>
              </a:solidFill>
              <a:effectLst/>
              <a:latin typeface="Arial" panose="020B0604020202020204" pitchFamily="34" charset="0"/>
            </a:endParaRPr>
          </a:p>
          <a:p>
            <a:pPr marL="0" lvl="0" indent="0" algn="l" rtl="0">
              <a:spcBef>
                <a:spcPts val="0"/>
              </a:spcBef>
              <a:spcAft>
                <a:spcPts val="0"/>
              </a:spcAft>
              <a:buNone/>
            </a:pPr>
            <a:r>
              <a:rPr lang="es-ES" b="0" i="0" dirty="0">
                <a:solidFill>
                  <a:srgbClr val="202122"/>
                </a:solidFill>
                <a:effectLst/>
                <a:latin typeface="Arial" panose="020B0604020202020204" pitchFamily="34" charset="0"/>
              </a:rPr>
              <a:t>Un URI se diferencia de un URL en que permite incluir en la dirección una subdirección.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7600683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117f155caa3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117f155caa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202122"/>
                </a:solidFill>
                <a:effectLst/>
                <a:latin typeface="Arial" panose="020B0604020202020204" pitchFamily="34" charset="0"/>
              </a:rPr>
              <a:t>Los URN identifican recursos en la </a:t>
            </a:r>
            <a:r>
              <a:rPr lang="es-ES" b="0" i="0" u="none" strike="noStrike" dirty="0">
                <a:solidFill>
                  <a:srgbClr val="3366CC"/>
                </a:solidFill>
                <a:effectLst/>
                <a:latin typeface="Arial" panose="020B0604020202020204" pitchFamily="34" charset="0"/>
                <a:hlinkClick r:id="rId3" tooltip="Web"/>
              </a:rPr>
              <a:t>web</a:t>
            </a:r>
            <a:r>
              <a:rPr lang="es-ES" b="0" i="0" dirty="0">
                <a:solidFill>
                  <a:srgbClr val="202122"/>
                </a:solidFill>
                <a:effectLst/>
                <a:latin typeface="Arial" panose="020B0604020202020204" pitchFamily="34" charset="0"/>
              </a:rPr>
              <a:t>, pero a diferencia de los URL, no indican exactamente dónde se encuentra ese objeto.</a:t>
            </a:r>
            <a:endParaRPr dirty="0"/>
          </a:p>
        </p:txBody>
      </p:sp>
    </p:spTree>
    <p:extLst>
      <p:ext uri="{BB962C8B-B14F-4D97-AF65-F5344CB8AC3E}">
        <p14:creationId xmlns:p14="http://schemas.microsoft.com/office/powerpoint/2010/main" val="24972924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17f155ca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17f155ca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61585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17f155ca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17f155ca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94289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17f155ca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17f155ca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82498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17f155ca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17f155ca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26058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1123b47b79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4" name="Google Shape;814;g1123b47b79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1123b47b79e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2" name="Google Shape;852;g1123b47b79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117f155ca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0" name="Google Shape;870;g117f155ca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17f155caa3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17f155caa3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17f155caa3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17f155caa3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202124"/>
                </a:solidFill>
                <a:effectLst/>
                <a:latin typeface="Google Sans"/>
              </a:rPr>
              <a:t>Un </a:t>
            </a:r>
            <a:r>
              <a:rPr lang="es-ES" b="0" i="0" dirty="0">
                <a:solidFill>
                  <a:srgbClr val="040C28"/>
                </a:solidFill>
                <a:effectLst/>
                <a:latin typeface="Google Sans"/>
              </a:rPr>
              <a:t>lenguaje interpretado</a:t>
            </a:r>
            <a:r>
              <a:rPr lang="es-ES" b="0" i="0" dirty="0">
                <a:solidFill>
                  <a:srgbClr val="202124"/>
                </a:solidFill>
                <a:effectLst/>
                <a:latin typeface="Google Sans"/>
              </a:rPr>
              <a:t> es un </a:t>
            </a:r>
            <a:r>
              <a:rPr lang="es-ES" b="0" i="0" dirty="0">
                <a:solidFill>
                  <a:srgbClr val="040C28"/>
                </a:solidFill>
                <a:effectLst/>
                <a:latin typeface="Google Sans"/>
              </a:rPr>
              <a:t>lenguaje</a:t>
            </a:r>
            <a:r>
              <a:rPr lang="es-ES" b="0" i="0" dirty="0">
                <a:solidFill>
                  <a:srgbClr val="202124"/>
                </a:solidFill>
                <a:effectLst/>
                <a:latin typeface="Google Sans"/>
              </a:rPr>
              <a:t> de programación para el que la mayoría de sus implementaciones ejecuta las instrucciones directamente, sin una previa compilación del programa a instrucciones en </a:t>
            </a:r>
            <a:r>
              <a:rPr lang="es-ES" b="0" i="0" dirty="0">
                <a:solidFill>
                  <a:srgbClr val="040C28"/>
                </a:solidFill>
                <a:effectLst/>
                <a:latin typeface="Google Sans"/>
              </a:rPr>
              <a:t>lenguaje</a:t>
            </a:r>
            <a:r>
              <a:rPr lang="es-ES" b="0" i="0" dirty="0">
                <a:solidFill>
                  <a:srgbClr val="202124"/>
                </a:solidFill>
                <a:effectLst/>
                <a:latin typeface="Google Sans"/>
              </a:rPr>
              <a:t> máquina.</a:t>
            </a:r>
          </a:p>
          <a:p>
            <a:pPr marL="0" lvl="0" indent="0" algn="l" rtl="0">
              <a:spcBef>
                <a:spcPts val="0"/>
              </a:spcBef>
              <a:spcAft>
                <a:spcPts val="0"/>
              </a:spcAft>
              <a:buNone/>
            </a:pPr>
            <a:r>
              <a:rPr lang="es-ES" b="0" i="0" dirty="0">
                <a:solidFill>
                  <a:srgbClr val="202122"/>
                </a:solidFill>
                <a:effectLst/>
                <a:latin typeface="Arial" panose="020B0604020202020204" pitchFamily="34" charset="0"/>
              </a:rPr>
              <a:t>El </a:t>
            </a:r>
            <a:r>
              <a:rPr lang="es-ES" b="1" i="0" dirty="0">
                <a:solidFill>
                  <a:srgbClr val="202122"/>
                </a:solidFill>
                <a:effectLst/>
                <a:latin typeface="Arial" panose="020B0604020202020204" pitchFamily="34" charset="0"/>
              </a:rPr>
              <a:t>intérprete</a:t>
            </a:r>
            <a:r>
              <a:rPr lang="es-ES" b="0" i="0" dirty="0">
                <a:solidFill>
                  <a:srgbClr val="202122"/>
                </a:solidFill>
                <a:effectLst/>
                <a:latin typeface="Arial" panose="020B0604020202020204" pitchFamily="34" charset="0"/>
              </a:rPr>
              <a:t> ejecuta el programa directamente, traduciendo cada sentencia en una secuencia de una o más subrutinas ya compiladas en código máquina.</a:t>
            </a:r>
            <a:endParaRPr lang="es-ES" b="0" i="0" dirty="0">
              <a:solidFill>
                <a:srgbClr val="202124"/>
              </a:solidFill>
              <a:effectLst/>
              <a:latin typeface="Google Sans"/>
            </a:endParaRPr>
          </a:p>
          <a:p>
            <a:pPr marL="0" lvl="0" indent="0" algn="l" rtl="0">
              <a:spcBef>
                <a:spcPts val="0"/>
              </a:spcBef>
              <a:spcAft>
                <a:spcPts val="0"/>
              </a:spcAft>
              <a:buNone/>
            </a:pPr>
            <a:r>
              <a:rPr lang="es-ES" b="0" i="0" dirty="0">
                <a:solidFill>
                  <a:srgbClr val="202122"/>
                </a:solidFill>
                <a:effectLst/>
                <a:latin typeface="Arial" panose="020B0604020202020204" pitchFamily="34" charset="0"/>
              </a:rPr>
              <a:t>Los términos </a:t>
            </a:r>
            <a:r>
              <a:rPr lang="es-ES" b="0" i="1" dirty="0">
                <a:solidFill>
                  <a:srgbClr val="202122"/>
                </a:solidFill>
                <a:effectLst/>
                <a:latin typeface="Arial" panose="020B0604020202020204" pitchFamily="34" charset="0"/>
              </a:rPr>
              <a:t>lenguaje interpretado</a:t>
            </a:r>
            <a:r>
              <a:rPr lang="es-ES" b="0" i="0" dirty="0">
                <a:solidFill>
                  <a:srgbClr val="202122"/>
                </a:solidFill>
                <a:effectLst/>
                <a:latin typeface="Arial" panose="020B0604020202020204" pitchFamily="34" charset="0"/>
              </a:rPr>
              <a:t> y </a:t>
            </a:r>
            <a:r>
              <a:rPr lang="es-ES" b="0" i="1" u="none" strike="noStrike" dirty="0">
                <a:solidFill>
                  <a:srgbClr val="3366CC"/>
                </a:solidFill>
                <a:effectLst/>
                <a:latin typeface="Arial" panose="020B0604020202020204" pitchFamily="34" charset="0"/>
                <a:hlinkClick r:id="rId3" tooltip="Lenguaje de programación compilado"/>
              </a:rPr>
              <a:t>lenguaje compilado</a:t>
            </a:r>
            <a:r>
              <a:rPr lang="es-ES" b="0" i="0" dirty="0">
                <a:solidFill>
                  <a:srgbClr val="202122"/>
                </a:solidFill>
                <a:effectLst/>
                <a:latin typeface="Arial" panose="020B0604020202020204" pitchFamily="34" charset="0"/>
              </a:rPr>
              <a:t> no están bien definidos porque, en teoría, cualquier lenguaje de programación puede ser interpretado o compilado. Cada vez es más popular, en las implementaciones más modernas de un lenguaje de programación, ofrecer ambas opciones.</a:t>
            </a:r>
            <a:endParaRPr dirty="0"/>
          </a:p>
        </p:txBody>
      </p:sp>
    </p:spTree>
    <p:extLst>
      <p:ext uri="{BB962C8B-B14F-4D97-AF65-F5344CB8AC3E}">
        <p14:creationId xmlns:p14="http://schemas.microsoft.com/office/powerpoint/2010/main" val="34298883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17f155caa3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17f155caa3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202124"/>
                </a:solidFill>
                <a:effectLst/>
                <a:latin typeface="Google Sans"/>
              </a:rPr>
              <a:t>Un </a:t>
            </a:r>
            <a:r>
              <a:rPr lang="es-ES" b="0" i="0" dirty="0">
                <a:solidFill>
                  <a:srgbClr val="040C28"/>
                </a:solidFill>
                <a:effectLst/>
                <a:latin typeface="Google Sans"/>
              </a:rPr>
              <a:t>lenguaje interpretado</a:t>
            </a:r>
            <a:r>
              <a:rPr lang="es-ES" b="0" i="0" dirty="0">
                <a:solidFill>
                  <a:srgbClr val="202124"/>
                </a:solidFill>
                <a:effectLst/>
                <a:latin typeface="Google Sans"/>
              </a:rPr>
              <a:t> es un </a:t>
            </a:r>
            <a:r>
              <a:rPr lang="es-ES" b="0" i="0" dirty="0">
                <a:solidFill>
                  <a:srgbClr val="040C28"/>
                </a:solidFill>
                <a:effectLst/>
                <a:latin typeface="Google Sans"/>
              </a:rPr>
              <a:t>lenguaje</a:t>
            </a:r>
            <a:r>
              <a:rPr lang="es-ES" b="0" i="0" dirty="0">
                <a:solidFill>
                  <a:srgbClr val="202124"/>
                </a:solidFill>
                <a:effectLst/>
                <a:latin typeface="Google Sans"/>
              </a:rPr>
              <a:t> de programación para el que la mayoría de sus implementaciones ejecuta las instrucciones directamente, sin una previa compilación del programa a instrucciones en </a:t>
            </a:r>
            <a:r>
              <a:rPr lang="es-ES" b="0" i="0" dirty="0">
                <a:solidFill>
                  <a:srgbClr val="040C28"/>
                </a:solidFill>
                <a:effectLst/>
                <a:latin typeface="Google Sans"/>
              </a:rPr>
              <a:t>lenguaje</a:t>
            </a:r>
            <a:r>
              <a:rPr lang="es-ES" b="0" i="0" dirty="0">
                <a:solidFill>
                  <a:srgbClr val="202124"/>
                </a:solidFill>
                <a:effectLst/>
                <a:latin typeface="Google Sans"/>
              </a:rPr>
              <a:t> máquina.</a:t>
            </a:r>
          </a:p>
          <a:p>
            <a:pPr marL="0" lvl="0" indent="0" algn="l" rtl="0">
              <a:spcBef>
                <a:spcPts val="0"/>
              </a:spcBef>
              <a:spcAft>
                <a:spcPts val="0"/>
              </a:spcAft>
              <a:buNone/>
            </a:pPr>
            <a:r>
              <a:rPr lang="es-ES" b="0" i="0" dirty="0">
                <a:solidFill>
                  <a:srgbClr val="202122"/>
                </a:solidFill>
                <a:effectLst/>
                <a:latin typeface="Arial" panose="020B0604020202020204" pitchFamily="34" charset="0"/>
              </a:rPr>
              <a:t>El </a:t>
            </a:r>
            <a:r>
              <a:rPr lang="es-ES" b="1" i="0" dirty="0">
                <a:solidFill>
                  <a:srgbClr val="202122"/>
                </a:solidFill>
                <a:effectLst/>
                <a:latin typeface="Arial" panose="020B0604020202020204" pitchFamily="34" charset="0"/>
              </a:rPr>
              <a:t>intérprete</a:t>
            </a:r>
            <a:r>
              <a:rPr lang="es-ES" b="0" i="0" dirty="0">
                <a:solidFill>
                  <a:srgbClr val="202122"/>
                </a:solidFill>
                <a:effectLst/>
                <a:latin typeface="Arial" panose="020B0604020202020204" pitchFamily="34" charset="0"/>
              </a:rPr>
              <a:t> ejecuta el programa directamente, traduciendo cada sentencia en una secuencia de una o más subrutinas ya compiladas en código máquina.</a:t>
            </a:r>
            <a:endParaRPr lang="es-ES" b="0" i="0" dirty="0">
              <a:solidFill>
                <a:srgbClr val="202124"/>
              </a:solidFill>
              <a:effectLst/>
              <a:latin typeface="Google Sans"/>
            </a:endParaRPr>
          </a:p>
          <a:p>
            <a:pPr marL="0" lvl="0" indent="0" algn="l" rtl="0">
              <a:spcBef>
                <a:spcPts val="0"/>
              </a:spcBef>
              <a:spcAft>
                <a:spcPts val="0"/>
              </a:spcAft>
              <a:buNone/>
            </a:pPr>
            <a:r>
              <a:rPr lang="es-ES" b="0" i="0" dirty="0">
                <a:solidFill>
                  <a:srgbClr val="202122"/>
                </a:solidFill>
                <a:effectLst/>
                <a:latin typeface="Arial" panose="020B0604020202020204" pitchFamily="34" charset="0"/>
              </a:rPr>
              <a:t>Los términos </a:t>
            </a:r>
            <a:r>
              <a:rPr lang="es-ES" b="0" i="1" dirty="0">
                <a:solidFill>
                  <a:srgbClr val="202122"/>
                </a:solidFill>
                <a:effectLst/>
                <a:latin typeface="Arial" panose="020B0604020202020204" pitchFamily="34" charset="0"/>
              </a:rPr>
              <a:t>lenguaje interpretado</a:t>
            </a:r>
            <a:r>
              <a:rPr lang="es-ES" b="0" i="0" dirty="0">
                <a:solidFill>
                  <a:srgbClr val="202122"/>
                </a:solidFill>
                <a:effectLst/>
                <a:latin typeface="Arial" panose="020B0604020202020204" pitchFamily="34" charset="0"/>
              </a:rPr>
              <a:t> y </a:t>
            </a:r>
            <a:r>
              <a:rPr lang="es-ES" b="0" i="1" u="none" strike="noStrike" dirty="0">
                <a:solidFill>
                  <a:srgbClr val="3366CC"/>
                </a:solidFill>
                <a:effectLst/>
                <a:latin typeface="Arial" panose="020B0604020202020204" pitchFamily="34" charset="0"/>
                <a:hlinkClick r:id="rId3" tooltip="Lenguaje de programación compilado"/>
              </a:rPr>
              <a:t>lenguaje compilado</a:t>
            </a:r>
            <a:r>
              <a:rPr lang="es-ES" b="0" i="0" dirty="0">
                <a:solidFill>
                  <a:srgbClr val="202122"/>
                </a:solidFill>
                <a:effectLst/>
                <a:latin typeface="Arial" panose="020B0604020202020204" pitchFamily="34" charset="0"/>
              </a:rPr>
              <a:t> no están bien definidos porque, en teoría, cualquier lenguaje de programación puede ser interpretado o compilado. Cada vez es más popular, en las implementaciones más modernas de un lenguaje de programación, ofrecer ambas opciones.</a:t>
            </a:r>
            <a:endParaRPr dirty="0"/>
          </a:p>
        </p:txBody>
      </p:sp>
    </p:spTree>
    <p:extLst>
      <p:ext uri="{BB962C8B-B14F-4D97-AF65-F5344CB8AC3E}">
        <p14:creationId xmlns:p14="http://schemas.microsoft.com/office/powerpoint/2010/main" val="8517726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17f155caa3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17f155caa3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984232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17f155caa3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17f155caa3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63682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17f155caa3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17f155caa3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33365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17f155caa3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17f155caa3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24601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6"/>
        <p:cNvGrpSpPr/>
        <p:nvPr/>
      </p:nvGrpSpPr>
      <p:grpSpPr>
        <a:xfrm>
          <a:off x="0" y="0"/>
          <a:ext cx="0" cy="0"/>
          <a:chOff x="0" y="0"/>
          <a:chExt cx="0" cy="0"/>
        </a:xfrm>
      </p:grpSpPr>
      <p:sp>
        <p:nvSpPr>
          <p:cNvPr id="1307" name="Google Shape;1307;g8c2221473c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8" name="Google Shape;1308;g8c2221473c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62725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17f155caa3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17f155caa3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b="0" i="0" dirty="0">
                <a:solidFill>
                  <a:srgbClr val="121212"/>
                </a:solidFill>
                <a:effectLst/>
                <a:latin typeface="Quattrocento" panose="02020502030000000404" pitchFamily="18" charset="0"/>
              </a:rPr>
              <a:t>Un lenguaje es de tipado fuerte cuando, ante una operación entre dos tipos de datos incompatibles, arroja un error (durante la compilación o la ejecución, dependiendo de si se trata de un lenguaje compilado o interpretado) en lugar de convertir implícitamente alguno de los dos tipos.</a:t>
            </a:r>
          </a:p>
          <a:p>
            <a:pPr marL="0" lvl="0" indent="0" algn="l" rtl="0">
              <a:spcBef>
                <a:spcPts val="0"/>
              </a:spcBef>
              <a:spcAft>
                <a:spcPts val="0"/>
              </a:spcAft>
              <a:buNone/>
            </a:pPr>
            <a:endParaRPr lang="es-ES" b="0" i="0" dirty="0">
              <a:solidFill>
                <a:srgbClr val="121212"/>
              </a:solidFill>
              <a:effectLst/>
              <a:latin typeface="Quattrocento" panose="02020502030000000404" pitchFamily="18" charset="0"/>
            </a:endParaRPr>
          </a:p>
          <a:p>
            <a:pPr marL="0" lvl="0" indent="0" algn="l" rtl="0">
              <a:spcBef>
                <a:spcPts val="0"/>
              </a:spcBef>
              <a:spcAft>
                <a:spcPts val="0"/>
              </a:spcAft>
              <a:buNone/>
            </a:pPr>
            <a:r>
              <a:rPr lang="en-US" dirty="0"/>
              <a:t>https://recursospython.com/guias-y-manuales/tipado-dinamico-y-tipado-fuerte/</a:t>
            </a:r>
            <a:r>
              <a:rPr lang="es-ES" b="0" i="0">
                <a:solidFill>
                  <a:srgbClr val="121212"/>
                </a:solidFill>
                <a:effectLst/>
                <a:latin typeface="Quattrocento" panose="02020502030000000404" pitchFamily="18" charset="0"/>
              </a:rPr>
              <a:t> </a:t>
            </a:r>
            <a:endParaRPr dirty="0"/>
          </a:p>
        </p:txBody>
      </p:sp>
    </p:spTree>
    <p:extLst>
      <p:ext uri="{BB962C8B-B14F-4D97-AF65-F5344CB8AC3E}">
        <p14:creationId xmlns:p14="http://schemas.microsoft.com/office/powerpoint/2010/main" val="8176255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17f155caa3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17f155caa3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AutoNum type="arabicPeriod"/>
            </a:pPr>
            <a:r>
              <a:rPr lang="es-ES" b="0" i="0" dirty="0">
                <a:solidFill>
                  <a:srgbClr val="171717"/>
                </a:solidFill>
                <a:effectLst/>
                <a:latin typeface="-apple-system"/>
              </a:rPr>
              <a:t>Una vez que la variable se declara de un tipo, no se puede cambiar el tipo más adelante.</a:t>
            </a:r>
          </a:p>
          <a:p>
            <a:pPr marL="228600" lvl="0" indent="-228600" algn="l" rtl="0">
              <a:spcBef>
                <a:spcPts val="0"/>
              </a:spcBef>
              <a:spcAft>
                <a:spcPts val="0"/>
              </a:spcAft>
              <a:buAutoNum type="arabicPeriod"/>
            </a:pPr>
            <a:r>
              <a:rPr lang="es-ES" b="0" i="0" dirty="0">
                <a:solidFill>
                  <a:srgbClr val="171717"/>
                </a:solidFill>
                <a:effectLst/>
                <a:latin typeface="-apple-system"/>
              </a:rPr>
              <a:t>Como el tipo está ligado al valor, el tipo de la variable puede cambiar a medida que cambian el tipo de los valores que se le asigna.</a:t>
            </a:r>
          </a:p>
          <a:p>
            <a:pPr marL="228600" lvl="0" indent="-228600" algn="l" rtl="0">
              <a:spcBef>
                <a:spcPts val="0"/>
              </a:spcBef>
              <a:spcAft>
                <a:spcPts val="0"/>
              </a:spcAft>
              <a:buAutoNum type="arabicPeriod"/>
            </a:pPr>
            <a:r>
              <a:rPr lang="es-ES" b="0" i="0" dirty="0">
                <a:solidFill>
                  <a:srgbClr val="171717"/>
                </a:solidFill>
                <a:effectLst/>
                <a:latin typeface="-apple-system"/>
              </a:rPr>
              <a:t>Se puede operar con variables de distintos tipos.</a:t>
            </a:r>
          </a:p>
          <a:p>
            <a:pPr marL="228600" lvl="0" indent="-228600" algn="l" rtl="0">
              <a:spcBef>
                <a:spcPts val="0"/>
              </a:spcBef>
              <a:spcAft>
                <a:spcPts val="0"/>
              </a:spcAft>
              <a:buAutoNum type="arabicPeriod"/>
            </a:pPr>
            <a:r>
              <a:rPr lang="es-ES" b="0" i="0" dirty="0">
                <a:solidFill>
                  <a:srgbClr val="171717"/>
                </a:solidFill>
                <a:effectLst/>
                <a:latin typeface="-apple-system"/>
              </a:rPr>
              <a:t>No se puede operar entre distintos tipos de datos de forma implícita.</a:t>
            </a:r>
          </a:p>
          <a:p>
            <a:pPr marL="228600" lvl="0" indent="-228600" algn="l" rtl="0">
              <a:spcBef>
                <a:spcPts val="0"/>
              </a:spcBef>
              <a:spcAft>
                <a:spcPts val="0"/>
              </a:spcAft>
              <a:buAutoNum type="arabicPeriod"/>
            </a:pPr>
            <a:endParaRPr lang="es-ES" b="0" i="0" dirty="0">
              <a:solidFill>
                <a:srgbClr val="171717"/>
              </a:solidFill>
              <a:effectLst/>
              <a:latin typeface="-apple-system"/>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42121617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17f155caa3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17f155caa3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618549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17f155caa3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17f155caa3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867672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17f155caa3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17f155caa3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12403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17f155caa3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17f155caa3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AutoNum type="arabicPeriod"/>
            </a:pPr>
            <a:r>
              <a:rPr lang="en-US" dirty="0" err="1"/>
              <a:t>Imperativo</a:t>
            </a:r>
            <a:r>
              <a:rPr lang="en-US" dirty="0"/>
              <a:t> (</a:t>
            </a:r>
            <a:r>
              <a:rPr lang="en-US" dirty="0" err="1"/>
              <a:t>Cómo</a:t>
            </a:r>
            <a:r>
              <a:rPr lang="en-US" dirty="0"/>
              <a:t>)</a:t>
            </a:r>
          </a:p>
          <a:p>
            <a:pPr marL="228600" lvl="0" indent="-228600" algn="l" rtl="0">
              <a:spcBef>
                <a:spcPts val="0"/>
              </a:spcBef>
              <a:spcAft>
                <a:spcPts val="0"/>
              </a:spcAft>
              <a:buAutoNum type="arabicPeriod"/>
            </a:pPr>
            <a:r>
              <a:rPr lang="en-US" dirty="0" err="1"/>
              <a:t>Declarativo</a:t>
            </a:r>
            <a:r>
              <a:rPr lang="en-US" dirty="0"/>
              <a:t> (</a:t>
            </a:r>
            <a:r>
              <a:rPr lang="en-US" dirty="0" err="1"/>
              <a:t>Qué</a:t>
            </a:r>
            <a:r>
              <a:rPr lang="en-US" dirty="0"/>
              <a:t>)</a:t>
            </a:r>
            <a:endParaRPr dirty="0"/>
          </a:p>
        </p:txBody>
      </p:sp>
    </p:spTree>
    <p:extLst>
      <p:ext uri="{BB962C8B-B14F-4D97-AF65-F5344CB8AC3E}">
        <p14:creationId xmlns:p14="http://schemas.microsoft.com/office/powerpoint/2010/main" val="30924152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17f155caa3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17f155caa3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29765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6"/>
        <p:cNvGrpSpPr/>
        <p:nvPr/>
      </p:nvGrpSpPr>
      <p:grpSpPr>
        <a:xfrm>
          <a:off x="0" y="0"/>
          <a:ext cx="0" cy="0"/>
          <a:chOff x="0" y="0"/>
          <a:chExt cx="0" cy="0"/>
        </a:xfrm>
      </p:grpSpPr>
      <p:sp>
        <p:nvSpPr>
          <p:cNvPr id="1307" name="Google Shape;1307;g8c2221473c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8" name="Google Shape;1308;g8c2221473c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90486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91bf54d5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91bf54d59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04894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91bf54d5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91bf54d59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46762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91bf54d5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91bf54d59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17055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91bf54d5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91bf54d59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39812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91bf54d5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91bf54d59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45106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91bf54d5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91bf54d59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70839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91bf54d5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91bf54d59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93683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91bf54d5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91bf54d59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76252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91bf54d5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91bf54d59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857678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6"/>
        <p:cNvGrpSpPr/>
        <p:nvPr/>
      </p:nvGrpSpPr>
      <p:grpSpPr>
        <a:xfrm>
          <a:off x="0" y="0"/>
          <a:ext cx="0" cy="0"/>
          <a:chOff x="0" y="0"/>
          <a:chExt cx="0" cy="0"/>
        </a:xfrm>
      </p:grpSpPr>
      <p:sp>
        <p:nvSpPr>
          <p:cNvPr id="1307" name="Google Shape;1307;g8c2221473c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8" name="Google Shape;1308;g8c2221473c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6591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113d047f384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113d047f384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93"/>
        <p:cNvGrpSpPr/>
        <p:nvPr/>
      </p:nvGrpSpPr>
      <p:grpSpPr>
        <a:xfrm>
          <a:off x="0" y="0"/>
          <a:ext cx="0" cy="0"/>
          <a:chOff x="0" y="0"/>
          <a:chExt cx="0" cy="0"/>
        </a:xfrm>
      </p:grpSpPr>
      <p:sp>
        <p:nvSpPr>
          <p:cNvPr id="12394" name="Google Shape;12394;gad0aeb9a52_0_104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95" name="Google Shape;12395;gad0aeb9a52_0_104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13367C"/>
            </a:gs>
            <a:gs pos="100000">
              <a:schemeClr val="dk2"/>
            </a:gs>
          </a:gsLst>
          <a:lin ang="5400012" scaled="0"/>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903413"/>
            <a:ext cx="4079700" cy="26319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4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00588"/>
            <a:ext cx="2350500" cy="739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Font typeface="Roboto"/>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216900" y="1653325"/>
            <a:ext cx="1599000" cy="1234800"/>
          </a:xfrm>
          <a:prstGeom prst="rect">
            <a:avLst/>
          </a:prstGeom>
        </p:spPr>
        <p:txBody>
          <a:bodyPr spcFirstLastPara="1" wrap="square" lIns="91425" tIns="91425" rIns="91425" bIns="91425" anchor="ctr" anchorCtr="0">
            <a:noAutofit/>
          </a:bodyPr>
          <a:lstStyle>
            <a:lvl1pPr lvl="0">
              <a:spcBef>
                <a:spcPts val="0"/>
              </a:spcBef>
              <a:spcAft>
                <a:spcPts val="0"/>
              </a:spcAft>
              <a:buSzPts val="2900"/>
              <a:buNone/>
              <a:defRPr sz="7200">
                <a:solidFill>
                  <a:schemeClr val="accent2"/>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p:nvPr>
        </p:nvSpPr>
        <p:spPr>
          <a:xfrm>
            <a:off x="3216900" y="2879675"/>
            <a:ext cx="2622000" cy="6105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Font typeface="Raleway"/>
              <a:buNone/>
              <a:defRPr>
                <a:solidFill>
                  <a:schemeClr val="accen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grpSp>
        <p:nvGrpSpPr>
          <p:cNvPr id="14" name="Google Shape;14;p3"/>
          <p:cNvGrpSpPr/>
          <p:nvPr/>
        </p:nvGrpSpPr>
        <p:grpSpPr>
          <a:xfrm>
            <a:off x="2598300" y="1013625"/>
            <a:ext cx="95400" cy="3116250"/>
            <a:chOff x="4524300" y="1013625"/>
            <a:chExt cx="95400" cy="3116250"/>
          </a:xfrm>
        </p:grpSpPr>
        <p:sp>
          <p:nvSpPr>
            <p:cNvPr id="15" name="Google Shape;15;p3"/>
            <p:cNvSpPr/>
            <p:nvPr/>
          </p:nvSpPr>
          <p:spPr>
            <a:xfrm>
              <a:off x="4524300" y="1013625"/>
              <a:ext cx="95400" cy="1038300"/>
            </a:xfrm>
            <a:prstGeom prst="rect">
              <a:avLst/>
            </a:prstGeom>
            <a:solidFill>
              <a:srgbClr val="C8AEF8">
                <a:alpha val="58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p:nvPr/>
          </p:nvSpPr>
          <p:spPr>
            <a:xfrm>
              <a:off x="4524300" y="1534125"/>
              <a:ext cx="95400" cy="1038300"/>
            </a:xfrm>
            <a:prstGeom prst="rect">
              <a:avLst/>
            </a:prstGeom>
            <a:solidFill>
              <a:srgbClr val="878FFF">
                <a:alpha val="73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4524300" y="2053275"/>
              <a:ext cx="95400" cy="1038300"/>
            </a:xfrm>
            <a:prstGeom prst="rect">
              <a:avLst/>
            </a:prstGeom>
            <a:solidFill>
              <a:srgbClr val="9154F8">
                <a:alpha val="53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4524300" y="2565875"/>
              <a:ext cx="95400" cy="1038300"/>
            </a:xfrm>
            <a:prstGeom prst="rect">
              <a:avLst/>
            </a:prstGeom>
            <a:solidFill>
              <a:srgbClr val="35C2DF">
                <a:alpha val="7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4524300" y="3091575"/>
              <a:ext cx="95400" cy="1038300"/>
            </a:xfrm>
            <a:prstGeom prst="rect">
              <a:avLst/>
            </a:prstGeom>
            <a:solidFill>
              <a:srgbClr val="CA7BEB">
                <a:alpha val="564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4524300" y="3610723"/>
              <a:ext cx="95400" cy="519000"/>
            </a:xfrm>
            <a:prstGeom prst="rect">
              <a:avLst/>
            </a:prstGeom>
            <a:solidFill>
              <a:srgbClr val="972CB4">
                <a:alpha val="74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5"/>
        <p:cNvGrpSpPr/>
        <p:nvPr/>
      </p:nvGrpSpPr>
      <p:grpSpPr>
        <a:xfrm>
          <a:off x="0" y="0"/>
          <a:ext cx="0" cy="0"/>
          <a:chOff x="0" y="0"/>
          <a:chExt cx="0" cy="0"/>
        </a:xfrm>
      </p:grpSpPr>
      <p:sp>
        <p:nvSpPr>
          <p:cNvPr id="76" name="Google Shape;76;p7"/>
          <p:cNvSpPr txBox="1">
            <a:spLocks noGrp="1"/>
          </p:cNvSpPr>
          <p:nvPr>
            <p:ph type="title"/>
          </p:nvPr>
        </p:nvSpPr>
        <p:spPr>
          <a:xfrm>
            <a:off x="4939700" y="1288261"/>
            <a:ext cx="1905300" cy="9705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7" name="Google Shape;77;p7"/>
          <p:cNvSpPr txBox="1">
            <a:spLocks noGrp="1"/>
          </p:cNvSpPr>
          <p:nvPr>
            <p:ph type="body" idx="1"/>
          </p:nvPr>
        </p:nvSpPr>
        <p:spPr>
          <a:xfrm>
            <a:off x="4939700" y="2182538"/>
            <a:ext cx="1905300" cy="1803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grpSp>
        <p:nvGrpSpPr>
          <p:cNvPr id="78" name="Google Shape;78;p7"/>
          <p:cNvGrpSpPr/>
          <p:nvPr/>
        </p:nvGrpSpPr>
        <p:grpSpPr>
          <a:xfrm>
            <a:off x="4524300" y="1013625"/>
            <a:ext cx="95400" cy="3116250"/>
            <a:chOff x="4524300" y="1013625"/>
            <a:chExt cx="95400" cy="3116250"/>
          </a:xfrm>
        </p:grpSpPr>
        <p:sp>
          <p:nvSpPr>
            <p:cNvPr id="79" name="Google Shape;79;p7"/>
            <p:cNvSpPr/>
            <p:nvPr/>
          </p:nvSpPr>
          <p:spPr>
            <a:xfrm>
              <a:off x="4524300" y="1013625"/>
              <a:ext cx="95400" cy="1038300"/>
            </a:xfrm>
            <a:prstGeom prst="rect">
              <a:avLst/>
            </a:prstGeom>
            <a:solidFill>
              <a:srgbClr val="C8AEF8">
                <a:alpha val="58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7"/>
            <p:cNvSpPr/>
            <p:nvPr/>
          </p:nvSpPr>
          <p:spPr>
            <a:xfrm>
              <a:off x="4524300" y="1534125"/>
              <a:ext cx="95400" cy="1038300"/>
            </a:xfrm>
            <a:prstGeom prst="rect">
              <a:avLst/>
            </a:prstGeom>
            <a:solidFill>
              <a:srgbClr val="878FFF">
                <a:alpha val="73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7"/>
            <p:cNvSpPr/>
            <p:nvPr/>
          </p:nvSpPr>
          <p:spPr>
            <a:xfrm>
              <a:off x="4524300" y="2053275"/>
              <a:ext cx="95400" cy="1038300"/>
            </a:xfrm>
            <a:prstGeom prst="rect">
              <a:avLst/>
            </a:prstGeom>
            <a:solidFill>
              <a:srgbClr val="9154F8">
                <a:alpha val="53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7"/>
            <p:cNvSpPr/>
            <p:nvPr/>
          </p:nvSpPr>
          <p:spPr>
            <a:xfrm>
              <a:off x="4524300" y="2565875"/>
              <a:ext cx="95400" cy="1038300"/>
            </a:xfrm>
            <a:prstGeom prst="rect">
              <a:avLst/>
            </a:prstGeom>
            <a:solidFill>
              <a:srgbClr val="35C2DF">
                <a:alpha val="7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7"/>
            <p:cNvSpPr/>
            <p:nvPr/>
          </p:nvSpPr>
          <p:spPr>
            <a:xfrm>
              <a:off x="4524300" y="3091575"/>
              <a:ext cx="95400" cy="1038300"/>
            </a:xfrm>
            <a:prstGeom prst="rect">
              <a:avLst/>
            </a:prstGeom>
            <a:solidFill>
              <a:srgbClr val="CA7BEB">
                <a:alpha val="564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7"/>
            <p:cNvSpPr/>
            <p:nvPr/>
          </p:nvSpPr>
          <p:spPr>
            <a:xfrm>
              <a:off x="4524300" y="3610723"/>
              <a:ext cx="95400" cy="519000"/>
            </a:xfrm>
            <a:prstGeom prst="rect">
              <a:avLst/>
            </a:prstGeom>
            <a:solidFill>
              <a:srgbClr val="972CB4">
                <a:alpha val="74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9"/>
        <p:cNvGrpSpPr/>
        <p:nvPr/>
      </p:nvGrpSpPr>
      <p:grpSpPr>
        <a:xfrm>
          <a:off x="0" y="0"/>
          <a:ext cx="0" cy="0"/>
          <a:chOff x="0" y="0"/>
          <a:chExt cx="0" cy="0"/>
        </a:xfrm>
      </p:grpSpPr>
      <p:sp>
        <p:nvSpPr>
          <p:cNvPr id="100" name="Google Shape;100;p9"/>
          <p:cNvSpPr txBox="1">
            <a:spLocks noGrp="1"/>
          </p:cNvSpPr>
          <p:nvPr>
            <p:ph type="title"/>
          </p:nvPr>
        </p:nvSpPr>
        <p:spPr>
          <a:xfrm>
            <a:off x="1052800" y="1689450"/>
            <a:ext cx="2617200" cy="877500"/>
          </a:xfrm>
          <a:prstGeom prst="rect">
            <a:avLst/>
          </a:prstGeom>
        </p:spPr>
        <p:txBody>
          <a:bodyPr spcFirstLastPara="1" wrap="square" lIns="91425" tIns="91425" rIns="91425" bIns="91425" anchor="t" anchorCtr="0">
            <a:noAutofit/>
          </a:bodyPr>
          <a:lstStyle>
            <a:lvl1pPr lvl="0" algn="r">
              <a:spcBef>
                <a:spcPts val="0"/>
              </a:spcBef>
              <a:spcAft>
                <a:spcPts val="0"/>
              </a:spcAft>
              <a:buSzPts val="42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01" name="Google Shape;101;p9"/>
          <p:cNvSpPr txBox="1">
            <a:spLocks noGrp="1"/>
          </p:cNvSpPr>
          <p:nvPr>
            <p:ph type="subTitle" idx="1"/>
          </p:nvPr>
        </p:nvSpPr>
        <p:spPr>
          <a:xfrm>
            <a:off x="1638300" y="2658650"/>
            <a:ext cx="2031600" cy="6627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1800">
                <a:latin typeface="Oswald"/>
                <a:ea typeface="Oswald"/>
                <a:cs typeface="Oswald"/>
                <a:sym typeface="Oswald"/>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02" name="Google Shape;102;p9"/>
          <p:cNvSpPr txBox="1">
            <a:spLocks noGrp="1"/>
          </p:cNvSpPr>
          <p:nvPr>
            <p:ph type="body" idx="2"/>
          </p:nvPr>
        </p:nvSpPr>
        <p:spPr>
          <a:xfrm>
            <a:off x="4001475" y="1440000"/>
            <a:ext cx="4422600" cy="2263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grpSp>
        <p:nvGrpSpPr>
          <p:cNvPr id="103" name="Google Shape;103;p9"/>
          <p:cNvGrpSpPr/>
          <p:nvPr/>
        </p:nvGrpSpPr>
        <p:grpSpPr>
          <a:xfrm>
            <a:off x="720000" y="1013625"/>
            <a:ext cx="95400" cy="3116250"/>
            <a:chOff x="4524300" y="1013625"/>
            <a:chExt cx="95400" cy="3116250"/>
          </a:xfrm>
        </p:grpSpPr>
        <p:sp>
          <p:nvSpPr>
            <p:cNvPr id="104" name="Google Shape;104;p9"/>
            <p:cNvSpPr/>
            <p:nvPr/>
          </p:nvSpPr>
          <p:spPr>
            <a:xfrm>
              <a:off x="4524300" y="1013625"/>
              <a:ext cx="95400" cy="1038300"/>
            </a:xfrm>
            <a:prstGeom prst="rect">
              <a:avLst/>
            </a:prstGeom>
            <a:solidFill>
              <a:srgbClr val="C8AEF8">
                <a:alpha val="58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9"/>
            <p:cNvSpPr/>
            <p:nvPr/>
          </p:nvSpPr>
          <p:spPr>
            <a:xfrm>
              <a:off x="4524300" y="1534125"/>
              <a:ext cx="95400" cy="1038300"/>
            </a:xfrm>
            <a:prstGeom prst="rect">
              <a:avLst/>
            </a:prstGeom>
            <a:solidFill>
              <a:srgbClr val="878FFF">
                <a:alpha val="73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9"/>
            <p:cNvSpPr/>
            <p:nvPr/>
          </p:nvSpPr>
          <p:spPr>
            <a:xfrm>
              <a:off x="4524300" y="2053275"/>
              <a:ext cx="95400" cy="1038300"/>
            </a:xfrm>
            <a:prstGeom prst="rect">
              <a:avLst/>
            </a:prstGeom>
            <a:solidFill>
              <a:srgbClr val="9154F8">
                <a:alpha val="53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9"/>
            <p:cNvSpPr/>
            <p:nvPr/>
          </p:nvSpPr>
          <p:spPr>
            <a:xfrm>
              <a:off x="4524300" y="2565875"/>
              <a:ext cx="95400" cy="1038300"/>
            </a:xfrm>
            <a:prstGeom prst="rect">
              <a:avLst/>
            </a:prstGeom>
            <a:solidFill>
              <a:srgbClr val="35C2DF">
                <a:alpha val="7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9"/>
            <p:cNvSpPr/>
            <p:nvPr/>
          </p:nvSpPr>
          <p:spPr>
            <a:xfrm>
              <a:off x="4524300" y="3091575"/>
              <a:ext cx="95400" cy="1038300"/>
            </a:xfrm>
            <a:prstGeom prst="rect">
              <a:avLst/>
            </a:prstGeom>
            <a:solidFill>
              <a:srgbClr val="CA7BEB">
                <a:alpha val="564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9"/>
            <p:cNvSpPr/>
            <p:nvPr/>
          </p:nvSpPr>
          <p:spPr>
            <a:xfrm>
              <a:off x="4524300" y="3610723"/>
              <a:ext cx="95400" cy="519000"/>
            </a:xfrm>
            <a:prstGeom prst="rect">
              <a:avLst/>
            </a:prstGeom>
            <a:solidFill>
              <a:srgbClr val="972CB4">
                <a:alpha val="74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2"/>
        <p:cNvGrpSpPr/>
        <p:nvPr/>
      </p:nvGrpSpPr>
      <p:grpSpPr>
        <a:xfrm>
          <a:off x="0" y="0"/>
          <a:ext cx="0" cy="0"/>
          <a:chOff x="0" y="0"/>
          <a:chExt cx="0" cy="0"/>
        </a:xfrm>
      </p:grpSpPr>
      <p:sp>
        <p:nvSpPr>
          <p:cNvPr id="113" name="Google Shape;113;p11"/>
          <p:cNvSpPr txBox="1">
            <a:spLocks noGrp="1"/>
          </p:cNvSpPr>
          <p:nvPr>
            <p:ph type="title" hasCustomPrompt="1"/>
          </p:nvPr>
        </p:nvSpPr>
        <p:spPr>
          <a:xfrm>
            <a:off x="1903250" y="1834838"/>
            <a:ext cx="5337600" cy="112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7200"/>
              <a:buNone/>
              <a:defRPr sz="77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4" name="Google Shape;114;p11"/>
          <p:cNvSpPr txBox="1">
            <a:spLocks noGrp="1"/>
          </p:cNvSpPr>
          <p:nvPr>
            <p:ph type="body" idx="1"/>
          </p:nvPr>
        </p:nvSpPr>
        <p:spPr>
          <a:xfrm>
            <a:off x="2524200" y="2955575"/>
            <a:ext cx="4095600" cy="3531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sz="1500"/>
            </a:lvl1pPr>
            <a:lvl2pPr marL="914400" lvl="1" indent="-317500" algn="ctr">
              <a:spcBef>
                <a:spcPts val="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grpSp>
        <p:nvGrpSpPr>
          <p:cNvPr id="115" name="Google Shape;115;p11"/>
          <p:cNvGrpSpPr/>
          <p:nvPr/>
        </p:nvGrpSpPr>
        <p:grpSpPr>
          <a:xfrm flipH="1">
            <a:off x="6720423" y="3784091"/>
            <a:ext cx="2423582" cy="1357541"/>
            <a:chOff x="-77" y="3784091"/>
            <a:chExt cx="2423582" cy="1357541"/>
          </a:xfrm>
        </p:grpSpPr>
        <p:sp>
          <p:nvSpPr>
            <p:cNvPr id="116" name="Google Shape;116;p11"/>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 name="Google Shape;121;p11"/>
          <p:cNvGrpSpPr/>
          <p:nvPr/>
        </p:nvGrpSpPr>
        <p:grpSpPr>
          <a:xfrm rot="10800000" flipH="1">
            <a:off x="-77" y="-9"/>
            <a:ext cx="2423582" cy="1357541"/>
            <a:chOff x="-77" y="3784091"/>
            <a:chExt cx="2423582" cy="1357541"/>
          </a:xfrm>
        </p:grpSpPr>
        <p:sp>
          <p:nvSpPr>
            <p:cNvPr id="122" name="Google Shape;122;p11"/>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1"/>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1"/>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2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CUSTOM_9">
    <p:spTree>
      <p:nvGrpSpPr>
        <p:cNvPr id="1" name="Shape 128"/>
        <p:cNvGrpSpPr/>
        <p:nvPr/>
      </p:nvGrpSpPr>
      <p:grpSpPr>
        <a:xfrm>
          <a:off x="0" y="0"/>
          <a:ext cx="0" cy="0"/>
          <a:chOff x="0" y="0"/>
          <a:chExt cx="0" cy="0"/>
        </a:xfrm>
      </p:grpSpPr>
      <p:sp>
        <p:nvSpPr>
          <p:cNvPr id="129" name="Google Shape;129;p13"/>
          <p:cNvSpPr txBox="1">
            <a:spLocks noGrp="1"/>
          </p:cNvSpPr>
          <p:nvPr>
            <p:ph type="title"/>
          </p:nvPr>
        </p:nvSpPr>
        <p:spPr>
          <a:xfrm>
            <a:off x="1902600" y="1512225"/>
            <a:ext cx="5338800" cy="1876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900"/>
              <a:buNone/>
              <a:defRPr sz="3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0" name="Google Shape;130;p13"/>
          <p:cNvSpPr txBox="1">
            <a:spLocks noGrp="1"/>
          </p:cNvSpPr>
          <p:nvPr>
            <p:ph type="title" idx="2"/>
          </p:nvPr>
        </p:nvSpPr>
        <p:spPr>
          <a:xfrm>
            <a:off x="1449150" y="3334700"/>
            <a:ext cx="6245700" cy="610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Raleway"/>
              <a:buNone/>
              <a:defRPr sz="2000">
                <a:latin typeface="Roboto"/>
                <a:ea typeface="Roboto"/>
                <a:cs typeface="Roboto"/>
                <a:sym typeface="Roboto"/>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grpSp>
        <p:nvGrpSpPr>
          <p:cNvPr id="131" name="Google Shape;131;p13"/>
          <p:cNvGrpSpPr/>
          <p:nvPr/>
        </p:nvGrpSpPr>
        <p:grpSpPr>
          <a:xfrm>
            <a:off x="-77" y="3784091"/>
            <a:ext cx="2423582" cy="1357541"/>
            <a:chOff x="-77" y="3784091"/>
            <a:chExt cx="2423582" cy="1357541"/>
          </a:xfrm>
        </p:grpSpPr>
        <p:sp>
          <p:nvSpPr>
            <p:cNvPr id="132" name="Google Shape;132;p1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 name="Google Shape;137;p13"/>
          <p:cNvGrpSpPr/>
          <p:nvPr/>
        </p:nvGrpSpPr>
        <p:grpSpPr>
          <a:xfrm rot="10800000">
            <a:off x="6720423" y="-9"/>
            <a:ext cx="2423582" cy="1357541"/>
            <a:chOff x="-77" y="3784091"/>
            <a:chExt cx="2423582" cy="1357541"/>
          </a:xfrm>
        </p:grpSpPr>
        <p:sp>
          <p:nvSpPr>
            <p:cNvPr id="138" name="Google Shape;138;p1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43"/>
        <p:cNvGrpSpPr/>
        <p:nvPr/>
      </p:nvGrpSpPr>
      <p:grpSpPr>
        <a:xfrm>
          <a:off x="0" y="0"/>
          <a:ext cx="0" cy="0"/>
          <a:chOff x="0" y="0"/>
          <a:chExt cx="0" cy="0"/>
        </a:xfrm>
      </p:grpSpPr>
      <p:sp>
        <p:nvSpPr>
          <p:cNvPr id="144" name="Google Shape;144;p14"/>
          <p:cNvSpPr txBox="1">
            <a:spLocks noGrp="1"/>
          </p:cNvSpPr>
          <p:nvPr>
            <p:ph type="title"/>
          </p:nvPr>
        </p:nvSpPr>
        <p:spPr>
          <a:xfrm>
            <a:off x="5238260" y="1866750"/>
            <a:ext cx="2145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solidFill>
                  <a:schemeClr val="accen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5" name="Google Shape;145;p14"/>
          <p:cNvSpPr txBox="1">
            <a:spLocks noGrp="1"/>
          </p:cNvSpPr>
          <p:nvPr>
            <p:ph type="body" idx="1"/>
          </p:nvPr>
        </p:nvSpPr>
        <p:spPr>
          <a:xfrm>
            <a:off x="5238265" y="2401350"/>
            <a:ext cx="2145300" cy="10278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46" name="Google Shape;146;p14"/>
          <p:cNvSpPr txBox="1">
            <a:spLocks noGrp="1"/>
          </p:cNvSpPr>
          <p:nvPr>
            <p:ph type="body" idx="2"/>
          </p:nvPr>
        </p:nvSpPr>
        <p:spPr>
          <a:xfrm>
            <a:off x="1760440" y="2401350"/>
            <a:ext cx="2145300" cy="10278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47" name="Google Shape;147;p14"/>
          <p:cNvSpPr txBox="1">
            <a:spLocks noGrp="1"/>
          </p:cNvSpPr>
          <p:nvPr>
            <p:ph type="title" idx="3"/>
          </p:nvPr>
        </p:nvSpPr>
        <p:spPr>
          <a:xfrm>
            <a:off x="1760435" y="1866750"/>
            <a:ext cx="2145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solidFill>
                  <a:schemeClr val="accen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8" name="Google Shape;148;p14"/>
          <p:cNvSpPr txBox="1">
            <a:spLocks noGrp="1"/>
          </p:cNvSpPr>
          <p:nvPr>
            <p:ph type="title" idx="4"/>
          </p:nvPr>
        </p:nvSpPr>
        <p:spPr>
          <a:xfrm>
            <a:off x="720000" y="5400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49" name="Google Shape;149;p14"/>
          <p:cNvGrpSpPr/>
          <p:nvPr/>
        </p:nvGrpSpPr>
        <p:grpSpPr>
          <a:xfrm rot="-5400000">
            <a:off x="8346375" y="4345871"/>
            <a:ext cx="1022509" cy="572747"/>
            <a:chOff x="-77" y="3784091"/>
            <a:chExt cx="2423582" cy="1357541"/>
          </a:xfrm>
        </p:grpSpPr>
        <p:sp>
          <p:nvSpPr>
            <p:cNvPr id="150" name="Google Shape;150;p14"/>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4"/>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4"/>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4"/>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4"/>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 name="Google Shape;155;p14"/>
          <p:cNvGrpSpPr/>
          <p:nvPr/>
        </p:nvGrpSpPr>
        <p:grpSpPr>
          <a:xfrm rot="5400000">
            <a:off x="-224875" y="224871"/>
            <a:ext cx="1022509" cy="572747"/>
            <a:chOff x="-77" y="3784091"/>
            <a:chExt cx="2423582" cy="1357541"/>
          </a:xfrm>
        </p:grpSpPr>
        <p:sp>
          <p:nvSpPr>
            <p:cNvPr id="156" name="Google Shape;156;p14"/>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4"/>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4"/>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4"/>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4"/>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14"/>
          <p:cNvGrpSpPr/>
          <p:nvPr/>
        </p:nvGrpSpPr>
        <p:grpSpPr>
          <a:xfrm>
            <a:off x="4524300" y="1089825"/>
            <a:ext cx="95400" cy="3116250"/>
            <a:chOff x="4524300" y="1013625"/>
            <a:chExt cx="95400" cy="3116250"/>
          </a:xfrm>
        </p:grpSpPr>
        <p:sp>
          <p:nvSpPr>
            <p:cNvPr id="162" name="Google Shape;162;p14"/>
            <p:cNvSpPr/>
            <p:nvPr/>
          </p:nvSpPr>
          <p:spPr>
            <a:xfrm>
              <a:off x="4524300" y="1013625"/>
              <a:ext cx="95400" cy="1038300"/>
            </a:xfrm>
            <a:prstGeom prst="rect">
              <a:avLst/>
            </a:prstGeom>
            <a:solidFill>
              <a:srgbClr val="C8AEF8">
                <a:alpha val="58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4"/>
            <p:cNvSpPr/>
            <p:nvPr/>
          </p:nvSpPr>
          <p:spPr>
            <a:xfrm>
              <a:off x="4524300" y="1534125"/>
              <a:ext cx="95400" cy="1038300"/>
            </a:xfrm>
            <a:prstGeom prst="rect">
              <a:avLst/>
            </a:prstGeom>
            <a:solidFill>
              <a:srgbClr val="878FFF">
                <a:alpha val="737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4"/>
            <p:cNvSpPr/>
            <p:nvPr/>
          </p:nvSpPr>
          <p:spPr>
            <a:xfrm>
              <a:off x="4524300" y="2053275"/>
              <a:ext cx="95400" cy="1038300"/>
            </a:xfrm>
            <a:prstGeom prst="rect">
              <a:avLst/>
            </a:prstGeom>
            <a:solidFill>
              <a:srgbClr val="9154F8">
                <a:alpha val="53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4"/>
            <p:cNvSpPr/>
            <p:nvPr/>
          </p:nvSpPr>
          <p:spPr>
            <a:xfrm>
              <a:off x="4524300" y="2565875"/>
              <a:ext cx="95400" cy="1038300"/>
            </a:xfrm>
            <a:prstGeom prst="rect">
              <a:avLst/>
            </a:prstGeom>
            <a:solidFill>
              <a:srgbClr val="35C2DF">
                <a:alpha val="7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4"/>
            <p:cNvSpPr/>
            <p:nvPr/>
          </p:nvSpPr>
          <p:spPr>
            <a:xfrm>
              <a:off x="4524300" y="3091575"/>
              <a:ext cx="95400" cy="1038300"/>
            </a:xfrm>
            <a:prstGeom prst="rect">
              <a:avLst/>
            </a:prstGeom>
            <a:solidFill>
              <a:srgbClr val="CA7BEB">
                <a:alpha val="564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4"/>
            <p:cNvSpPr/>
            <p:nvPr/>
          </p:nvSpPr>
          <p:spPr>
            <a:xfrm>
              <a:off x="4524300" y="3610723"/>
              <a:ext cx="95400" cy="519000"/>
            </a:xfrm>
            <a:prstGeom prst="rect">
              <a:avLst/>
            </a:prstGeom>
            <a:solidFill>
              <a:srgbClr val="972CB4">
                <a:alpha val="74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5">
    <p:bg>
      <p:bgPr>
        <a:gradFill>
          <a:gsLst>
            <a:gs pos="0">
              <a:srgbClr val="13367C"/>
            </a:gs>
            <a:gs pos="100000">
              <a:schemeClr val="dk2"/>
            </a:gs>
          </a:gsLst>
          <a:lin ang="5400012" scaled="0"/>
        </a:gradFill>
        <a:effectLst/>
      </p:bgPr>
    </p:bg>
    <p:spTree>
      <p:nvGrpSpPr>
        <p:cNvPr id="1" name="Shape 194"/>
        <p:cNvGrpSpPr/>
        <p:nvPr/>
      </p:nvGrpSpPr>
      <p:grpSpPr>
        <a:xfrm>
          <a:off x="0" y="0"/>
          <a:ext cx="0" cy="0"/>
          <a:chOff x="0" y="0"/>
          <a:chExt cx="0" cy="0"/>
        </a:xfrm>
      </p:grpSpPr>
      <p:sp>
        <p:nvSpPr>
          <p:cNvPr id="195" name="Google Shape;195;p16"/>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6" name="Google Shape;196;p16"/>
          <p:cNvSpPr txBox="1">
            <a:spLocks noGrp="1"/>
          </p:cNvSpPr>
          <p:nvPr>
            <p:ph type="subTitle" idx="1"/>
          </p:nvPr>
        </p:nvSpPr>
        <p:spPr>
          <a:xfrm>
            <a:off x="719700" y="2434925"/>
            <a:ext cx="2317200" cy="38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Oswald"/>
              <a:buNone/>
              <a:defRPr sz="1800">
                <a:solidFill>
                  <a:schemeClr val="accent1"/>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a:endParaRPr/>
          </a:p>
        </p:txBody>
      </p:sp>
      <p:sp>
        <p:nvSpPr>
          <p:cNvPr id="197" name="Google Shape;197;p16"/>
          <p:cNvSpPr txBox="1">
            <a:spLocks noGrp="1"/>
          </p:cNvSpPr>
          <p:nvPr>
            <p:ph type="subTitle" idx="2"/>
          </p:nvPr>
        </p:nvSpPr>
        <p:spPr>
          <a:xfrm>
            <a:off x="719850" y="2734827"/>
            <a:ext cx="2316900" cy="79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8" name="Google Shape;198;p16"/>
          <p:cNvSpPr txBox="1">
            <a:spLocks noGrp="1"/>
          </p:cNvSpPr>
          <p:nvPr>
            <p:ph type="subTitle" idx="3"/>
          </p:nvPr>
        </p:nvSpPr>
        <p:spPr>
          <a:xfrm>
            <a:off x="3413619" y="2434925"/>
            <a:ext cx="2316900" cy="38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Oswald"/>
              <a:buNone/>
              <a:defRPr sz="1800">
                <a:solidFill>
                  <a:schemeClr val="accent2"/>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a:endParaRPr/>
          </a:p>
        </p:txBody>
      </p:sp>
      <p:sp>
        <p:nvSpPr>
          <p:cNvPr id="199" name="Google Shape;199;p16"/>
          <p:cNvSpPr txBox="1">
            <a:spLocks noGrp="1"/>
          </p:cNvSpPr>
          <p:nvPr>
            <p:ph type="subTitle" idx="4"/>
          </p:nvPr>
        </p:nvSpPr>
        <p:spPr>
          <a:xfrm>
            <a:off x="3413619" y="2734827"/>
            <a:ext cx="2316900" cy="79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0" name="Google Shape;200;p16"/>
          <p:cNvSpPr txBox="1">
            <a:spLocks noGrp="1"/>
          </p:cNvSpPr>
          <p:nvPr>
            <p:ph type="subTitle" idx="5"/>
          </p:nvPr>
        </p:nvSpPr>
        <p:spPr>
          <a:xfrm>
            <a:off x="6107075" y="2434925"/>
            <a:ext cx="2316900" cy="38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Oswald"/>
              <a:buNone/>
              <a:defRPr sz="1800">
                <a:solidFill>
                  <a:schemeClr val="accent3"/>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a:endParaRPr/>
          </a:p>
        </p:txBody>
      </p:sp>
      <p:sp>
        <p:nvSpPr>
          <p:cNvPr id="201" name="Google Shape;201;p16"/>
          <p:cNvSpPr txBox="1">
            <a:spLocks noGrp="1"/>
          </p:cNvSpPr>
          <p:nvPr>
            <p:ph type="subTitle" idx="6"/>
          </p:nvPr>
        </p:nvSpPr>
        <p:spPr>
          <a:xfrm>
            <a:off x="6107075" y="2734827"/>
            <a:ext cx="2316900" cy="79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02" name="Google Shape;202;p16"/>
          <p:cNvGrpSpPr/>
          <p:nvPr/>
        </p:nvGrpSpPr>
        <p:grpSpPr>
          <a:xfrm rot="5400000" flipH="1">
            <a:off x="-224875" y="4345871"/>
            <a:ext cx="1022509" cy="572747"/>
            <a:chOff x="-77" y="3784091"/>
            <a:chExt cx="2423582" cy="1357541"/>
          </a:xfrm>
        </p:grpSpPr>
        <p:sp>
          <p:nvSpPr>
            <p:cNvPr id="203" name="Google Shape;203;p16"/>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6"/>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6"/>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6"/>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6"/>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6"/>
          <p:cNvGrpSpPr/>
          <p:nvPr/>
        </p:nvGrpSpPr>
        <p:grpSpPr>
          <a:xfrm rot="-5400000" flipH="1">
            <a:off x="8346375" y="224871"/>
            <a:ext cx="1022509" cy="572747"/>
            <a:chOff x="-77" y="3784091"/>
            <a:chExt cx="2423582" cy="1357541"/>
          </a:xfrm>
        </p:grpSpPr>
        <p:sp>
          <p:nvSpPr>
            <p:cNvPr id="209" name="Google Shape;209;p16"/>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6"/>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6"/>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6"/>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6"/>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CUSTOM_7">
    <p:spTree>
      <p:nvGrpSpPr>
        <p:cNvPr id="1" name="Shape 344"/>
        <p:cNvGrpSpPr/>
        <p:nvPr/>
      </p:nvGrpSpPr>
      <p:grpSpPr>
        <a:xfrm>
          <a:off x="0" y="0"/>
          <a:ext cx="0" cy="0"/>
          <a:chOff x="0" y="0"/>
          <a:chExt cx="0" cy="0"/>
        </a:xfrm>
      </p:grpSpPr>
      <p:grpSp>
        <p:nvGrpSpPr>
          <p:cNvPr id="345" name="Google Shape;345;p22"/>
          <p:cNvGrpSpPr/>
          <p:nvPr/>
        </p:nvGrpSpPr>
        <p:grpSpPr>
          <a:xfrm>
            <a:off x="-9" y="1669058"/>
            <a:ext cx="2781383" cy="1805382"/>
            <a:chOff x="8024127" y="984378"/>
            <a:chExt cx="2502369" cy="1624275"/>
          </a:xfrm>
        </p:grpSpPr>
        <p:sp>
          <p:nvSpPr>
            <p:cNvPr id="346" name="Google Shape;346;p22"/>
            <p:cNvSpPr/>
            <p:nvPr/>
          </p:nvSpPr>
          <p:spPr>
            <a:xfrm>
              <a:off x="8647339" y="2562003"/>
              <a:ext cx="65709" cy="30106"/>
            </a:xfrm>
            <a:custGeom>
              <a:avLst/>
              <a:gdLst/>
              <a:ahLst/>
              <a:cxnLst/>
              <a:rect l="l" t="t" r="r" b="b"/>
              <a:pathLst>
                <a:path w="2259" h="1035" extrusionOk="0">
                  <a:moveTo>
                    <a:pt x="125" y="899"/>
                  </a:moveTo>
                  <a:lnTo>
                    <a:pt x="125" y="899"/>
                  </a:lnTo>
                  <a:cubicBezTo>
                    <a:pt x="132" y="943"/>
                    <a:pt x="142" y="989"/>
                    <a:pt x="157" y="1035"/>
                  </a:cubicBezTo>
                  <a:cubicBezTo>
                    <a:pt x="157" y="1001"/>
                    <a:pt x="157" y="1001"/>
                    <a:pt x="157" y="1001"/>
                  </a:cubicBezTo>
                  <a:cubicBezTo>
                    <a:pt x="144" y="967"/>
                    <a:pt x="133" y="933"/>
                    <a:pt x="125" y="899"/>
                  </a:cubicBezTo>
                  <a:close/>
                  <a:moveTo>
                    <a:pt x="891" y="1"/>
                  </a:moveTo>
                  <a:cubicBezTo>
                    <a:pt x="329" y="1"/>
                    <a:pt x="1" y="409"/>
                    <a:pt x="125" y="899"/>
                  </a:cubicBezTo>
                  <a:lnTo>
                    <a:pt x="125" y="899"/>
                  </a:lnTo>
                  <a:cubicBezTo>
                    <a:pt x="49" y="429"/>
                    <a:pt x="373" y="67"/>
                    <a:pt x="891" y="67"/>
                  </a:cubicBezTo>
                  <a:cubicBezTo>
                    <a:pt x="1491" y="67"/>
                    <a:pt x="2091" y="501"/>
                    <a:pt x="2258" y="1035"/>
                  </a:cubicBezTo>
                  <a:cubicBezTo>
                    <a:pt x="2258" y="1001"/>
                    <a:pt x="2258" y="1001"/>
                    <a:pt x="2258" y="1001"/>
                  </a:cubicBezTo>
                  <a:cubicBezTo>
                    <a:pt x="2091" y="468"/>
                    <a:pt x="1458" y="1"/>
                    <a:pt x="891" y="1"/>
                  </a:cubicBezTo>
                  <a:close/>
                </a:path>
              </a:pathLst>
            </a:custGeom>
            <a:solidFill>
              <a:srgbClr val="FFFF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2"/>
            <p:cNvSpPr/>
            <p:nvPr/>
          </p:nvSpPr>
          <p:spPr>
            <a:xfrm>
              <a:off x="8759904" y="2562003"/>
              <a:ext cx="65680" cy="30106"/>
            </a:xfrm>
            <a:custGeom>
              <a:avLst/>
              <a:gdLst/>
              <a:ahLst/>
              <a:cxnLst/>
              <a:rect l="l" t="t" r="r" b="b"/>
              <a:pathLst>
                <a:path w="2258" h="1035" extrusionOk="0">
                  <a:moveTo>
                    <a:pt x="124" y="899"/>
                  </a:moveTo>
                  <a:cubicBezTo>
                    <a:pt x="131" y="943"/>
                    <a:pt x="142" y="989"/>
                    <a:pt x="156" y="1035"/>
                  </a:cubicBezTo>
                  <a:cubicBezTo>
                    <a:pt x="156" y="1001"/>
                    <a:pt x="156" y="1001"/>
                    <a:pt x="156" y="1001"/>
                  </a:cubicBezTo>
                  <a:cubicBezTo>
                    <a:pt x="143" y="967"/>
                    <a:pt x="133" y="933"/>
                    <a:pt x="124" y="899"/>
                  </a:cubicBezTo>
                  <a:close/>
                  <a:moveTo>
                    <a:pt x="890" y="1"/>
                  </a:moveTo>
                  <a:cubicBezTo>
                    <a:pt x="328" y="1"/>
                    <a:pt x="0" y="409"/>
                    <a:pt x="124" y="899"/>
                  </a:cubicBezTo>
                  <a:lnTo>
                    <a:pt x="124" y="899"/>
                  </a:lnTo>
                  <a:cubicBezTo>
                    <a:pt x="49" y="429"/>
                    <a:pt x="372" y="67"/>
                    <a:pt x="890" y="67"/>
                  </a:cubicBezTo>
                  <a:cubicBezTo>
                    <a:pt x="1490" y="67"/>
                    <a:pt x="2091" y="501"/>
                    <a:pt x="2258" y="1035"/>
                  </a:cubicBezTo>
                  <a:cubicBezTo>
                    <a:pt x="2258" y="1001"/>
                    <a:pt x="2258" y="1001"/>
                    <a:pt x="2258" y="1001"/>
                  </a:cubicBezTo>
                  <a:cubicBezTo>
                    <a:pt x="2091" y="468"/>
                    <a:pt x="1457" y="1"/>
                    <a:pt x="890" y="1"/>
                  </a:cubicBezTo>
                  <a:close/>
                </a:path>
              </a:pathLst>
            </a:custGeom>
            <a:solidFill>
              <a:srgbClr val="FF52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2"/>
            <p:cNvSpPr/>
            <p:nvPr/>
          </p:nvSpPr>
          <p:spPr>
            <a:xfrm>
              <a:off x="8872440" y="2562003"/>
              <a:ext cx="65709" cy="30106"/>
            </a:xfrm>
            <a:custGeom>
              <a:avLst/>
              <a:gdLst/>
              <a:ahLst/>
              <a:cxnLst/>
              <a:rect l="l" t="t" r="r" b="b"/>
              <a:pathLst>
                <a:path w="2259" h="1035" extrusionOk="0">
                  <a:moveTo>
                    <a:pt x="124" y="899"/>
                  </a:moveTo>
                  <a:cubicBezTo>
                    <a:pt x="131" y="943"/>
                    <a:pt x="142" y="989"/>
                    <a:pt x="157" y="1035"/>
                  </a:cubicBezTo>
                  <a:cubicBezTo>
                    <a:pt x="157" y="1001"/>
                    <a:pt x="157" y="1001"/>
                    <a:pt x="157" y="1001"/>
                  </a:cubicBezTo>
                  <a:cubicBezTo>
                    <a:pt x="144" y="967"/>
                    <a:pt x="133" y="933"/>
                    <a:pt x="124" y="899"/>
                  </a:cubicBezTo>
                  <a:close/>
                  <a:moveTo>
                    <a:pt x="890" y="1"/>
                  </a:moveTo>
                  <a:cubicBezTo>
                    <a:pt x="329" y="1"/>
                    <a:pt x="1" y="409"/>
                    <a:pt x="124" y="899"/>
                  </a:cubicBezTo>
                  <a:lnTo>
                    <a:pt x="124" y="899"/>
                  </a:lnTo>
                  <a:cubicBezTo>
                    <a:pt x="49" y="429"/>
                    <a:pt x="372" y="67"/>
                    <a:pt x="890" y="67"/>
                  </a:cubicBezTo>
                  <a:cubicBezTo>
                    <a:pt x="1491" y="67"/>
                    <a:pt x="2091" y="501"/>
                    <a:pt x="2258" y="1035"/>
                  </a:cubicBezTo>
                  <a:cubicBezTo>
                    <a:pt x="2258" y="1001"/>
                    <a:pt x="2258" y="1001"/>
                    <a:pt x="2258" y="1001"/>
                  </a:cubicBezTo>
                  <a:cubicBezTo>
                    <a:pt x="2091" y="468"/>
                    <a:pt x="1491" y="1"/>
                    <a:pt x="890" y="1"/>
                  </a:cubicBezTo>
                  <a:close/>
                </a:path>
              </a:pathLst>
            </a:custGeom>
            <a:solidFill>
              <a:srgbClr val="45FF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2"/>
            <p:cNvSpPr/>
            <p:nvPr/>
          </p:nvSpPr>
          <p:spPr>
            <a:xfrm>
              <a:off x="10089400" y="2205025"/>
              <a:ext cx="25" cy="50050"/>
            </a:xfrm>
            <a:custGeom>
              <a:avLst/>
              <a:gdLst/>
              <a:ahLst/>
              <a:cxnLst/>
              <a:rect l="l" t="t" r="r" b="b"/>
              <a:pathLst>
                <a:path w="1" h="2002" extrusionOk="0">
                  <a:moveTo>
                    <a:pt x="0" y="2002"/>
                  </a:moveTo>
                  <a:lnTo>
                    <a:pt x="0" y="0"/>
                  </a:lnTo>
                </a:path>
              </a:pathLst>
            </a:custGeom>
            <a:solidFill>
              <a:srgbClr val="1FFF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2"/>
            <p:cNvSpPr/>
            <p:nvPr/>
          </p:nvSpPr>
          <p:spPr>
            <a:xfrm>
              <a:off x="8024127" y="984378"/>
              <a:ext cx="2502369" cy="1624275"/>
            </a:xfrm>
            <a:custGeom>
              <a:avLst/>
              <a:gdLst/>
              <a:ahLst/>
              <a:cxnLst/>
              <a:rect l="l" t="t" r="r" b="b"/>
              <a:pathLst>
                <a:path w="86029" h="55841" extrusionOk="0">
                  <a:moveTo>
                    <a:pt x="2102" y="1"/>
                  </a:moveTo>
                  <a:cubicBezTo>
                    <a:pt x="935" y="1"/>
                    <a:pt x="1" y="935"/>
                    <a:pt x="1" y="2102"/>
                  </a:cubicBezTo>
                  <a:lnTo>
                    <a:pt x="1" y="53739"/>
                  </a:lnTo>
                  <a:cubicBezTo>
                    <a:pt x="1" y="54907"/>
                    <a:pt x="935" y="55841"/>
                    <a:pt x="2102" y="55841"/>
                  </a:cubicBezTo>
                  <a:lnTo>
                    <a:pt x="83894" y="55841"/>
                  </a:lnTo>
                  <a:cubicBezTo>
                    <a:pt x="85062" y="55841"/>
                    <a:pt x="86029" y="54907"/>
                    <a:pt x="86029" y="53739"/>
                  </a:cubicBezTo>
                  <a:lnTo>
                    <a:pt x="86029" y="2102"/>
                  </a:lnTo>
                  <a:cubicBezTo>
                    <a:pt x="86029" y="935"/>
                    <a:pt x="85062" y="1"/>
                    <a:pt x="83894" y="1"/>
                  </a:cubicBezTo>
                  <a:close/>
                </a:path>
              </a:pathLst>
            </a:custGeom>
            <a:solidFill>
              <a:srgbClr val="B8B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2"/>
            <p:cNvSpPr/>
            <p:nvPr/>
          </p:nvSpPr>
          <p:spPr>
            <a:xfrm>
              <a:off x="8024127" y="984378"/>
              <a:ext cx="2502369" cy="262020"/>
            </a:xfrm>
            <a:custGeom>
              <a:avLst/>
              <a:gdLst/>
              <a:ahLst/>
              <a:cxnLst/>
              <a:rect l="l" t="t" r="r" b="b"/>
              <a:pathLst>
                <a:path w="86029" h="9008" extrusionOk="0">
                  <a:moveTo>
                    <a:pt x="2436" y="1"/>
                  </a:moveTo>
                  <a:cubicBezTo>
                    <a:pt x="1102" y="1"/>
                    <a:pt x="1" y="1068"/>
                    <a:pt x="1" y="2436"/>
                  </a:cubicBezTo>
                  <a:lnTo>
                    <a:pt x="1" y="9007"/>
                  </a:lnTo>
                  <a:lnTo>
                    <a:pt x="86029" y="9007"/>
                  </a:lnTo>
                  <a:lnTo>
                    <a:pt x="86029" y="2436"/>
                  </a:lnTo>
                  <a:cubicBezTo>
                    <a:pt x="86029" y="1102"/>
                    <a:pt x="84928" y="1"/>
                    <a:pt x="835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2"/>
            <p:cNvSpPr/>
            <p:nvPr/>
          </p:nvSpPr>
          <p:spPr>
            <a:xfrm>
              <a:off x="8125057" y="1324952"/>
              <a:ext cx="2305388" cy="1198318"/>
            </a:xfrm>
            <a:custGeom>
              <a:avLst/>
              <a:gdLst/>
              <a:ahLst/>
              <a:cxnLst/>
              <a:rect l="l" t="t" r="r" b="b"/>
              <a:pathLst>
                <a:path w="79257" h="41197" extrusionOk="0">
                  <a:moveTo>
                    <a:pt x="77522" y="41196"/>
                  </a:moveTo>
                  <a:lnTo>
                    <a:pt x="1735" y="41196"/>
                  </a:lnTo>
                  <a:cubicBezTo>
                    <a:pt x="767" y="41196"/>
                    <a:pt x="0" y="40429"/>
                    <a:pt x="0" y="39462"/>
                  </a:cubicBezTo>
                  <a:lnTo>
                    <a:pt x="0" y="1735"/>
                  </a:lnTo>
                  <a:cubicBezTo>
                    <a:pt x="0" y="768"/>
                    <a:pt x="767" y="0"/>
                    <a:pt x="1735" y="0"/>
                  </a:cubicBezTo>
                  <a:lnTo>
                    <a:pt x="77522" y="0"/>
                  </a:lnTo>
                  <a:cubicBezTo>
                    <a:pt x="78489" y="0"/>
                    <a:pt x="79257" y="768"/>
                    <a:pt x="79257" y="1735"/>
                  </a:cubicBezTo>
                  <a:lnTo>
                    <a:pt x="79257" y="39462"/>
                  </a:lnTo>
                  <a:cubicBezTo>
                    <a:pt x="79257" y="40429"/>
                    <a:pt x="78489" y="41196"/>
                    <a:pt x="77522" y="41196"/>
                  </a:cubicBezTo>
                  <a:close/>
                </a:path>
              </a:pathLst>
            </a:custGeom>
            <a:solidFill>
              <a:srgbClr val="240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2"/>
            <p:cNvSpPr/>
            <p:nvPr/>
          </p:nvSpPr>
          <p:spPr>
            <a:xfrm>
              <a:off x="8191986" y="1394818"/>
              <a:ext cx="54365" cy="110620"/>
            </a:xfrm>
            <a:custGeom>
              <a:avLst/>
              <a:gdLst/>
              <a:ahLst/>
              <a:cxnLst/>
              <a:rect l="l" t="t" r="r" b="b"/>
              <a:pathLst>
                <a:path w="1869" h="3803" fill="none" extrusionOk="0">
                  <a:moveTo>
                    <a:pt x="1869" y="0"/>
                  </a:moveTo>
                  <a:lnTo>
                    <a:pt x="1" y="1901"/>
                  </a:lnTo>
                  <a:lnTo>
                    <a:pt x="1869" y="3803"/>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2"/>
            <p:cNvSpPr/>
            <p:nvPr/>
          </p:nvSpPr>
          <p:spPr>
            <a:xfrm>
              <a:off x="8385062" y="1394818"/>
              <a:ext cx="55354" cy="110620"/>
            </a:xfrm>
            <a:custGeom>
              <a:avLst/>
              <a:gdLst/>
              <a:ahLst/>
              <a:cxnLst/>
              <a:rect l="l" t="t" r="r" b="b"/>
              <a:pathLst>
                <a:path w="1903" h="3803" fill="none" extrusionOk="0">
                  <a:moveTo>
                    <a:pt x="1" y="0"/>
                  </a:moveTo>
                  <a:lnTo>
                    <a:pt x="1902" y="1901"/>
                  </a:lnTo>
                  <a:lnTo>
                    <a:pt x="1" y="3803"/>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2"/>
            <p:cNvSpPr/>
            <p:nvPr/>
          </p:nvSpPr>
          <p:spPr>
            <a:xfrm>
              <a:off x="8292887" y="1394818"/>
              <a:ext cx="43689" cy="120335"/>
            </a:xfrm>
            <a:custGeom>
              <a:avLst/>
              <a:gdLst/>
              <a:ahLst/>
              <a:cxnLst/>
              <a:rect l="l" t="t" r="r" b="b"/>
              <a:pathLst>
                <a:path w="1502" h="4137" fill="none" extrusionOk="0">
                  <a:moveTo>
                    <a:pt x="1" y="4136"/>
                  </a:moveTo>
                  <a:lnTo>
                    <a:pt x="1502" y="0"/>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2"/>
            <p:cNvSpPr/>
            <p:nvPr/>
          </p:nvSpPr>
          <p:spPr>
            <a:xfrm>
              <a:off x="8483055" y="1500548"/>
              <a:ext cx="31095" cy="31095"/>
            </a:xfrm>
            <a:custGeom>
              <a:avLst/>
              <a:gdLst/>
              <a:ahLst/>
              <a:cxnLst/>
              <a:rect l="l" t="t" r="r" b="b"/>
              <a:pathLst>
                <a:path w="1069" h="1069" extrusionOk="0">
                  <a:moveTo>
                    <a:pt x="535" y="1"/>
                  </a:moveTo>
                  <a:cubicBezTo>
                    <a:pt x="234" y="1"/>
                    <a:pt x="1" y="234"/>
                    <a:pt x="1" y="535"/>
                  </a:cubicBezTo>
                  <a:cubicBezTo>
                    <a:pt x="1" y="802"/>
                    <a:pt x="234" y="1068"/>
                    <a:pt x="535" y="1068"/>
                  </a:cubicBezTo>
                  <a:cubicBezTo>
                    <a:pt x="835" y="1068"/>
                    <a:pt x="1068" y="802"/>
                    <a:pt x="1068" y="535"/>
                  </a:cubicBezTo>
                  <a:cubicBezTo>
                    <a:pt x="1068" y="234"/>
                    <a:pt x="835" y="1"/>
                    <a:pt x="535"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2"/>
            <p:cNvSpPr/>
            <p:nvPr/>
          </p:nvSpPr>
          <p:spPr>
            <a:xfrm>
              <a:off x="8528666" y="1500548"/>
              <a:ext cx="31065" cy="31095"/>
            </a:xfrm>
            <a:custGeom>
              <a:avLst/>
              <a:gdLst/>
              <a:ahLst/>
              <a:cxnLst/>
              <a:rect l="l" t="t" r="r" b="b"/>
              <a:pathLst>
                <a:path w="1068" h="1069" extrusionOk="0">
                  <a:moveTo>
                    <a:pt x="534" y="1"/>
                  </a:moveTo>
                  <a:cubicBezTo>
                    <a:pt x="267" y="1"/>
                    <a:pt x="0" y="234"/>
                    <a:pt x="0" y="535"/>
                  </a:cubicBezTo>
                  <a:cubicBezTo>
                    <a:pt x="0" y="802"/>
                    <a:pt x="267" y="1068"/>
                    <a:pt x="534" y="1068"/>
                  </a:cubicBezTo>
                  <a:cubicBezTo>
                    <a:pt x="834" y="1068"/>
                    <a:pt x="1068" y="802"/>
                    <a:pt x="1068" y="535"/>
                  </a:cubicBezTo>
                  <a:cubicBezTo>
                    <a:pt x="1068" y="234"/>
                    <a:pt x="834" y="1"/>
                    <a:pt x="534"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2"/>
            <p:cNvSpPr/>
            <p:nvPr/>
          </p:nvSpPr>
          <p:spPr>
            <a:xfrm>
              <a:off x="8593674" y="1500548"/>
              <a:ext cx="31065" cy="31095"/>
            </a:xfrm>
            <a:custGeom>
              <a:avLst/>
              <a:gdLst/>
              <a:ahLst/>
              <a:cxnLst/>
              <a:rect l="l" t="t" r="r" b="b"/>
              <a:pathLst>
                <a:path w="1068" h="1069" extrusionOk="0">
                  <a:moveTo>
                    <a:pt x="534" y="1"/>
                  </a:moveTo>
                  <a:cubicBezTo>
                    <a:pt x="234" y="1"/>
                    <a:pt x="0" y="234"/>
                    <a:pt x="0" y="535"/>
                  </a:cubicBezTo>
                  <a:cubicBezTo>
                    <a:pt x="0" y="802"/>
                    <a:pt x="234" y="1068"/>
                    <a:pt x="534" y="1068"/>
                  </a:cubicBezTo>
                  <a:cubicBezTo>
                    <a:pt x="834" y="1068"/>
                    <a:pt x="1068" y="802"/>
                    <a:pt x="1068" y="535"/>
                  </a:cubicBezTo>
                  <a:cubicBezTo>
                    <a:pt x="1068" y="234"/>
                    <a:pt x="834" y="1"/>
                    <a:pt x="534"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2"/>
            <p:cNvSpPr/>
            <p:nvPr/>
          </p:nvSpPr>
          <p:spPr>
            <a:xfrm>
              <a:off x="8219152" y="1627656"/>
              <a:ext cx="1656300" cy="29"/>
            </a:xfrm>
            <a:custGeom>
              <a:avLst/>
              <a:gdLst/>
              <a:ahLst/>
              <a:cxnLst/>
              <a:rect l="l" t="t" r="r" b="b"/>
              <a:pathLst>
                <a:path w="56942" h="1" fill="none" extrusionOk="0">
                  <a:moveTo>
                    <a:pt x="1" y="1"/>
                  </a:moveTo>
                  <a:lnTo>
                    <a:pt x="56941"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2"/>
            <p:cNvSpPr/>
            <p:nvPr/>
          </p:nvSpPr>
          <p:spPr>
            <a:xfrm>
              <a:off x="9975312" y="1627656"/>
              <a:ext cx="128101" cy="29"/>
            </a:xfrm>
            <a:custGeom>
              <a:avLst/>
              <a:gdLst/>
              <a:ahLst/>
              <a:cxnLst/>
              <a:rect l="l" t="t" r="r" b="b"/>
              <a:pathLst>
                <a:path w="4404" h="1" fill="none" extrusionOk="0">
                  <a:moveTo>
                    <a:pt x="0" y="1"/>
                  </a:moveTo>
                  <a:lnTo>
                    <a:pt x="4403"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2"/>
            <p:cNvSpPr/>
            <p:nvPr/>
          </p:nvSpPr>
          <p:spPr>
            <a:xfrm>
              <a:off x="10174205" y="1627656"/>
              <a:ext cx="163035" cy="29"/>
            </a:xfrm>
            <a:custGeom>
              <a:avLst/>
              <a:gdLst/>
              <a:ahLst/>
              <a:cxnLst/>
              <a:rect l="l" t="t" r="r" b="b"/>
              <a:pathLst>
                <a:path w="5605" h="1" fill="none" extrusionOk="0">
                  <a:moveTo>
                    <a:pt x="0" y="1"/>
                  </a:moveTo>
                  <a:lnTo>
                    <a:pt x="5604"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2"/>
            <p:cNvSpPr/>
            <p:nvPr/>
          </p:nvSpPr>
          <p:spPr>
            <a:xfrm>
              <a:off x="8219152" y="1757673"/>
              <a:ext cx="1036300" cy="29"/>
            </a:xfrm>
            <a:custGeom>
              <a:avLst/>
              <a:gdLst/>
              <a:ahLst/>
              <a:cxnLst/>
              <a:rect l="l" t="t" r="r" b="b"/>
              <a:pathLst>
                <a:path w="35627" h="1" fill="none" extrusionOk="0">
                  <a:moveTo>
                    <a:pt x="1" y="1"/>
                  </a:moveTo>
                  <a:lnTo>
                    <a:pt x="35626"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2"/>
            <p:cNvSpPr/>
            <p:nvPr/>
          </p:nvSpPr>
          <p:spPr>
            <a:xfrm>
              <a:off x="9408676" y="1757673"/>
              <a:ext cx="186335" cy="29"/>
            </a:xfrm>
            <a:custGeom>
              <a:avLst/>
              <a:gdLst/>
              <a:ahLst/>
              <a:cxnLst/>
              <a:rect l="l" t="t" r="r" b="b"/>
              <a:pathLst>
                <a:path w="6406" h="1" fill="none" extrusionOk="0">
                  <a:moveTo>
                    <a:pt x="1" y="1"/>
                  </a:moveTo>
                  <a:lnTo>
                    <a:pt x="6405"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2"/>
            <p:cNvSpPr/>
            <p:nvPr/>
          </p:nvSpPr>
          <p:spPr>
            <a:xfrm>
              <a:off x="9090440" y="1832396"/>
              <a:ext cx="504581" cy="29"/>
            </a:xfrm>
            <a:custGeom>
              <a:avLst/>
              <a:gdLst/>
              <a:ahLst/>
              <a:cxnLst/>
              <a:rect l="l" t="t" r="r" b="b"/>
              <a:pathLst>
                <a:path w="17347" h="1" fill="none" extrusionOk="0">
                  <a:moveTo>
                    <a:pt x="17346"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2"/>
            <p:cNvSpPr/>
            <p:nvPr/>
          </p:nvSpPr>
          <p:spPr>
            <a:xfrm>
              <a:off x="8919673" y="1832396"/>
              <a:ext cx="101923" cy="29"/>
            </a:xfrm>
            <a:custGeom>
              <a:avLst/>
              <a:gdLst/>
              <a:ahLst/>
              <a:cxnLst/>
              <a:rect l="l" t="t" r="r" b="b"/>
              <a:pathLst>
                <a:path w="3504" h="1" fill="none" extrusionOk="0">
                  <a:moveTo>
                    <a:pt x="3503"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2"/>
            <p:cNvSpPr/>
            <p:nvPr/>
          </p:nvSpPr>
          <p:spPr>
            <a:xfrm>
              <a:off x="8737271" y="1832396"/>
              <a:ext cx="101894" cy="29"/>
            </a:xfrm>
            <a:custGeom>
              <a:avLst/>
              <a:gdLst/>
              <a:ahLst/>
              <a:cxnLst/>
              <a:rect l="l" t="t" r="r" b="b"/>
              <a:pathLst>
                <a:path w="3503" h="1" fill="none" extrusionOk="0">
                  <a:moveTo>
                    <a:pt x="3503"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2"/>
            <p:cNvSpPr/>
            <p:nvPr/>
          </p:nvSpPr>
          <p:spPr>
            <a:xfrm>
              <a:off x="8555829" y="1832396"/>
              <a:ext cx="100934" cy="29"/>
            </a:xfrm>
            <a:custGeom>
              <a:avLst/>
              <a:gdLst/>
              <a:ahLst/>
              <a:cxnLst/>
              <a:rect l="l" t="t" r="r" b="b"/>
              <a:pathLst>
                <a:path w="3470" h="1" fill="none" extrusionOk="0">
                  <a:moveTo>
                    <a:pt x="3470"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2"/>
            <p:cNvSpPr/>
            <p:nvPr/>
          </p:nvSpPr>
          <p:spPr>
            <a:xfrm>
              <a:off x="8373428" y="1832396"/>
              <a:ext cx="100934" cy="29"/>
            </a:xfrm>
            <a:custGeom>
              <a:avLst/>
              <a:gdLst/>
              <a:ahLst/>
              <a:cxnLst/>
              <a:rect l="l" t="t" r="r" b="b"/>
              <a:pathLst>
                <a:path w="3470" h="1" fill="none" extrusionOk="0">
                  <a:moveTo>
                    <a:pt x="3470"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2"/>
            <p:cNvSpPr/>
            <p:nvPr/>
          </p:nvSpPr>
          <p:spPr>
            <a:xfrm>
              <a:off x="8373428" y="1923582"/>
              <a:ext cx="1570900" cy="29"/>
            </a:xfrm>
            <a:custGeom>
              <a:avLst/>
              <a:gdLst/>
              <a:ahLst/>
              <a:cxnLst/>
              <a:rect l="l" t="t" r="r" b="b"/>
              <a:pathLst>
                <a:path w="54006" h="1" fill="none" extrusionOk="0">
                  <a:moveTo>
                    <a:pt x="54006" y="1"/>
                  </a:moveTo>
                  <a:lnTo>
                    <a:pt x="0"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2"/>
            <p:cNvSpPr/>
            <p:nvPr/>
          </p:nvSpPr>
          <p:spPr>
            <a:xfrm>
              <a:off x="8219152" y="1832396"/>
              <a:ext cx="36912" cy="29"/>
            </a:xfrm>
            <a:custGeom>
              <a:avLst/>
              <a:gdLst/>
              <a:ahLst/>
              <a:cxnLst/>
              <a:rect l="l" t="t" r="r" b="b"/>
              <a:pathLst>
                <a:path w="1269" h="1" fill="none" extrusionOk="0">
                  <a:moveTo>
                    <a:pt x="1268"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2"/>
            <p:cNvSpPr/>
            <p:nvPr/>
          </p:nvSpPr>
          <p:spPr>
            <a:xfrm>
              <a:off x="8219152" y="1923582"/>
              <a:ext cx="36912" cy="29"/>
            </a:xfrm>
            <a:custGeom>
              <a:avLst/>
              <a:gdLst/>
              <a:ahLst/>
              <a:cxnLst/>
              <a:rect l="l" t="t" r="r" b="b"/>
              <a:pathLst>
                <a:path w="1269" h="1" fill="none" extrusionOk="0">
                  <a:moveTo>
                    <a:pt x="1268" y="1"/>
                  </a:moveTo>
                  <a:lnTo>
                    <a:pt x="1"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2"/>
            <p:cNvSpPr/>
            <p:nvPr/>
          </p:nvSpPr>
          <p:spPr>
            <a:xfrm>
              <a:off x="8219152" y="2014798"/>
              <a:ext cx="36912" cy="29"/>
            </a:xfrm>
            <a:custGeom>
              <a:avLst/>
              <a:gdLst/>
              <a:ahLst/>
              <a:cxnLst/>
              <a:rect l="l" t="t" r="r" b="b"/>
              <a:pathLst>
                <a:path w="1269" h="1" fill="none" extrusionOk="0">
                  <a:moveTo>
                    <a:pt x="1268"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2"/>
            <p:cNvSpPr/>
            <p:nvPr/>
          </p:nvSpPr>
          <p:spPr>
            <a:xfrm>
              <a:off x="8219152" y="2105984"/>
              <a:ext cx="36912" cy="29"/>
            </a:xfrm>
            <a:custGeom>
              <a:avLst/>
              <a:gdLst/>
              <a:ahLst/>
              <a:cxnLst/>
              <a:rect l="l" t="t" r="r" b="b"/>
              <a:pathLst>
                <a:path w="1269" h="1" fill="none" extrusionOk="0">
                  <a:moveTo>
                    <a:pt x="1268" y="1"/>
                  </a:moveTo>
                  <a:lnTo>
                    <a:pt x="1"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2"/>
            <p:cNvSpPr/>
            <p:nvPr/>
          </p:nvSpPr>
          <p:spPr>
            <a:xfrm>
              <a:off x="10039331" y="1923582"/>
              <a:ext cx="216411" cy="29"/>
            </a:xfrm>
            <a:custGeom>
              <a:avLst/>
              <a:gdLst/>
              <a:ahLst/>
              <a:cxnLst/>
              <a:rect l="l" t="t" r="r" b="b"/>
              <a:pathLst>
                <a:path w="7440" h="1" fill="none" extrusionOk="0">
                  <a:moveTo>
                    <a:pt x="1" y="1"/>
                  </a:moveTo>
                  <a:lnTo>
                    <a:pt x="7439"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2"/>
            <p:cNvSpPr/>
            <p:nvPr/>
          </p:nvSpPr>
          <p:spPr>
            <a:xfrm>
              <a:off x="8369559" y="2014798"/>
              <a:ext cx="434713" cy="29"/>
            </a:xfrm>
            <a:custGeom>
              <a:avLst/>
              <a:gdLst/>
              <a:ahLst/>
              <a:cxnLst/>
              <a:rect l="l" t="t" r="r" b="b"/>
              <a:pathLst>
                <a:path w="14945" h="1" fill="none" extrusionOk="0">
                  <a:moveTo>
                    <a:pt x="0" y="0"/>
                  </a:moveTo>
                  <a:lnTo>
                    <a:pt x="14944" y="0"/>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2"/>
            <p:cNvSpPr/>
            <p:nvPr/>
          </p:nvSpPr>
          <p:spPr>
            <a:xfrm>
              <a:off x="8369559" y="2107933"/>
              <a:ext cx="434713" cy="29"/>
            </a:xfrm>
            <a:custGeom>
              <a:avLst/>
              <a:gdLst/>
              <a:ahLst/>
              <a:cxnLst/>
              <a:rect l="l" t="t" r="r" b="b"/>
              <a:pathLst>
                <a:path w="14945" h="1" fill="none" extrusionOk="0">
                  <a:moveTo>
                    <a:pt x="0" y="1"/>
                  </a:moveTo>
                  <a:lnTo>
                    <a:pt x="14944"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2"/>
            <p:cNvSpPr/>
            <p:nvPr/>
          </p:nvSpPr>
          <p:spPr>
            <a:xfrm>
              <a:off x="8369559" y="2202057"/>
              <a:ext cx="434713" cy="29"/>
            </a:xfrm>
            <a:custGeom>
              <a:avLst/>
              <a:gdLst/>
              <a:ahLst/>
              <a:cxnLst/>
              <a:rect l="l" t="t" r="r" b="b"/>
              <a:pathLst>
                <a:path w="14945" h="1" fill="none" extrusionOk="0">
                  <a:moveTo>
                    <a:pt x="0" y="0"/>
                  </a:moveTo>
                  <a:lnTo>
                    <a:pt x="14944" y="0"/>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2"/>
            <p:cNvSpPr/>
            <p:nvPr/>
          </p:nvSpPr>
          <p:spPr>
            <a:xfrm>
              <a:off x="8369559" y="2295192"/>
              <a:ext cx="434713" cy="29"/>
            </a:xfrm>
            <a:custGeom>
              <a:avLst/>
              <a:gdLst/>
              <a:ahLst/>
              <a:cxnLst/>
              <a:rect l="l" t="t" r="r" b="b"/>
              <a:pathLst>
                <a:path w="14945" h="1" fill="none" extrusionOk="0">
                  <a:moveTo>
                    <a:pt x="0" y="1"/>
                  </a:moveTo>
                  <a:lnTo>
                    <a:pt x="14944"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2"/>
            <p:cNvSpPr/>
            <p:nvPr/>
          </p:nvSpPr>
          <p:spPr>
            <a:xfrm>
              <a:off x="9090440" y="2295192"/>
              <a:ext cx="884929" cy="29"/>
            </a:xfrm>
            <a:custGeom>
              <a:avLst/>
              <a:gdLst/>
              <a:ahLst/>
              <a:cxnLst/>
              <a:rect l="l" t="t" r="r" b="b"/>
              <a:pathLst>
                <a:path w="30423" h="1" fill="none" extrusionOk="0">
                  <a:moveTo>
                    <a:pt x="0" y="1"/>
                  </a:moveTo>
                  <a:lnTo>
                    <a:pt x="30422" y="1"/>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2"/>
            <p:cNvSpPr/>
            <p:nvPr/>
          </p:nvSpPr>
          <p:spPr>
            <a:xfrm>
              <a:off x="9615336" y="2202057"/>
              <a:ext cx="360016" cy="29"/>
            </a:xfrm>
            <a:custGeom>
              <a:avLst/>
              <a:gdLst/>
              <a:ahLst/>
              <a:cxnLst/>
              <a:rect l="l" t="t" r="r" b="b"/>
              <a:pathLst>
                <a:path w="12377" h="1" fill="none" extrusionOk="0">
                  <a:moveTo>
                    <a:pt x="1" y="0"/>
                  </a:moveTo>
                  <a:lnTo>
                    <a:pt x="12376" y="0"/>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2"/>
            <p:cNvSpPr/>
            <p:nvPr/>
          </p:nvSpPr>
          <p:spPr>
            <a:xfrm>
              <a:off x="9832671" y="2105984"/>
              <a:ext cx="142674" cy="29"/>
            </a:xfrm>
            <a:custGeom>
              <a:avLst/>
              <a:gdLst/>
              <a:ahLst/>
              <a:cxnLst/>
              <a:rect l="l" t="t" r="r" b="b"/>
              <a:pathLst>
                <a:path w="4905" h="1" fill="none" extrusionOk="0">
                  <a:moveTo>
                    <a:pt x="1" y="1"/>
                  </a:moveTo>
                  <a:lnTo>
                    <a:pt x="4904" y="1"/>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 name="Google Shape;382;p22"/>
          <p:cNvGrpSpPr/>
          <p:nvPr/>
        </p:nvGrpSpPr>
        <p:grpSpPr>
          <a:xfrm flipH="1">
            <a:off x="7058589" y="1071875"/>
            <a:ext cx="2085403" cy="2999739"/>
            <a:chOff x="7435625" y="1209875"/>
            <a:chExt cx="1470250" cy="2114875"/>
          </a:xfrm>
        </p:grpSpPr>
        <p:sp>
          <p:nvSpPr>
            <p:cNvPr id="383" name="Google Shape;383;p22"/>
            <p:cNvSpPr/>
            <p:nvPr/>
          </p:nvSpPr>
          <p:spPr>
            <a:xfrm>
              <a:off x="7658275" y="3273025"/>
              <a:ext cx="120950" cy="12550"/>
            </a:xfrm>
            <a:custGeom>
              <a:avLst/>
              <a:gdLst/>
              <a:ahLst/>
              <a:cxnLst/>
              <a:rect l="l" t="t" r="r" b="b"/>
              <a:pathLst>
                <a:path w="4838" h="502" extrusionOk="0">
                  <a:moveTo>
                    <a:pt x="401" y="1"/>
                  </a:moveTo>
                  <a:cubicBezTo>
                    <a:pt x="168" y="1"/>
                    <a:pt x="1" y="201"/>
                    <a:pt x="1" y="434"/>
                  </a:cubicBezTo>
                  <a:lnTo>
                    <a:pt x="1" y="501"/>
                  </a:lnTo>
                  <a:cubicBezTo>
                    <a:pt x="1" y="268"/>
                    <a:pt x="168" y="101"/>
                    <a:pt x="401" y="101"/>
                  </a:cubicBezTo>
                  <a:lnTo>
                    <a:pt x="4404" y="101"/>
                  </a:lnTo>
                  <a:cubicBezTo>
                    <a:pt x="4637" y="101"/>
                    <a:pt x="4838" y="268"/>
                    <a:pt x="4838" y="501"/>
                  </a:cubicBezTo>
                  <a:lnTo>
                    <a:pt x="4838" y="434"/>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2"/>
            <p:cNvSpPr/>
            <p:nvPr/>
          </p:nvSpPr>
          <p:spPr>
            <a:xfrm>
              <a:off x="7494000" y="3273025"/>
              <a:ext cx="120950" cy="12550"/>
            </a:xfrm>
            <a:custGeom>
              <a:avLst/>
              <a:gdLst/>
              <a:ahLst/>
              <a:cxnLst/>
              <a:rect l="l" t="t" r="r" b="b"/>
              <a:pathLst>
                <a:path w="4838" h="502" extrusionOk="0">
                  <a:moveTo>
                    <a:pt x="434" y="1"/>
                  </a:moveTo>
                  <a:cubicBezTo>
                    <a:pt x="201" y="1"/>
                    <a:pt x="0" y="201"/>
                    <a:pt x="0" y="434"/>
                  </a:cubicBezTo>
                  <a:lnTo>
                    <a:pt x="0" y="501"/>
                  </a:lnTo>
                  <a:cubicBezTo>
                    <a:pt x="0" y="268"/>
                    <a:pt x="201" y="101"/>
                    <a:pt x="434" y="101"/>
                  </a:cubicBezTo>
                  <a:lnTo>
                    <a:pt x="4437" y="101"/>
                  </a:lnTo>
                  <a:cubicBezTo>
                    <a:pt x="4637" y="101"/>
                    <a:pt x="4837" y="268"/>
                    <a:pt x="4837" y="501"/>
                  </a:cubicBezTo>
                  <a:lnTo>
                    <a:pt x="4837" y="434"/>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2"/>
            <p:cNvSpPr/>
            <p:nvPr/>
          </p:nvSpPr>
          <p:spPr>
            <a:xfrm>
              <a:off x="7821725" y="3273025"/>
              <a:ext cx="120950" cy="12550"/>
            </a:xfrm>
            <a:custGeom>
              <a:avLst/>
              <a:gdLst/>
              <a:ahLst/>
              <a:cxnLst/>
              <a:rect l="l" t="t" r="r" b="b"/>
              <a:pathLst>
                <a:path w="4838" h="502" extrusionOk="0">
                  <a:moveTo>
                    <a:pt x="434" y="1"/>
                  </a:moveTo>
                  <a:cubicBezTo>
                    <a:pt x="201" y="1"/>
                    <a:pt x="1" y="201"/>
                    <a:pt x="1" y="434"/>
                  </a:cubicBezTo>
                  <a:lnTo>
                    <a:pt x="1" y="501"/>
                  </a:lnTo>
                  <a:cubicBezTo>
                    <a:pt x="1" y="268"/>
                    <a:pt x="201" y="101"/>
                    <a:pt x="434" y="101"/>
                  </a:cubicBezTo>
                  <a:lnTo>
                    <a:pt x="4437" y="101"/>
                  </a:lnTo>
                  <a:cubicBezTo>
                    <a:pt x="4671" y="101"/>
                    <a:pt x="4838" y="268"/>
                    <a:pt x="4838" y="501"/>
                  </a:cubicBezTo>
                  <a:lnTo>
                    <a:pt x="4838" y="434"/>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2"/>
            <p:cNvSpPr/>
            <p:nvPr/>
          </p:nvSpPr>
          <p:spPr>
            <a:xfrm>
              <a:off x="7970175" y="3087075"/>
              <a:ext cx="106775" cy="109250"/>
            </a:xfrm>
            <a:custGeom>
              <a:avLst/>
              <a:gdLst/>
              <a:ahLst/>
              <a:cxnLst/>
              <a:rect l="l" t="t" r="r" b="b"/>
              <a:pathLst>
                <a:path w="4271" h="4370" extrusionOk="0">
                  <a:moveTo>
                    <a:pt x="2135" y="0"/>
                  </a:moveTo>
                  <a:cubicBezTo>
                    <a:pt x="968" y="0"/>
                    <a:pt x="0" y="967"/>
                    <a:pt x="0" y="2168"/>
                  </a:cubicBezTo>
                  <a:cubicBezTo>
                    <a:pt x="0" y="3403"/>
                    <a:pt x="968" y="4370"/>
                    <a:pt x="2135" y="4370"/>
                  </a:cubicBezTo>
                  <a:cubicBezTo>
                    <a:pt x="3336" y="4370"/>
                    <a:pt x="4270" y="3403"/>
                    <a:pt x="4270" y="2168"/>
                  </a:cubicBezTo>
                  <a:cubicBezTo>
                    <a:pt x="4270" y="967"/>
                    <a:pt x="3336" y="0"/>
                    <a:pt x="2135" y="0"/>
                  </a:cubicBezTo>
                  <a:close/>
                </a:path>
              </a:pathLst>
            </a:custGeom>
            <a:solidFill>
              <a:srgbClr val="E0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2"/>
            <p:cNvSpPr/>
            <p:nvPr/>
          </p:nvSpPr>
          <p:spPr>
            <a:xfrm>
              <a:off x="7970175" y="3087075"/>
              <a:ext cx="106775" cy="106750"/>
            </a:xfrm>
            <a:custGeom>
              <a:avLst/>
              <a:gdLst/>
              <a:ahLst/>
              <a:cxnLst/>
              <a:rect l="l" t="t" r="r" b="b"/>
              <a:pathLst>
                <a:path w="4271" h="4270" extrusionOk="0">
                  <a:moveTo>
                    <a:pt x="2135" y="0"/>
                  </a:moveTo>
                  <a:cubicBezTo>
                    <a:pt x="968" y="0"/>
                    <a:pt x="0" y="934"/>
                    <a:pt x="0" y="2135"/>
                  </a:cubicBezTo>
                  <a:cubicBezTo>
                    <a:pt x="0" y="3302"/>
                    <a:pt x="968" y="4270"/>
                    <a:pt x="2135" y="4270"/>
                  </a:cubicBezTo>
                  <a:cubicBezTo>
                    <a:pt x="3336" y="4270"/>
                    <a:pt x="4270" y="3302"/>
                    <a:pt x="4270" y="2135"/>
                  </a:cubicBezTo>
                  <a:cubicBezTo>
                    <a:pt x="4270" y="934"/>
                    <a:pt x="3336" y="0"/>
                    <a:pt x="2135" y="0"/>
                  </a:cubicBezTo>
                  <a:close/>
                </a:path>
              </a:pathLst>
            </a:custGeom>
            <a:solidFill>
              <a:srgbClr val="B6BA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2"/>
            <p:cNvSpPr/>
            <p:nvPr/>
          </p:nvSpPr>
          <p:spPr>
            <a:xfrm>
              <a:off x="7980175" y="3096250"/>
              <a:ext cx="87600" cy="88400"/>
            </a:xfrm>
            <a:custGeom>
              <a:avLst/>
              <a:gdLst/>
              <a:ahLst/>
              <a:cxnLst/>
              <a:rect l="l" t="t" r="r" b="b"/>
              <a:pathLst>
                <a:path w="3504" h="3536" extrusionOk="0">
                  <a:moveTo>
                    <a:pt x="1735" y="0"/>
                  </a:moveTo>
                  <a:cubicBezTo>
                    <a:pt x="768" y="0"/>
                    <a:pt x="1" y="801"/>
                    <a:pt x="1" y="1768"/>
                  </a:cubicBezTo>
                  <a:cubicBezTo>
                    <a:pt x="1" y="2735"/>
                    <a:pt x="768" y="3536"/>
                    <a:pt x="1735" y="3536"/>
                  </a:cubicBezTo>
                  <a:cubicBezTo>
                    <a:pt x="2703" y="3536"/>
                    <a:pt x="3503" y="2735"/>
                    <a:pt x="3503" y="1768"/>
                  </a:cubicBezTo>
                  <a:cubicBezTo>
                    <a:pt x="3503" y="801"/>
                    <a:pt x="2703" y="0"/>
                    <a:pt x="1735" y="0"/>
                  </a:cubicBezTo>
                  <a:close/>
                </a:path>
              </a:pathLst>
            </a:custGeom>
            <a:solidFill>
              <a:srgbClr val="D0D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2"/>
            <p:cNvSpPr/>
            <p:nvPr/>
          </p:nvSpPr>
          <p:spPr>
            <a:xfrm>
              <a:off x="7980175" y="3139600"/>
              <a:ext cx="87600" cy="45050"/>
            </a:xfrm>
            <a:custGeom>
              <a:avLst/>
              <a:gdLst/>
              <a:ahLst/>
              <a:cxnLst/>
              <a:rect l="l" t="t" r="r" b="b"/>
              <a:pathLst>
                <a:path w="3504" h="1802" extrusionOk="0">
                  <a:moveTo>
                    <a:pt x="1" y="1"/>
                  </a:moveTo>
                  <a:cubicBezTo>
                    <a:pt x="1" y="1"/>
                    <a:pt x="1" y="34"/>
                    <a:pt x="1" y="34"/>
                  </a:cubicBezTo>
                  <a:cubicBezTo>
                    <a:pt x="1" y="1001"/>
                    <a:pt x="768" y="1802"/>
                    <a:pt x="1735" y="1802"/>
                  </a:cubicBezTo>
                  <a:cubicBezTo>
                    <a:pt x="2703" y="1802"/>
                    <a:pt x="3503" y="1001"/>
                    <a:pt x="3503" y="34"/>
                  </a:cubicBezTo>
                  <a:cubicBezTo>
                    <a:pt x="3503" y="34"/>
                    <a:pt x="3503" y="34"/>
                    <a:pt x="3503" y="1"/>
                  </a:cubicBezTo>
                  <a:cubicBezTo>
                    <a:pt x="3503" y="968"/>
                    <a:pt x="2703" y="1735"/>
                    <a:pt x="1735" y="1735"/>
                  </a:cubicBezTo>
                  <a:cubicBezTo>
                    <a:pt x="768" y="1735"/>
                    <a:pt x="1" y="968"/>
                    <a:pt x="1" y="1"/>
                  </a:cubicBezTo>
                  <a:close/>
                </a:path>
              </a:pathLst>
            </a:custGeom>
            <a:solidFill>
              <a:srgbClr val="E0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2"/>
            <p:cNvSpPr/>
            <p:nvPr/>
          </p:nvSpPr>
          <p:spPr>
            <a:xfrm>
              <a:off x="7631600" y="2647575"/>
              <a:ext cx="102600" cy="30900"/>
            </a:xfrm>
            <a:custGeom>
              <a:avLst/>
              <a:gdLst/>
              <a:ahLst/>
              <a:cxnLst/>
              <a:rect l="l" t="t" r="r" b="b"/>
              <a:pathLst>
                <a:path w="4104" h="1236" extrusionOk="0">
                  <a:moveTo>
                    <a:pt x="634" y="1"/>
                  </a:moveTo>
                  <a:cubicBezTo>
                    <a:pt x="301" y="1"/>
                    <a:pt x="0" y="268"/>
                    <a:pt x="0" y="601"/>
                  </a:cubicBezTo>
                  <a:cubicBezTo>
                    <a:pt x="0"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2"/>
            <p:cNvSpPr/>
            <p:nvPr/>
          </p:nvSpPr>
          <p:spPr>
            <a:xfrm>
              <a:off x="7753350" y="2647575"/>
              <a:ext cx="102600" cy="30900"/>
            </a:xfrm>
            <a:custGeom>
              <a:avLst/>
              <a:gdLst/>
              <a:ahLst/>
              <a:cxnLst/>
              <a:rect l="l" t="t" r="r" b="b"/>
              <a:pathLst>
                <a:path w="4104" h="1236" extrusionOk="0">
                  <a:moveTo>
                    <a:pt x="634" y="1"/>
                  </a:moveTo>
                  <a:cubicBezTo>
                    <a:pt x="301" y="1"/>
                    <a:pt x="1" y="268"/>
                    <a:pt x="1" y="601"/>
                  </a:cubicBezTo>
                  <a:cubicBezTo>
                    <a:pt x="1"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2"/>
            <p:cNvSpPr/>
            <p:nvPr/>
          </p:nvSpPr>
          <p:spPr>
            <a:xfrm>
              <a:off x="7478150" y="2827700"/>
              <a:ext cx="664675" cy="30900"/>
            </a:xfrm>
            <a:custGeom>
              <a:avLst/>
              <a:gdLst/>
              <a:ahLst/>
              <a:cxnLst/>
              <a:rect l="l" t="t" r="r" b="b"/>
              <a:pathLst>
                <a:path w="26587" h="1236" extrusionOk="0">
                  <a:moveTo>
                    <a:pt x="634" y="1"/>
                  </a:moveTo>
                  <a:cubicBezTo>
                    <a:pt x="301" y="1"/>
                    <a:pt x="1" y="268"/>
                    <a:pt x="1" y="601"/>
                  </a:cubicBezTo>
                  <a:cubicBezTo>
                    <a:pt x="1" y="968"/>
                    <a:pt x="301" y="1235"/>
                    <a:pt x="634" y="1235"/>
                  </a:cubicBezTo>
                  <a:lnTo>
                    <a:pt x="25953" y="1235"/>
                  </a:lnTo>
                  <a:cubicBezTo>
                    <a:pt x="26286" y="1235"/>
                    <a:pt x="26586" y="968"/>
                    <a:pt x="26586" y="601"/>
                  </a:cubicBezTo>
                  <a:cubicBezTo>
                    <a:pt x="26586" y="268"/>
                    <a:pt x="26286" y="1"/>
                    <a:pt x="25953" y="1"/>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2"/>
            <p:cNvSpPr/>
            <p:nvPr/>
          </p:nvSpPr>
          <p:spPr>
            <a:xfrm>
              <a:off x="7977675" y="2891100"/>
              <a:ext cx="130125" cy="31700"/>
            </a:xfrm>
            <a:custGeom>
              <a:avLst/>
              <a:gdLst/>
              <a:ahLst/>
              <a:cxnLst/>
              <a:rect l="l" t="t" r="r" b="b"/>
              <a:pathLst>
                <a:path w="5205" h="1268" extrusionOk="0">
                  <a:moveTo>
                    <a:pt x="634" y="0"/>
                  </a:moveTo>
                  <a:cubicBezTo>
                    <a:pt x="267" y="0"/>
                    <a:pt x="1" y="300"/>
                    <a:pt x="1" y="634"/>
                  </a:cubicBezTo>
                  <a:cubicBezTo>
                    <a:pt x="1" y="1001"/>
                    <a:pt x="267" y="1268"/>
                    <a:pt x="634" y="1268"/>
                  </a:cubicBezTo>
                  <a:lnTo>
                    <a:pt x="4571" y="1268"/>
                  </a:lnTo>
                  <a:cubicBezTo>
                    <a:pt x="4937" y="1268"/>
                    <a:pt x="5204" y="1001"/>
                    <a:pt x="5204" y="634"/>
                  </a:cubicBezTo>
                  <a:cubicBezTo>
                    <a:pt x="5204" y="300"/>
                    <a:pt x="4937" y="0"/>
                    <a:pt x="4571" y="0"/>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2"/>
            <p:cNvSpPr/>
            <p:nvPr/>
          </p:nvSpPr>
          <p:spPr>
            <a:xfrm>
              <a:off x="7840925" y="2891100"/>
              <a:ext cx="117600" cy="31700"/>
            </a:xfrm>
            <a:custGeom>
              <a:avLst/>
              <a:gdLst/>
              <a:ahLst/>
              <a:cxnLst/>
              <a:rect l="l" t="t" r="r" b="b"/>
              <a:pathLst>
                <a:path w="4704" h="1268" extrusionOk="0">
                  <a:moveTo>
                    <a:pt x="634" y="0"/>
                  </a:moveTo>
                  <a:cubicBezTo>
                    <a:pt x="300" y="0"/>
                    <a:pt x="0" y="300"/>
                    <a:pt x="0" y="634"/>
                  </a:cubicBezTo>
                  <a:cubicBezTo>
                    <a:pt x="0" y="1001"/>
                    <a:pt x="300" y="1268"/>
                    <a:pt x="634" y="1268"/>
                  </a:cubicBezTo>
                  <a:lnTo>
                    <a:pt x="4070" y="1268"/>
                  </a:lnTo>
                  <a:cubicBezTo>
                    <a:pt x="4437" y="1268"/>
                    <a:pt x="4703" y="1001"/>
                    <a:pt x="4703" y="634"/>
                  </a:cubicBezTo>
                  <a:cubicBezTo>
                    <a:pt x="4703" y="300"/>
                    <a:pt x="4403" y="0"/>
                    <a:pt x="4070" y="0"/>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2"/>
            <p:cNvSpPr/>
            <p:nvPr/>
          </p:nvSpPr>
          <p:spPr>
            <a:xfrm>
              <a:off x="7735850" y="2445775"/>
              <a:ext cx="619625" cy="520400"/>
            </a:xfrm>
            <a:custGeom>
              <a:avLst/>
              <a:gdLst/>
              <a:ahLst/>
              <a:cxnLst/>
              <a:rect l="l" t="t" r="r" b="b"/>
              <a:pathLst>
                <a:path w="24785" h="20816" extrusionOk="0">
                  <a:moveTo>
                    <a:pt x="20815" y="0"/>
                  </a:moveTo>
                  <a:lnTo>
                    <a:pt x="0" y="20815"/>
                  </a:lnTo>
                  <a:lnTo>
                    <a:pt x="4303" y="20815"/>
                  </a:lnTo>
                  <a:lnTo>
                    <a:pt x="24584" y="534"/>
                  </a:lnTo>
                  <a:lnTo>
                    <a:pt x="24784" y="0"/>
                  </a:lnTo>
                  <a:close/>
                </a:path>
              </a:pathLst>
            </a:custGeom>
            <a:solidFill>
              <a:srgbClr val="E1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2"/>
            <p:cNvSpPr/>
            <p:nvPr/>
          </p:nvSpPr>
          <p:spPr>
            <a:xfrm>
              <a:off x="7435625" y="1671050"/>
              <a:ext cx="1062450" cy="1653700"/>
            </a:xfrm>
            <a:custGeom>
              <a:avLst/>
              <a:gdLst/>
              <a:ahLst/>
              <a:cxnLst/>
              <a:rect l="l" t="t" r="r" b="b"/>
              <a:pathLst>
                <a:path w="42498" h="66148" extrusionOk="0">
                  <a:moveTo>
                    <a:pt x="2169" y="1"/>
                  </a:moveTo>
                  <a:cubicBezTo>
                    <a:pt x="968" y="1"/>
                    <a:pt x="0" y="968"/>
                    <a:pt x="0" y="2169"/>
                  </a:cubicBezTo>
                  <a:lnTo>
                    <a:pt x="0" y="63980"/>
                  </a:lnTo>
                  <a:cubicBezTo>
                    <a:pt x="0" y="65181"/>
                    <a:pt x="968" y="66148"/>
                    <a:pt x="2169" y="66148"/>
                  </a:cubicBezTo>
                  <a:lnTo>
                    <a:pt x="40329" y="66148"/>
                  </a:lnTo>
                  <a:cubicBezTo>
                    <a:pt x="41530" y="66148"/>
                    <a:pt x="42497" y="65181"/>
                    <a:pt x="42497" y="63980"/>
                  </a:cubicBezTo>
                  <a:lnTo>
                    <a:pt x="42497" y="2169"/>
                  </a:lnTo>
                  <a:cubicBezTo>
                    <a:pt x="42497" y="968"/>
                    <a:pt x="41530" y="1"/>
                    <a:pt x="403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2"/>
            <p:cNvSpPr/>
            <p:nvPr/>
          </p:nvSpPr>
          <p:spPr>
            <a:xfrm>
              <a:off x="7435625" y="1671050"/>
              <a:ext cx="1062450" cy="150125"/>
            </a:xfrm>
            <a:custGeom>
              <a:avLst/>
              <a:gdLst/>
              <a:ahLst/>
              <a:cxnLst/>
              <a:rect l="l" t="t" r="r" b="b"/>
              <a:pathLst>
                <a:path w="42498" h="6005" extrusionOk="0">
                  <a:moveTo>
                    <a:pt x="1635" y="1"/>
                  </a:moveTo>
                  <a:cubicBezTo>
                    <a:pt x="734" y="1"/>
                    <a:pt x="0" y="734"/>
                    <a:pt x="0" y="1635"/>
                  </a:cubicBezTo>
                  <a:lnTo>
                    <a:pt x="0" y="6005"/>
                  </a:lnTo>
                  <a:lnTo>
                    <a:pt x="42497" y="6005"/>
                  </a:lnTo>
                  <a:lnTo>
                    <a:pt x="42497" y="1635"/>
                  </a:lnTo>
                  <a:cubicBezTo>
                    <a:pt x="42497" y="734"/>
                    <a:pt x="41764" y="1"/>
                    <a:pt x="408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2"/>
            <p:cNvSpPr/>
            <p:nvPr/>
          </p:nvSpPr>
          <p:spPr>
            <a:xfrm>
              <a:off x="7493175" y="1866200"/>
              <a:ext cx="949850" cy="1409350"/>
            </a:xfrm>
            <a:custGeom>
              <a:avLst/>
              <a:gdLst/>
              <a:ahLst/>
              <a:cxnLst/>
              <a:rect l="l" t="t" r="r" b="b"/>
              <a:pathLst>
                <a:path w="37994" h="56374" extrusionOk="0">
                  <a:moveTo>
                    <a:pt x="36259" y="56374"/>
                  </a:moveTo>
                  <a:lnTo>
                    <a:pt x="1768" y="56374"/>
                  </a:lnTo>
                  <a:cubicBezTo>
                    <a:pt x="801" y="56374"/>
                    <a:pt x="0" y="55607"/>
                    <a:pt x="0" y="54639"/>
                  </a:cubicBezTo>
                  <a:lnTo>
                    <a:pt x="0" y="1735"/>
                  </a:lnTo>
                  <a:cubicBezTo>
                    <a:pt x="0" y="767"/>
                    <a:pt x="801" y="0"/>
                    <a:pt x="1768" y="0"/>
                  </a:cubicBezTo>
                  <a:lnTo>
                    <a:pt x="36259" y="0"/>
                  </a:lnTo>
                  <a:cubicBezTo>
                    <a:pt x="37227" y="0"/>
                    <a:pt x="37994" y="767"/>
                    <a:pt x="37994" y="1735"/>
                  </a:cubicBezTo>
                  <a:lnTo>
                    <a:pt x="37994" y="54639"/>
                  </a:lnTo>
                  <a:cubicBezTo>
                    <a:pt x="37994" y="55607"/>
                    <a:pt x="37227" y="56374"/>
                    <a:pt x="36259" y="56374"/>
                  </a:cubicBezTo>
                  <a:close/>
                </a:path>
              </a:pathLst>
            </a:custGeom>
            <a:solidFill>
              <a:srgbClr val="240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2"/>
            <p:cNvSpPr/>
            <p:nvPr/>
          </p:nvSpPr>
          <p:spPr>
            <a:xfrm>
              <a:off x="7725000" y="1721075"/>
              <a:ext cx="50900" cy="25900"/>
            </a:xfrm>
            <a:custGeom>
              <a:avLst/>
              <a:gdLst/>
              <a:ahLst/>
              <a:cxnLst/>
              <a:rect l="l" t="t" r="r" b="b"/>
              <a:pathLst>
                <a:path w="2036" h="1036" extrusionOk="0">
                  <a:moveTo>
                    <a:pt x="1001" y="1"/>
                  </a:moveTo>
                  <a:cubicBezTo>
                    <a:pt x="434" y="1"/>
                    <a:pt x="0" y="435"/>
                    <a:pt x="0" y="1002"/>
                  </a:cubicBezTo>
                  <a:lnTo>
                    <a:pt x="0" y="1035"/>
                  </a:lnTo>
                  <a:cubicBezTo>
                    <a:pt x="0" y="468"/>
                    <a:pt x="434" y="1"/>
                    <a:pt x="1001" y="1"/>
                  </a:cubicBezTo>
                  <a:close/>
                  <a:moveTo>
                    <a:pt x="1001" y="1"/>
                  </a:moveTo>
                  <a:cubicBezTo>
                    <a:pt x="1568" y="1"/>
                    <a:pt x="2035" y="468"/>
                    <a:pt x="2035" y="1035"/>
                  </a:cubicBezTo>
                  <a:lnTo>
                    <a:pt x="2035" y="1002"/>
                  </a:lnTo>
                  <a:cubicBezTo>
                    <a:pt x="2035" y="435"/>
                    <a:pt x="1568" y="1"/>
                    <a:pt x="1001" y="1"/>
                  </a:cubicBezTo>
                  <a:close/>
                </a:path>
              </a:pathLst>
            </a:custGeom>
            <a:solidFill>
              <a:srgbClr val="84FA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2"/>
            <p:cNvSpPr/>
            <p:nvPr/>
          </p:nvSpPr>
          <p:spPr>
            <a:xfrm>
              <a:off x="7539025" y="2031300"/>
              <a:ext cx="674675" cy="15875"/>
            </a:xfrm>
            <a:custGeom>
              <a:avLst/>
              <a:gdLst/>
              <a:ahLst/>
              <a:cxnLst/>
              <a:rect l="l" t="t" r="r" b="b"/>
              <a:pathLst>
                <a:path w="26987" h="635" extrusionOk="0">
                  <a:moveTo>
                    <a:pt x="334" y="1"/>
                  </a:moveTo>
                  <a:cubicBezTo>
                    <a:pt x="134" y="1"/>
                    <a:pt x="1" y="134"/>
                    <a:pt x="1" y="301"/>
                  </a:cubicBezTo>
                  <a:cubicBezTo>
                    <a:pt x="1" y="501"/>
                    <a:pt x="134" y="635"/>
                    <a:pt x="334" y="635"/>
                  </a:cubicBezTo>
                  <a:lnTo>
                    <a:pt x="26686" y="635"/>
                  </a:lnTo>
                  <a:cubicBezTo>
                    <a:pt x="26853" y="635"/>
                    <a:pt x="26987" y="501"/>
                    <a:pt x="26987" y="301"/>
                  </a:cubicBezTo>
                  <a:cubicBezTo>
                    <a:pt x="26987" y="134"/>
                    <a:pt x="26853" y="1"/>
                    <a:pt x="2668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2"/>
            <p:cNvSpPr/>
            <p:nvPr/>
          </p:nvSpPr>
          <p:spPr>
            <a:xfrm>
              <a:off x="8255375" y="2031300"/>
              <a:ext cx="65075" cy="15875"/>
            </a:xfrm>
            <a:custGeom>
              <a:avLst/>
              <a:gdLst/>
              <a:ahLst/>
              <a:cxnLst/>
              <a:rect l="l" t="t" r="r" b="b"/>
              <a:pathLst>
                <a:path w="2603" h="635" extrusionOk="0">
                  <a:moveTo>
                    <a:pt x="301" y="1"/>
                  </a:moveTo>
                  <a:cubicBezTo>
                    <a:pt x="134" y="1"/>
                    <a:pt x="1" y="134"/>
                    <a:pt x="1" y="301"/>
                  </a:cubicBezTo>
                  <a:cubicBezTo>
                    <a:pt x="1" y="501"/>
                    <a:pt x="134" y="635"/>
                    <a:pt x="301" y="635"/>
                  </a:cubicBezTo>
                  <a:lnTo>
                    <a:pt x="2269" y="635"/>
                  </a:lnTo>
                  <a:cubicBezTo>
                    <a:pt x="2436" y="635"/>
                    <a:pt x="2602" y="501"/>
                    <a:pt x="2602" y="301"/>
                  </a:cubicBezTo>
                  <a:cubicBezTo>
                    <a:pt x="2602" y="134"/>
                    <a:pt x="2436" y="1"/>
                    <a:pt x="2269"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2"/>
            <p:cNvSpPr/>
            <p:nvPr/>
          </p:nvSpPr>
          <p:spPr>
            <a:xfrm>
              <a:off x="8345450" y="2031300"/>
              <a:ext cx="52550" cy="15875"/>
            </a:xfrm>
            <a:custGeom>
              <a:avLst/>
              <a:gdLst/>
              <a:ahLst/>
              <a:cxnLst/>
              <a:rect l="l" t="t" r="r" b="b"/>
              <a:pathLst>
                <a:path w="2102" h="635" extrusionOk="0">
                  <a:moveTo>
                    <a:pt x="300" y="1"/>
                  </a:moveTo>
                  <a:cubicBezTo>
                    <a:pt x="134" y="1"/>
                    <a:pt x="0" y="134"/>
                    <a:pt x="0" y="301"/>
                  </a:cubicBezTo>
                  <a:cubicBezTo>
                    <a:pt x="0" y="501"/>
                    <a:pt x="134" y="635"/>
                    <a:pt x="300" y="635"/>
                  </a:cubicBezTo>
                  <a:lnTo>
                    <a:pt x="1768" y="635"/>
                  </a:lnTo>
                  <a:cubicBezTo>
                    <a:pt x="1968" y="635"/>
                    <a:pt x="2102" y="501"/>
                    <a:pt x="2102" y="301"/>
                  </a:cubicBezTo>
                  <a:cubicBezTo>
                    <a:pt x="2102" y="134"/>
                    <a:pt x="1968" y="1"/>
                    <a:pt x="1768"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2"/>
            <p:cNvSpPr/>
            <p:nvPr/>
          </p:nvSpPr>
          <p:spPr>
            <a:xfrm>
              <a:off x="7539025" y="2105525"/>
              <a:ext cx="386150" cy="15875"/>
            </a:xfrm>
            <a:custGeom>
              <a:avLst/>
              <a:gdLst/>
              <a:ahLst/>
              <a:cxnLst/>
              <a:rect l="l" t="t" r="r" b="b"/>
              <a:pathLst>
                <a:path w="15446" h="635" extrusionOk="0">
                  <a:moveTo>
                    <a:pt x="334" y="1"/>
                  </a:moveTo>
                  <a:cubicBezTo>
                    <a:pt x="134" y="1"/>
                    <a:pt x="1" y="134"/>
                    <a:pt x="1" y="334"/>
                  </a:cubicBezTo>
                  <a:cubicBezTo>
                    <a:pt x="1" y="501"/>
                    <a:pt x="134" y="634"/>
                    <a:pt x="334" y="634"/>
                  </a:cubicBezTo>
                  <a:lnTo>
                    <a:pt x="15112" y="634"/>
                  </a:lnTo>
                  <a:cubicBezTo>
                    <a:pt x="15312" y="634"/>
                    <a:pt x="15445" y="501"/>
                    <a:pt x="15445" y="334"/>
                  </a:cubicBezTo>
                  <a:cubicBezTo>
                    <a:pt x="15445" y="134"/>
                    <a:pt x="15312" y="1"/>
                    <a:pt x="15112"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2"/>
            <p:cNvSpPr/>
            <p:nvPr/>
          </p:nvSpPr>
          <p:spPr>
            <a:xfrm>
              <a:off x="7931800" y="2105525"/>
              <a:ext cx="121800" cy="15875"/>
            </a:xfrm>
            <a:custGeom>
              <a:avLst/>
              <a:gdLst/>
              <a:ahLst/>
              <a:cxnLst/>
              <a:rect l="l" t="t" r="r" b="b"/>
              <a:pathLst>
                <a:path w="4872" h="635" extrusionOk="0">
                  <a:moveTo>
                    <a:pt x="301" y="1"/>
                  </a:moveTo>
                  <a:cubicBezTo>
                    <a:pt x="134" y="1"/>
                    <a:pt x="1" y="134"/>
                    <a:pt x="1" y="334"/>
                  </a:cubicBezTo>
                  <a:cubicBezTo>
                    <a:pt x="1" y="501"/>
                    <a:pt x="134" y="634"/>
                    <a:pt x="301" y="634"/>
                  </a:cubicBezTo>
                  <a:lnTo>
                    <a:pt x="4571" y="634"/>
                  </a:lnTo>
                  <a:cubicBezTo>
                    <a:pt x="4738" y="634"/>
                    <a:pt x="4871" y="501"/>
                    <a:pt x="4871" y="334"/>
                  </a:cubicBezTo>
                  <a:cubicBezTo>
                    <a:pt x="4871" y="134"/>
                    <a:pt x="4738" y="1"/>
                    <a:pt x="4571"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2"/>
            <p:cNvSpPr/>
            <p:nvPr/>
          </p:nvSpPr>
          <p:spPr>
            <a:xfrm>
              <a:off x="7971850" y="2148050"/>
              <a:ext cx="81750" cy="16700"/>
            </a:xfrm>
            <a:custGeom>
              <a:avLst/>
              <a:gdLst/>
              <a:ahLst/>
              <a:cxnLst/>
              <a:rect l="l" t="t" r="r" b="b"/>
              <a:pathLst>
                <a:path w="3270" h="668" extrusionOk="0">
                  <a:moveTo>
                    <a:pt x="334" y="1"/>
                  </a:moveTo>
                  <a:cubicBezTo>
                    <a:pt x="134" y="1"/>
                    <a:pt x="0" y="168"/>
                    <a:pt x="0" y="334"/>
                  </a:cubicBezTo>
                  <a:cubicBezTo>
                    <a:pt x="0" y="535"/>
                    <a:pt x="134" y="668"/>
                    <a:pt x="334" y="668"/>
                  </a:cubicBezTo>
                  <a:lnTo>
                    <a:pt x="2969" y="668"/>
                  </a:lnTo>
                  <a:cubicBezTo>
                    <a:pt x="3136" y="668"/>
                    <a:pt x="3269" y="501"/>
                    <a:pt x="3269" y="334"/>
                  </a:cubicBezTo>
                  <a:cubicBezTo>
                    <a:pt x="3269" y="168"/>
                    <a:pt x="3136" y="1"/>
                    <a:pt x="2969"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2"/>
            <p:cNvSpPr/>
            <p:nvPr/>
          </p:nvSpPr>
          <p:spPr>
            <a:xfrm>
              <a:off x="7931800" y="2148050"/>
              <a:ext cx="24225" cy="16700"/>
            </a:xfrm>
            <a:custGeom>
              <a:avLst/>
              <a:gdLst/>
              <a:ahLst/>
              <a:cxnLst/>
              <a:rect l="l" t="t" r="r" b="b"/>
              <a:pathLst>
                <a:path w="969" h="668" extrusionOk="0">
                  <a:moveTo>
                    <a:pt x="335" y="1"/>
                  </a:moveTo>
                  <a:cubicBezTo>
                    <a:pt x="168" y="1"/>
                    <a:pt x="1" y="168"/>
                    <a:pt x="1" y="334"/>
                  </a:cubicBezTo>
                  <a:cubicBezTo>
                    <a:pt x="1" y="535"/>
                    <a:pt x="168" y="668"/>
                    <a:pt x="335" y="668"/>
                  </a:cubicBezTo>
                  <a:lnTo>
                    <a:pt x="635" y="668"/>
                  </a:lnTo>
                  <a:cubicBezTo>
                    <a:pt x="802" y="668"/>
                    <a:pt x="968" y="501"/>
                    <a:pt x="968" y="334"/>
                  </a:cubicBezTo>
                  <a:cubicBezTo>
                    <a:pt x="968" y="168"/>
                    <a:pt x="835" y="1"/>
                    <a:pt x="635"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2"/>
            <p:cNvSpPr/>
            <p:nvPr/>
          </p:nvSpPr>
          <p:spPr>
            <a:xfrm>
              <a:off x="7835900" y="2148050"/>
              <a:ext cx="73425" cy="16700"/>
            </a:xfrm>
            <a:custGeom>
              <a:avLst/>
              <a:gdLst/>
              <a:ahLst/>
              <a:cxnLst/>
              <a:rect l="l" t="t" r="r" b="b"/>
              <a:pathLst>
                <a:path w="2937" h="668" extrusionOk="0">
                  <a:moveTo>
                    <a:pt x="301" y="1"/>
                  </a:moveTo>
                  <a:cubicBezTo>
                    <a:pt x="134" y="1"/>
                    <a:pt x="1" y="168"/>
                    <a:pt x="1" y="334"/>
                  </a:cubicBezTo>
                  <a:cubicBezTo>
                    <a:pt x="1" y="535"/>
                    <a:pt x="134" y="668"/>
                    <a:pt x="301" y="668"/>
                  </a:cubicBezTo>
                  <a:lnTo>
                    <a:pt x="2636" y="668"/>
                  </a:lnTo>
                  <a:cubicBezTo>
                    <a:pt x="2803" y="668"/>
                    <a:pt x="2936" y="501"/>
                    <a:pt x="2936" y="334"/>
                  </a:cubicBezTo>
                  <a:cubicBezTo>
                    <a:pt x="2936" y="168"/>
                    <a:pt x="2803" y="1"/>
                    <a:pt x="2636"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2"/>
            <p:cNvSpPr/>
            <p:nvPr/>
          </p:nvSpPr>
          <p:spPr>
            <a:xfrm>
              <a:off x="7731675" y="2148050"/>
              <a:ext cx="74250" cy="16700"/>
            </a:xfrm>
            <a:custGeom>
              <a:avLst/>
              <a:gdLst/>
              <a:ahLst/>
              <a:cxnLst/>
              <a:rect l="l" t="t" r="r" b="b"/>
              <a:pathLst>
                <a:path w="2970" h="668" extrusionOk="0">
                  <a:moveTo>
                    <a:pt x="300" y="1"/>
                  </a:moveTo>
                  <a:cubicBezTo>
                    <a:pt x="134" y="1"/>
                    <a:pt x="0" y="168"/>
                    <a:pt x="0" y="334"/>
                  </a:cubicBezTo>
                  <a:cubicBezTo>
                    <a:pt x="0" y="535"/>
                    <a:pt x="134" y="668"/>
                    <a:pt x="300" y="668"/>
                  </a:cubicBezTo>
                  <a:lnTo>
                    <a:pt x="2635" y="668"/>
                  </a:lnTo>
                  <a:cubicBezTo>
                    <a:pt x="2802" y="668"/>
                    <a:pt x="2969" y="501"/>
                    <a:pt x="2936" y="334"/>
                  </a:cubicBezTo>
                  <a:cubicBezTo>
                    <a:pt x="2936" y="168"/>
                    <a:pt x="2802" y="1"/>
                    <a:pt x="2635"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2"/>
            <p:cNvSpPr/>
            <p:nvPr/>
          </p:nvSpPr>
          <p:spPr>
            <a:xfrm>
              <a:off x="7627425" y="2148050"/>
              <a:ext cx="74250" cy="16700"/>
            </a:xfrm>
            <a:custGeom>
              <a:avLst/>
              <a:gdLst/>
              <a:ahLst/>
              <a:cxnLst/>
              <a:rect l="l" t="t" r="r" b="b"/>
              <a:pathLst>
                <a:path w="2970" h="668" extrusionOk="0">
                  <a:moveTo>
                    <a:pt x="301" y="1"/>
                  </a:moveTo>
                  <a:cubicBezTo>
                    <a:pt x="134" y="1"/>
                    <a:pt x="1" y="168"/>
                    <a:pt x="1" y="334"/>
                  </a:cubicBezTo>
                  <a:cubicBezTo>
                    <a:pt x="1" y="535"/>
                    <a:pt x="134" y="668"/>
                    <a:pt x="301" y="668"/>
                  </a:cubicBezTo>
                  <a:lnTo>
                    <a:pt x="2636" y="668"/>
                  </a:lnTo>
                  <a:cubicBezTo>
                    <a:pt x="2803" y="668"/>
                    <a:pt x="2969" y="501"/>
                    <a:pt x="2969" y="334"/>
                  </a:cubicBezTo>
                  <a:cubicBezTo>
                    <a:pt x="2969" y="168"/>
                    <a:pt x="2803" y="1"/>
                    <a:pt x="2636"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2"/>
            <p:cNvSpPr/>
            <p:nvPr/>
          </p:nvSpPr>
          <p:spPr>
            <a:xfrm>
              <a:off x="7627425" y="2200600"/>
              <a:ext cx="626300" cy="15875"/>
            </a:xfrm>
            <a:custGeom>
              <a:avLst/>
              <a:gdLst/>
              <a:ahLst/>
              <a:cxnLst/>
              <a:rect l="l" t="t" r="r" b="b"/>
              <a:pathLst>
                <a:path w="25052" h="635" extrusionOk="0">
                  <a:moveTo>
                    <a:pt x="301" y="0"/>
                  </a:moveTo>
                  <a:cubicBezTo>
                    <a:pt x="134" y="0"/>
                    <a:pt x="1" y="134"/>
                    <a:pt x="1" y="334"/>
                  </a:cubicBezTo>
                  <a:cubicBezTo>
                    <a:pt x="1" y="501"/>
                    <a:pt x="134" y="634"/>
                    <a:pt x="301" y="634"/>
                  </a:cubicBezTo>
                  <a:lnTo>
                    <a:pt x="24718" y="634"/>
                  </a:lnTo>
                  <a:cubicBezTo>
                    <a:pt x="24885" y="634"/>
                    <a:pt x="25052" y="501"/>
                    <a:pt x="25018" y="334"/>
                  </a:cubicBezTo>
                  <a:cubicBezTo>
                    <a:pt x="25018" y="134"/>
                    <a:pt x="24885" y="0"/>
                    <a:pt x="247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2"/>
            <p:cNvSpPr/>
            <p:nvPr/>
          </p:nvSpPr>
          <p:spPr>
            <a:xfrm>
              <a:off x="7539025" y="2148050"/>
              <a:ext cx="37550" cy="16700"/>
            </a:xfrm>
            <a:custGeom>
              <a:avLst/>
              <a:gdLst/>
              <a:ahLst/>
              <a:cxnLst/>
              <a:rect l="l" t="t" r="r" b="b"/>
              <a:pathLst>
                <a:path w="1502" h="668" extrusionOk="0">
                  <a:moveTo>
                    <a:pt x="334" y="1"/>
                  </a:moveTo>
                  <a:cubicBezTo>
                    <a:pt x="134" y="1"/>
                    <a:pt x="1" y="168"/>
                    <a:pt x="1" y="334"/>
                  </a:cubicBezTo>
                  <a:cubicBezTo>
                    <a:pt x="1" y="535"/>
                    <a:pt x="134" y="668"/>
                    <a:pt x="334" y="668"/>
                  </a:cubicBezTo>
                  <a:lnTo>
                    <a:pt x="1168" y="668"/>
                  </a:lnTo>
                  <a:cubicBezTo>
                    <a:pt x="1335" y="668"/>
                    <a:pt x="1502" y="501"/>
                    <a:pt x="1468" y="334"/>
                  </a:cubicBezTo>
                  <a:cubicBezTo>
                    <a:pt x="1468" y="168"/>
                    <a:pt x="1335" y="1"/>
                    <a:pt x="1168"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2"/>
            <p:cNvSpPr/>
            <p:nvPr/>
          </p:nvSpPr>
          <p:spPr>
            <a:xfrm>
              <a:off x="7539025" y="2200600"/>
              <a:ext cx="37550" cy="15875"/>
            </a:xfrm>
            <a:custGeom>
              <a:avLst/>
              <a:gdLst/>
              <a:ahLst/>
              <a:cxnLst/>
              <a:rect l="l" t="t" r="r" b="b"/>
              <a:pathLst>
                <a:path w="1502" h="635" extrusionOk="0">
                  <a:moveTo>
                    <a:pt x="334" y="0"/>
                  </a:moveTo>
                  <a:cubicBezTo>
                    <a:pt x="134" y="0"/>
                    <a:pt x="1" y="134"/>
                    <a:pt x="1" y="334"/>
                  </a:cubicBezTo>
                  <a:cubicBezTo>
                    <a:pt x="1" y="501"/>
                    <a:pt x="134" y="634"/>
                    <a:pt x="334" y="634"/>
                  </a:cubicBezTo>
                  <a:lnTo>
                    <a:pt x="1168" y="634"/>
                  </a:lnTo>
                  <a:cubicBezTo>
                    <a:pt x="1335" y="634"/>
                    <a:pt x="1502" y="501"/>
                    <a:pt x="1468" y="334"/>
                  </a:cubicBezTo>
                  <a:cubicBezTo>
                    <a:pt x="1468" y="134"/>
                    <a:pt x="1335" y="0"/>
                    <a:pt x="11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2"/>
            <p:cNvSpPr/>
            <p:nvPr/>
          </p:nvSpPr>
          <p:spPr>
            <a:xfrm>
              <a:off x="7539025" y="2252300"/>
              <a:ext cx="37550" cy="16700"/>
            </a:xfrm>
            <a:custGeom>
              <a:avLst/>
              <a:gdLst/>
              <a:ahLst/>
              <a:cxnLst/>
              <a:rect l="l" t="t" r="r" b="b"/>
              <a:pathLst>
                <a:path w="1502" h="668" extrusionOk="0">
                  <a:moveTo>
                    <a:pt x="334" y="1"/>
                  </a:moveTo>
                  <a:cubicBezTo>
                    <a:pt x="134" y="1"/>
                    <a:pt x="1" y="167"/>
                    <a:pt x="1" y="334"/>
                  </a:cubicBezTo>
                  <a:cubicBezTo>
                    <a:pt x="1" y="501"/>
                    <a:pt x="134" y="668"/>
                    <a:pt x="334" y="668"/>
                  </a:cubicBezTo>
                  <a:lnTo>
                    <a:pt x="1168" y="668"/>
                  </a:lnTo>
                  <a:cubicBezTo>
                    <a:pt x="1335" y="668"/>
                    <a:pt x="1502" y="501"/>
                    <a:pt x="1468" y="334"/>
                  </a:cubicBezTo>
                  <a:cubicBezTo>
                    <a:pt x="1468" y="167"/>
                    <a:pt x="1335" y="1"/>
                    <a:pt x="1168"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2"/>
            <p:cNvSpPr/>
            <p:nvPr/>
          </p:nvSpPr>
          <p:spPr>
            <a:xfrm>
              <a:off x="7539025" y="2304850"/>
              <a:ext cx="37550" cy="15850"/>
            </a:xfrm>
            <a:custGeom>
              <a:avLst/>
              <a:gdLst/>
              <a:ahLst/>
              <a:cxnLst/>
              <a:rect l="l" t="t" r="r" b="b"/>
              <a:pathLst>
                <a:path w="1502" h="634" extrusionOk="0">
                  <a:moveTo>
                    <a:pt x="334" y="0"/>
                  </a:moveTo>
                  <a:cubicBezTo>
                    <a:pt x="134" y="0"/>
                    <a:pt x="1" y="133"/>
                    <a:pt x="1" y="300"/>
                  </a:cubicBezTo>
                  <a:cubicBezTo>
                    <a:pt x="1" y="500"/>
                    <a:pt x="134" y="634"/>
                    <a:pt x="334" y="634"/>
                  </a:cubicBezTo>
                  <a:lnTo>
                    <a:pt x="1168" y="634"/>
                  </a:lnTo>
                  <a:cubicBezTo>
                    <a:pt x="1335" y="634"/>
                    <a:pt x="1502" y="500"/>
                    <a:pt x="1468" y="300"/>
                  </a:cubicBezTo>
                  <a:cubicBezTo>
                    <a:pt x="1468" y="133"/>
                    <a:pt x="1335" y="0"/>
                    <a:pt x="11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2"/>
            <p:cNvSpPr/>
            <p:nvPr/>
          </p:nvSpPr>
          <p:spPr>
            <a:xfrm>
              <a:off x="8292075" y="2200600"/>
              <a:ext cx="91750" cy="15875"/>
            </a:xfrm>
            <a:custGeom>
              <a:avLst/>
              <a:gdLst/>
              <a:ahLst/>
              <a:cxnLst/>
              <a:rect l="l" t="t" r="r" b="b"/>
              <a:pathLst>
                <a:path w="3670" h="635" extrusionOk="0">
                  <a:moveTo>
                    <a:pt x="300" y="0"/>
                  </a:moveTo>
                  <a:cubicBezTo>
                    <a:pt x="134" y="0"/>
                    <a:pt x="0" y="134"/>
                    <a:pt x="0" y="334"/>
                  </a:cubicBezTo>
                  <a:cubicBezTo>
                    <a:pt x="0" y="501"/>
                    <a:pt x="134" y="634"/>
                    <a:pt x="300" y="634"/>
                  </a:cubicBezTo>
                  <a:lnTo>
                    <a:pt x="3336" y="634"/>
                  </a:lnTo>
                  <a:cubicBezTo>
                    <a:pt x="3503" y="634"/>
                    <a:pt x="3670" y="501"/>
                    <a:pt x="3670" y="334"/>
                  </a:cubicBezTo>
                  <a:cubicBezTo>
                    <a:pt x="3670" y="134"/>
                    <a:pt x="3536" y="0"/>
                    <a:pt x="33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2"/>
            <p:cNvSpPr/>
            <p:nvPr/>
          </p:nvSpPr>
          <p:spPr>
            <a:xfrm>
              <a:off x="7624925" y="2252300"/>
              <a:ext cx="264375" cy="16700"/>
            </a:xfrm>
            <a:custGeom>
              <a:avLst/>
              <a:gdLst/>
              <a:ahLst/>
              <a:cxnLst/>
              <a:rect l="l" t="t" r="r" b="b"/>
              <a:pathLst>
                <a:path w="10575" h="668" extrusionOk="0">
                  <a:moveTo>
                    <a:pt x="334" y="1"/>
                  </a:moveTo>
                  <a:cubicBezTo>
                    <a:pt x="134" y="1"/>
                    <a:pt x="1" y="167"/>
                    <a:pt x="1" y="334"/>
                  </a:cubicBezTo>
                  <a:cubicBezTo>
                    <a:pt x="1" y="501"/>
                    <a:pt x="134" y="668"/>
                    <a:pt x="334" y="668"/>
                  </a:cubicBezTo>
                  <a:lnTo>
                    <a:pt x="10275" y="668"/>
                  </a:lnTo>
                  <a:cubicBezTo>
                    <a:pt x="10441" y="668"/>
                    <a:pt x="10575" y="501"/>
                    <a:pt x="10575" y="334"/>
                  </a:cubicBezTo>
                  <a:cubicBezTo>
                    <a:pt x="10575" y="167"/>
                    <a:pt x="10441" y="1"/>
                    <a:pt x="102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2"/>
            <p:cNvSpPr/>
            <p:nvPr/>
          </p:nvSpPr>
          <p:spPr>
            <a:xfrm>
              <a:off x="7971850" y="2412425"/>
              <a:ext cx="299400" cy="16700"/>
            </a:xfrm>
            <a:custGeom>
              <a:avLst/>
              <a:gdLst/>
              <a:ahLst/>
              <a:cxnLst/>
              <a:rect l="l" t="t" r="r" b="b"/>
              <a:pathLst>
                <a:path w="11976" h="668" extrusionOk="0">
                  <a:moveTo>
                    <a:pt x="300" y="0"/>
                  </a:moveTo>
                  <a:cubicBezTo>
                    <a:pt x="134" y="0"/>
                    <a:pt x="0" y="134"/>
                    <a:pt x="0" y="334"/>
                  </a:cubicBezTo>
                  <a:cubicBezTo>
                    <a:pt x="0" y="500"/>
                    <a:pt x="134" y="667"/>
                    <a:pt x="300" y="667"/>
                  </a:cubicBezTo>
                  <a:lnTo>
                    <a:pt x="11642" y="667"/>
                  </a:lnTo>
                  <a:cubicBezTo>
                    <a:pt x="11842" y="667"/>
                    <a:pt x="11975" y="500"/>
                    <a:pt x="11975" y="334"/>
                  </a:cubicBezTo>
                  <a:cubicBezTo>
                    <a:pt x="11975" y="134"/>
                    <a:pt x="11842" y="0"/>
                    <a:pt x="116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2"/>
            <p:cNvSpPr/>
            <p:nvPr/>
          </p:nvSpPr>
          <p:spPr>
            <a:xfrm>
              <a:off x="8049400" y="2359050"/>
              <a:ext cx="221850" cy="16700"/>
            </a:xfrm>
            <a:custGeom>
              <a:avLst/>
              <a:gdLst/>
              <a:ahLst/>
              <a:cxnLst/>
              <a:rect l="l" t="t" r="r" b="b"/>
              <a:pathLst>
                <a:path w="8874" h="668" extrusionOk="0">
                  <a:moveTo>
                    <a:pt x="334" y="0"/>
                  </a:moveTo>
                  <a:cubicBezTo>
                    <a:pt x="134" y="0"/>
                    <a:pt x="0" y="134"/>
                    <a:pt x="0" y="334"/>
                  </a:cubicBezTo>
                  <a:cubicBezTo>
                    <a:pt x="0" y="501"/>
                    <a:pt x="134" y="667"/>
                    <a:pt x="334" y="667"/>
                  </a:cubicBezTo>
                  <a:lnTo>
                    <a:pt x="8540" y="667"/>
                  </a:lnTo>
                  <a:cubicBezTo>
                    <a:pt x="8740" y="667"/>
                    <a:pt x="8873" y="501"/>
                    <a:pt x="8873" y="334"/>
                  </a:cubicBezTo>
                  <a:cubicBezTo>
                    <a:pt x="8873" y="134"/>
                    <a:pt x="8740" y="0"/>
                    <a:pt x="85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2"/>
            <p:cNvSpPr/>
            <p:nvPr/>
          </p:nvSpPr>
          <p:spPr>
            <a:xfrm>
              <a:off x="8173650" y="2304850"/>
              <a:ext cx="97600" cy="15850"/>
            </a:xfrm>
            <a:custGeom>
              <a:avLst/>
              <a:gdLst/>
              <a:ahLst/>
              <a:cxnLst/>
              <a:rect l="l" t="t" r="r" b="b"/>
              <a:pathLst>
                <a:path w="3904" h="634" extrusionOk="0">
                  <a:moveTo>
                    <a:pt x="301" y="0"/>
                  </a:moveTo>
                  <a:cubicBezTo>
                    <a:pt x="134" y="0"/>
                    <a:pt x="1" y="133"/>
                    <a:pt x="1" y="300"/>
                  </a:cubicBezTo>
                  <a:cubicBezTo>
                    <a:pt x="1" y="500"/>
                    <a:pt x="134" y="634"/>
                    <a:pt x="301" y="634"/>
                  </a:cubicBezTo>
                  <a:lnTo>
                    <a:pt x="3570" y="634"/>
                  </a:lnTo>
                  <a:cubicBezTo>
                    <a:pt x="3770" y="634"/>
                    <a:pt x="3903" y="500"/>
                    <a:pt x="3903" y="300"/>
                  </a:cubicBezTo>
                  <a:cubicBezTo>
                    <a:pt x="3903" y="133"/>
                    <a:pt x="3770" y="0"/>
                    <a:pt x="35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2"/>
            <p:cNvSpPr/>
            <p:nvPr/>
          </p:nvSpPr>
          <p:spPr>
            <a:xfrm>
              <a:off x="7539025" y="1958750"/>
              <a:ext cx="312750" cy="15875"/>
            </a:xfrm>
            <a:custGeom>
              <a:avLst/>
              <a:gdLst/>
              <a:ahLst/>
              <a:cxnLst/>
              <a:rect l="l" t="t" r="r" b="b"/>
              <a:pathLst>
                <a:path w="12510" h="635" extrusionOk="0">
                  <a:moveTo>
                    <a:pt x="334" y="1"/>
                  </a:moveTo>
                  <a:cubicBezTo>
                    <a:pt x="134" y="1"/>
                    <a:pt x="1" y="134"/>
                    <a:pt x="1" y="334"/>
                  </a:cubicBezTo>
                  <a:cubicBezTo>
                    <a:pt x="1" y="501"/>
                    <a:pt x="134" y="635"/>
                    <a:pt x="334" y="635"/>
                  </a:cubicBezTo>
                  <a:lnTo>
                    <a:pt x="12176" y="635"/>
                  </a:lnTo>
                  <a:cubicBezTo>
                    <a:pt x="12376" y="635"/>
                    <a:pt x="12510" y="501"/>
                    <a:pt x="12510" y="334"/>
                  </a:cubicBezTo>
                  <a:cubicBezTo>
                    <a:pt x="12510" y="134"/>
                    <a:pt x="12376" y="1"/>
                    <a:pt x="121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2"/>
            <p:cNvSpPr/>
            <p:nvPr/>
          </p:nvSpPr>
          <p:spPr>
            <a:xfrm>
              <a:off x="7539025" y="2539175"/>
              <a:ext cx="505400" cy="16700"/>
            </a:xfrm>
            <a:custGeom>
              <a:avLst/>
              <a:gdLst/>
              <a:ahLst/>
              <a:cxnLst/>
              <a:rect l="l" t="t" r="r" b="b"/>
              <a:pathLst>
                <a:path w="20216" h="668" extrusionOk="0">
                  <a:moveTo>
                    <a:pt x="334" y="0"/>
                  </a:moveTo>
                  <a:cubicBezTo>
                    <a:pt x="134" y="0"/>
                    <a:pt x="1" y="134"/>
                    <a:pt x="1" y="334"/>
                  </a:cubicBezTo>
                  <a:cubicBezTo>
                    <a:pt x="1" y="501"/>
                    <a:pt x="134" y="668"/>
                    <a:pt x="334" y="668"/>
                  </a:cubicBezTo>
                  <a:lnTo>
                    <a:pt x="19882" y="668"/>
                  </a:lnTo>
                  <a:cubicBezTo>
                    <a:pt x="20048" y="668"/>
                    <a:pt x="20215" y="501"/>
                    <a:pt x="20182" y="334"/>
                  </a:cubicBezTo>
                  <a:cubicBezTo>
                    <a:pt x="20182" y="134"/>
                    <a:pt x="20048" y="0"/>
                    <a:pt x="198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2"/>
            <p:cNvSpPr/>
            <p:nvPr/>
          </p:nvSpPr>
          <p:spPr>
            <a:xfrm>
              <a:off x="7539025" y="2603375"/>
              <a:ext cx="505400" cy="16725"/>
            </a:xfrm>
            <a:custGeom>
              <a:avLst/>
              <a:gdLst/>
              <a:ahLst/>
              <a:cxnLst/>
              <a:rect l="l" t="t" r="r" b="b"/>
              <a:pathLst>
                <a:path w="20216" h="669" extrusionOk="0">
                  <a:moveTo>
                    <a:pt x="334" y="1"/>
                  </a:moveTo>
                  <a:cubicBezTo>
                    <a:pt x="134" y="1"/>
                    <a:pt x="1" y="134"/>
                    <a:pt x="1" y="334"/>
                  </a:cubicBezTo>
                  <a:cubicBezTo>
                    <a:pt x="1" y="501"/>
                    <a:pt x="134" y="668"/>
                    <a:pt x="334" y="668"/>
                  </a:cubicBezTo>
                  <a:lnTo>
                    <a:pt x="19882" y="668"/>
                  </a:lnTo>
                  <a:cubicBezTo>
                    <a:pt x="20048" y="668"/>
                    <a:pt x="20215" y="501"/>
                    <a:pt x="20182" y="334"/>
                  </a:cubicBezTo>
                  <a:cubicBezTo>
                    <a:pt x="20182" y="134"/>
                    <a:pt x="20048" y="1"/>
                    <a:pt x="198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2"/>
            <p:cNvSpPr/>
            <p:nvPr/>
          </p:nvSpPr>
          <p:spPr>
            <a:xfrm>
              <a:off x="7539025" y="2667600"/>
              <a:ext cx="504550" cy="16700"/>
            </a:xfrm>
            <a:custGeom>
              <a:avLst/>
              <a:gdLst/>
              <a:ahLst/>
              <a:cxnLst/>
              <a:rect l="l" t="t" r="r" b="b"/>
              <a:pathLst>
                <a:path w="20182" h="668" extrusionOk="0">
                  <a:moveTo>
                    <a:pt x="334" y="0"/>
                  </a:moveTo>
                  <a:cubicBezTo>
                    <a:pt x="134" y="0"/>
                    <a:pt x="1" y="167"/>
                    <a:pt x="1" y="334"/>
                  </a:cubicBezTo>
                  <a:cubicBezTo>
                    <a:pt x="1" y="501"/>
                    <a:pt x="134" y="668"/>
                    <a:pt x="334" y="668"/>
                  </a:cubicBezTo>
                  <a:lnTo>
                    <a:pt x="19882" y="668"/>
                  </a:lnTo>
                  <a:cubicBezTo>
                    <a:pt x="20048" y="668"/>
                    <a:pt x="20182" y="501"/>
                    <a:pt x="20182" y="334"/>
                  </a:cubicBezTo>
                  <a:cubicBezTo>
                    <a:pt x="20182" y="167"/>
                    <a:pt x="20048" y="0"/>
                    <a:pt x="198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2"/>
            <p:cNvSpPr/>
            <p:nvPr/>
          </p:nvSpPr>
          <p:spPr>
            <a:xfrm>
              <a:off x="7539025" y="3051200"/>
              <a:ext cx="504550" cy="15875"/>
            </a:xfrm>
            <a:custGeom>
              <a:avLst/>
              <a:gdLst/>
              <a:ahLst/>
              <a:cxnLst/>
              <a:rect l="l" t="t" r="r" b="b"/>
              <a:pathLst>
                <a:path w="20182" h="635" extrusionOk="0">
                  <a:moveTo>
                    <a:pt x="334" y="1"/>
                  </a:moveTo>
                  <a:cubicBezTo>
                    <a:pt x="134" y="1"/>
                    <a:pt x="1" y="134"/>
                    <a:pt x="1" y="334"/>
                  </a:cubicBezTo>
                  <a:cubicBezTo>
                    <a:pt x="1" y="501"/>
                    <a:pt x="134" y="635"/>
                    <a:pt x="334" y="635"/>
                  </a:cubicBezTo>
                  <a:lnTo>
                    <a:pt x="19882" y="635"/>
                  </a:lnTo>
                  <a:cubicBezTo>
                    <a:pt x="20048" y="635"/>
                    <a:pt x="20182" y="501"/>
                    <a:pt x="20182" y="334"/>
                  </a:cubicBezTo>
                  <a:cubicBezTo>
                    <a:pt x="20182" y="134"/>
                    <a:pt x="20048" y="1"/>
                    <a:pt x="198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2"/>
            <p:cNvSpPr/>
            <p:nvPr/>
          </p:nvSpPr>
          <p:spPr>
            <a:xfrm>
              <a:off x="7998525" y="2464950"/>
              <a:ext cx="150125" cy="15875"/>
            </a:xfrm>
            <a:custGeom>
              <a:avLst/>
              <a:gdLst/>
              <a:ahLst/>
              <a:cxnLst/>
              <a:rect l="l" t="t" r="r" b="b"/>
              <a:pathLst>
                <a:path w="6005" h="635" extrusionOk="0">
                  <a:moveTo>
                    <a:pt x="334" y="1"/>
                  </a:moveTo>
                  <a:cubicBezTo>
                    <a:pt x="167" y="1"/>
                    <a:pt x="1" y="134"/>
                    <a:pt x="1" y="334"/>
                  </a:cubicBezTo>
                  <a:cubicBezTo>
                    <a:pt x="1" y="501"/>
                    <a:pt x="167" y="634"/>
                    <a:pt x="334" y="634"/>
                  </a:cubicBezTo>
                  <a:lnTo>
                    <a:pt x="5671" y="634"/>
                  </a:lnTo>
                  <a:cubicBezTo>
                    <a:pt x="5838" y="634"/>
                    <a:pt x="6005" y="501"/>
                    <a:pt x="6005" y="334"/>
                  </a:cubicBezTo>
                  <a:cubicBezTo>
                    <a:pt x="6005" y="134"/>
                    <a:pt x="5838" y="1"/>
                    <a:pt x="5671"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2"/>
            <p:cNvSpPr/>
            <p:nvPr/>
          </p:nvSpPr>
          <p:spPr>
            <a:xfrm>
              <a:off x="8197825" y="2464950"/>
              <a:ext cx="200175" cy="15875"/>
            </a:xfrm>
            <a:custGeom>
              <a:avLst/>
              <a:gdLst/>
              <a:ahLst/>
              <a:cxnLst/>
              <a:rect l="l" t="t" r="r" b="b"/>
              <a:pathLst>
                <a:path w="8007" h="635" extrusionOk="0">
                  <a:moveTo>
                    <a:pt x="334" y="1"/>
                  </a:moveTo>
                  <a:cubicBezTo>
                    <a:pt x="134" y="1"/>
                    <a:pt x="1" y="134"/>
                    <a:pt x="1" y="334"/>
                  </a:cubicBezTo>
                  <a:cubicBezTo>
                    <a:pt x="1" y="501"/>
                    <a:pt x="134" y="634"/>
                    <a:pt x="334" y="634"/>
                  </a:cubicBezTo>
                  <a:lnTo>
                    <a:pt x="7673" y="634"/>
                  </a:lnTo>
                  <a:cubicBezTo>
                    <a:pt x="7873" y="634"/>
                    <a:pt x="8007" y="501"/>
                    <a:pt x="8007" y="334"/>
                  </a:cubicBezTo>
                  <a:cubicBezTo>
                    <a:pt x="8007" y="134"/>
                    <a:pt x="7873" y="1"/>
                    <a:pt x="7673"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2"/>
            <p:cNvSpPr/>
            <p:nvPr/>
          </p:nvSpPr>
          <p:spPr>
            <a:xfrm>
              <a:off x="8197825" y="2539175"/>
              <a:ext cx="200175" cy="16700"/>
            </a:xfrm>
            <a:custGeom>
              <a:avLst/>
              <a:gdLst/>
              <a:ahLst/>
              <a:cxnLst/>
              <a:rect l="l" t="t" r="r" b="b"/>
              <a:pathLst>
                <a:path w="8007" h="668" extrusionOk="0">
                  <a:moveTo>
                    <a:pt x="334" y="0"/>
                  </a:moveTo>
                  <a:cubicBezTo>
                    <a:pt x="134" y="0"/>
                    <a:pt x="1" y="134"/>
                    <a:pt x="1" y="334"/>
                  </a:cubicBezTo>
                  <a:cubicBezTo>
                    <a:pt x="1" y="501"/>
                    <a:pt x="134" y="668"/>
                    <a:pt x="334" y="668"/>
                  </a:cubicBezTo>
                  <a:lnTo>
                    <a:pt x="7673" y="668"/>
                  </a:lnTo>
                  <a:cubicBezTo>
                    <a:pt x="7873" y="668"/>
                    <a:pt x="8007" y="501"/>
                    <a:pt x="8007" y="334"/>
                  </a:cubicBezTo>
                  <a:cubicBezTo>
                    <a:pt x="8007" y="134"/>
                    <a:pt x="7873" y="0"/>
                    <a:pt x="7673"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2"/>
            <p:cNvSpPr/>
            <p:nvPr/>
          </p:nvSpPr>
          <p:spPr>
            <a:xfrm>
              <a:off x="7539025" y="3148775"/>
              <a:ext cx="76750" cy="15875"/>
            </a:xfrm>
            <a:custGeom>
              <a:avLst/>
              <a:gdLst/>
              <a:ahLst/>
              <a:cxnLst/>
              <a:rect l="l" t="t" r="r" b="b"/>
              <a:pathLst>
                <a:path w="3070" h="635" extrusionOk="0">
                  <a:moveTo>
                    <a:pt x="334" y="1"/>
                  </a:moveTo>
                  <a:cubicBezTo>
                    <a:pt x="134" y="1"/>
                    <a:pt x="1" y="134"/>
                    <a:pt x="1" y="301"/>
                  </a:cubicBezTo>
                  <a:cubicBezTo>
                    <a:pt x="1" y="501"/>
                    <a:pt x="134" y="634"/>
                    <a:pt x="334" y="634"/>
                  </a:cubicBezTo>
                  <a:lnTo>
                    <a:pt x="2736" y="634"/>
                  </a:lnTo>
                  <a:cubicBezTo>
                    <a:pt x="2903" y="634"/>
                    <a:pt x="3070" y="501"/>
                    <a:pt x="3070" y="301"/>
                  </a:cubicBezTo>
                  <a:cubicBezTo>
                    <a:pt x="3070"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2"/>
            <p:cNvSpPr/>
            <p:nvPr/>
          </p:nvSpPr>
          <p:spPr>
            <a:xfrm>
              <a:off x="7539025" y="3197150"/>
              <a:ext cx="76750" cy="16700"/>
            </a:xfrm>
            <a:custGeom>
              <a:avLst/>
              <a:gdLst/>
              <a:ahLst/>
              <a:cxnLst/>
              <a:rect l="l" t="t" r="r" b="b"/>
              <a:pathLst>
                <a:path w="3070" h="668" extrusionOk="0">
                  <a:moveTo>
                    <a:pt x="334" y="0"/>
                  </a:moveTo>
                  <a:cubicBezTo>
                    <a:pt x="134" y="0"/>
                    <a:pt x="1" y="167"/>
                    <a:pt x="1" y="334"/>
                  </a:cubicBezTo>
                  <a:cubicBezTo>
                    <a:pt x="1" y="501"/>
                    <a:pt x="134" y="667"/>
                    <a:pt x="334" y="667"/>
                  </a:cubicBezTo>
                  <a:lnTo>
                    <a:pt x="2736" y="667"/>
                  </a:lnTo>
                  <a:cubicBezTo>
                    <a:pt x="2903" y="667"/>
                    <a:pt x="3070" y="501"/>
                    <a:pt x="3070" y="334"/>
                  </a:cubicBezTo>
                  <a:cubicBezTo>
                    <a:pt x="3070" y="167"/>
                    <a:pt x="2903" y="0"/>
                    <a:pt x="2736"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2"/>
            <p:cNvSpPr/>
            <p:nvPr/>
          </p:nvSpPr>
          <p:spPr>
            <a:xfrm>
              <a:off x="7635775" y="3197150"/>
              <a:ext cx="469525" cy="16700"/>
            </a:xfrm>
            <a:custGeom>
              <a:avLst/>
              <a:gdLst/>
              <a:ahLst/>
              <a:cxnLst/>
              <a:rect l="l" t="t" r="r" b="b"/>
              <a:pathLst>
                <a:path w="18781" h="668" extrusionOk="0">
                  <a:moveTo>
                    <a:pt x="300" y="0"/>
                  </a:moveTo>
                  <a:cubicBezTo>
                    <a:pt x="134" y="0"/>
                    <a:pt x="0" y="167"/>
                    <a:pt x="0" y="334"/>
                  </a:cubicBezTo>
                  <a:cubicBezTo>
                    <a:pt x="0" y="501"/>
                    <a:pt x="134" y="667"/>
                    <a:pt x="300" y="667"/>
                  </a:cubicBezTo>
                  <a:lnTo>
                    <a:pt x="18447" y="667"/>
                  </a:lnTo>
                  <a:cubicBezTo>
                    <a:pt x="18647" y="667"/>
                    <a:pt x="18780" y="501"/>
                    <a:pt x="18780" y="334"/>
                  </a:cubicBezTo>
                  <a:cubicBezTo>
                    <a:pt x="18780" y="167"/>
                    <a:pt x="18647" y="0"/>
                    <a:pt x="18447"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2"/>
            <p:cNvSpPr/>
            <p:nvPr/>
          </p:nvSpPr>
          <p:spPr>
            <a:xfrm>
              <a:off x="7657450" y="3148775"/>
              <a:ext cx="75900" cy="15875"/>
            </a:xfrm>
            <a:custGeom>
              <a:avLst/>
              <a:gdLst/>
              <a:ahLst/>
              <a:cxnLst/>
              <a:rect l="l" t="t" r="r" b="b"/>
              <a:pathLst>
                <a:path w="3036" h="635" extrusionOk="0">
                  <a:moveTo>
                    <a:pt x="301" y="1"/>
                  </a:moveTo>
                  <a:cubicBezTo>
                    <a:pt x="134" y="1"/>
                    <a:pt x="0" y="134"/>
                    <a:pt x="0" y="301"/>
                  </a:cubicBezTo>
                  <a:cubicBezTo>
                    <a:pt x="0" y="501"/>
                    <a:pt x="134" y="634"/>
                    <a:pt x="301"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2"/>
            <p:cNvSpPr/>
            <p:nvPr/>
          </p:nvSpPr>
          <p:spPr>
            <a:xfrm>
              <a:off x="7775025" y="3148775"/>
              <a:ext cx="76750" cy="15875"/>
            </a:xfrm>
            <a:custGeom>
              <a:avLst/>
              <a:gdLst/>
              <a:ahLst/>
              <a:cxnLst/>
              <a:rect l="l" t="t" r="r" b="b"/>
              <a:pathLst>
                <a:path w="3070" h="635" extrusionOk="0">
                  <a:moveTo>
                    <a:pt x="334" y="1"/>
                  </a:moveTo>
                  <a:cubicBezTo>
                    <a:pt x="168" y="1"/>
                    <a:pt x="1" y="134"/>
                    <a:pt x="1" y="301"/>
                  </a:cubicBezTo>
                  <a:cubicBezTo>
                    <a:pt x="1" y="501"/>
                    <a:pt x="168" y="634"/>
                    <a:pt x="334" y="634"/>
                  </a:cubicBezTo>
                  <a:lnTo>
                    <a:pt x="2736" y="634"/>
                  </a:lnTo>
                  <a:cubicBezTo>
                    <a:pt x="2936" y="634"/>
                    <a:pt x="3070" y="501"/>
                    <a:pt x="3070" y="301"/>
                  </a:cubicBezTo>
                  <a:cubicBezTo>
                    <a:pt x="3070" y="134"/>
                    <a:pt x="2936"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2"/>
            <p:cNvSpPr/>
            <p:nvPr/>
          </p:nvSpPr>
          <p:spPr>
            <a:xfrm>
              <a:off x="7893450" y="3148775"/>
              <a:ext cx="75925" cy="15875"/>
            </a:xfrm>
            <a:custGeom>
              <a:avLst/>
              <a:gdLst/>
              <a:ahLst/>
              <a:cxnLst/>
              <a:rect l="l" t="t" r="r" b="b"/>
              <a:pathLst>
                <a:path w="3037" h="635" extrusionOk="0">
                  <a:moveTo>
                    <a:pt x="334" y="1"/>
                  </a:moveTo>
                  <a:cubicBezTo>
                    <a:pt x="134" y="1"/>
                    <a:pt x="1" y="134"/>
                    <a:pt x="1" y="301"/>
                  </a:cubicBezTo>
                  <a:cubicBezTo>
                    <a:pt x="1" y="501"/>
                    <a:pt x="134" y="634"/>
                    <a:pt x="334"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2"/>
            <p:cNvSpPr/>
            <p:nvPr/>
          </p:nvSpPr>
          <p:spPr>
            <a:xfrm>
              <a:off x="8011875" y="3148775"/>
              <a:ext cx="75900" cy="15875"/>
            </a:xfrm>
            <a:custGeom>
              <a:avLst/>
              <a:gdLst/>
              <a:ahLst/>
              <a:cxnLst/>
              <a:rect l="l" t="t" r="r" b="b"/>
              <a:pathLst>
                <a:path w="3036" h="635" extrusionOk="0">
                  <a:moveTo>
                    <a:pt x="300" y="1"/>
                  </a:moveTo>
                  <a:cubicBezTo>
                    <a:pt x="134" y="1"/>
                    <a:pt x="0" y="134"/>
                    <a:pt x="0" y="301"/>
                  </a:cubicBezTo>
                  <a:cubicBezTo>
                    <a:pt x="0" y="501"/>
                    <a:pt x="134" y="634"/>
                    <a:pt x="300" y="634"/>
                  </a:cubicBezTo>
                  <a:lnTo>
                    <a:pt x="2702" y="634"/>
                  </a:lnTo>
                  <a:cubicBezTo>
                    <a:pt x="2902" y="634"/>
                    <a:pt x="3036" y="501"/>
                    <a:pt x="3036" y="301"/>
                  </a:cubicBezTo>
                  <a:cubicBezTo>
                    <a:pt x="3036" y="134"/>
                    <a:pt x="2902" y="1"/>
                    <a:pt x="2702"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2"/>
            <p:cNvSpPr/>
            <p:nvPr/>
          </p:nvSpPr>
          <p:spPr>
            <a:xfrm>
              <a:off x="8129450" y="3148775"/>
              <a:ext cx="76750" cy="15875"/>
            </a:xfrm>
            <a:custGeom>
              <a:avLst/>
              <a:gdLst/>
              <a:ahLst/>
              <a:cxnLst/>
              <a:rect l="l" t="t" r="r" b="b"/>
              <a:pathLst>
                <a:path w="3070" h="635" extrusionOk="0">
                  <a:moveTo>
                    <a:pt x="334" y="1"/>
                  </a:moveTo>
                  <a:cubicBezTo>
                    <a:pt x="134" y="1"/>
                    <a:pt x="1" y="134"/>
                    <a:pt x="1" y="301"/>
                  </a:cubicBezTo>
                  <a:cubicBezTo>
                    <a:pt x="1" y="501"/>
                    <a:pt x="134" y="634"/>
                    <a:pt x="334" y="634"/>
                  </a:cubicBezTo>
                  <a:lnTo>
                    <a:pt x="2736" y="634"/>
                  </a:lnTo>
                  <a:cubicBezTo>
                    <a:pt x="2903" y="634"/>
                    <a:pt x="3069" y="501"/>
                    <a:pt x="3069" y="301"/>
                  </a:cubicBezTo>
                  <a:cubicBezTo>
                    <a:pt x="3069"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2"/>
            <p:cNvSpPr/>
            <p:nvPr/>
          </p:nvSpPr>
          <p:spPr>
            <a:xfrm>
              <a:off x="8247875" y="3148775"/>
              <a:ext cx="51725" cy="15875"/>
            </a:xfrm>
            <a:custGeom>
              <a:avLst/>
              <a:gdLst/>
              <a:ahLst/>
              <a:cxnLst/>
              <a:rect l="l" t="t" r="r" b="b"/>
              <a:pathLst>
                <a:path w="2069" h="635" extrusionOk="0">
                  <a:moveTo>
                    <a:pt x="301" y="1"/>
                  </a:moveTo>
                  <a:cubicBezTo>
                    <a:pt x="134" y="1"/>
                    <a:pt x="0" y="134"/>
                    <a:pt x="0" y="301"/>
                  </a:cubicBezTo>
                  <a:cubicBezTo>
                    <a:pt x="0" y="501"/>
                    <a:pt x="134" y="634"/>
                    <a:pt x="301" y="634"/>
                  </a:cubicBezTo>
                  <a:lnTo>
                    <a:pt x="1768" y="634"/>
                  </a:lnTo>
                  <a:cubicBezTo>
                    <a:pt x="1935" y="634"/>
                    <a:pt x="2068" y="501"/>
                    <a:pt x="2068" y="301"/>
                  </a:cubicBezTo>
                  <a:cubicBezTo>
                    <a:pt x="2068" y="134"/>
                    <a:pt x="1935" y="1"/>
                    <a:pt x="1768"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2"/>
            <p:cNvSpPr/>
            <p:nvPr/>
          </p:nvSpPr>
          <p:spPr>
            <a:xfrm>
              <a:off x="8089425" y="1209875"/>
              <a:ext cx="816450" cy="748075"/>
            </a:xfrm>
            <a:custGeom>
              <a:avLst/>
              <a:gdLst/>
              <a:ahLst/>
              <a:cxnLst/>
              <a:rect l="l" t="t" r="r" b="b"/>
              <a:pathLst>
                <a:path w="32658" h="29923" extrusionOk="0">
                  <a:moveTo>
                    <a:pt x="1335" y="1"/>
                  </a:moveTo>
                  <a:cubicBezTo>
                    <a:pt x="601" y="1"/>
                    <a:pt x="0" y="601"/>
                    <a:pt x="0" y="1302"/>
                  </a:cubicBezTo>
                  <a:lnTo>
                    <a:pt x="0" y="28621"/>
                  </a:lnTo>
                  <a:cubicBezTo>
                    <a:pt x="0" y="29355"/>
                    <a:pt x="601" y="29922"/>
                    <a:pt x="1335" y="29922"/>
                  </a:cubicBezTo>
                  <a:lnTo>
                    <a:pt x="31356" y="29922"/>
                  </a:lnTo>
                  <a:cubicBezTo>
                    <a:pt x="32090" y="29922"/>
                    <a:pt x="32657" y="29355"/>
                    <a:pt x="32657" y="28621"/>
                  </a:cubicBezTo>
                  <a:lnTo>
                    <a:pt x="32657" y="1302"/>
                  </a:lnTo>
                  <a:cubicBezTo>
                    <a:pt x="32657" y="601"/>
                    <a:pt x="32090" y="1"/>
                    <a:pt x="31356" y="1"/>
                  </a:cubicBezTo>
                  <a:close/>
                </a:path>
              </a:pathLst>
            </a:custGeom>
            <a:solidFill>
              <a:srgbClr val="B8B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2"/>
            <p:cNvSpPr/>
            <p:nvPr/>
          </p:nvSpPr>
          <p:spPr>
            <a:xfrm>
              <a:off x="8134450" y="1359150"/>
              <a:ext cx="729725" cy="561275"/>
            </a:xfrm>
            <a:custGeom>
              <a:avLst/>
              <a:gdLst/>
              <a:ahLst/>
              <a:cxnLst/>
              <a:rect l="l" t="t" r="r" b="b"/>
              <a:pathLst>
                <a:path w="29189" h="22451" extrusionOk="0">
                  <a:moveTo>
                    <a:pt x="28188" y="22450"/>
                  </a:moveTo>
                  <a:lnTo>
                    <a:pt x="1001" y="22450"/>
                  </a:lnTo>
                  <a:cubicBezTo>
                    <a:pt x="434" y="22450"/>
                    <a:pt x="1" y="22017"/>
                    <a:pt x="1" y="21450"/>
                  </a:cubicBezTo>
                  <a:lnTo>
                    <a:pt x="1" y="1002"/>
                  </a:lnTo>
                  <a:cubicBezTo>
                    <a:pt x="1" y="468"/>
                    <a:pt x="434" y="1"/>
                    <a:pt x="1001" y="1"/>
                  </a:cubicBezTo>
                  <a:lnTo>
                    <a:pt x="28188" y="1"/>
                  </a:lnTo>
                  <a:cubicBezTo>
                    <a:pt x="28755" y="1"/>
                    <a:pt x="29188" y="468"/>
                    <a:pt x="29188" y="1002"/>
                  </a:cubicBezTo>
                  <a:lnTo>
                    <a:pt x="29188" y="21450"/>
                  </a:lnTo>
                  <a:cubicBezTo>
                    <a:pt x="29188" y="22017"/>
                    <a:pt x="28755" y="22450"/>
                    <a:pt x="28188" y="22450"/>
                  </a:cubicBezTo>
                  <a:close/>
                </a:path>
              </a:pathLst>
            </a:custGeom>
            <a:solidFill>
              <a:srgbClr val="240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2"/>
            <p:cNvSpPr/>
            <p:nvPr/>
          </p:nvSpPr>
          <p:spPr>
            <a:xfrm>
              <a:off x="8169475" y="1485925"/>
              <a:ext cx="518725" cy="12525"/>
            </a:xfrm>
            <a:custGeom>
              <a:avLst/>
              <a:gdLst/>
              <a:ahLst/>
              <a:cxnLst/>
              <a:rect l="l" t="t" r="r" b="b"/>
              <a:pathLst>
                <a:path w="20749" h="501" extrusionOk="0">
                  <a:moveTo>
                    <a:pt x="234" y="0"/>
                  </a:moveTo>
                  <a:cubicBezTo>
                    <a:pt x="101" y="0"/>
                    <a:pt x="1" y="134"/>
                    <a:pt x="1" y="267"/>
                  </a:cubicBezTo>
                  <a:cubicBezTo>
                    <a:pt x="1" y="401"/>
                    <a:pt x="101" y="501"/>
                    <a:pt x="234" y="501"/>
                  </a:cubicBezTo>
                  <a:lnTo>
                    <a:pt x="20482" y="501"/>
                  </a:lnTo>
                  <a:cubicBezTo>
                    <a:pt x="20615" y="501"/>
                    <a:pt x="20749" y="401"/>
                    <a:pt x="20716" y="267"/>
                  </a:cubicBezTo>
                  <a:cubicBezTo>
                    <a:pt x="20716" y="134"/>
                    <a:pt x="20615" y="0"/>
                    <a:pt x="20482"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2"/>
            <p:cNvSpPr/>
            <p:nvPr/>
          </p:nvSpPr>
          <p:spPr>
            <a:xfrm>
              <a:off x="8719875" y="1485925"/>
              <a:ext cx="50050" cy="12525"/>
            </a:xfrm>
            <a:custGeom>
              <a:avLst/>
              <a:gdLst/>
              <a:ahLst/>
              <a:cxnLst/>
              <a:rect l="l" t="t" r="r" b="b"/>
              <a:pathLst>
                <a:path w="2002" h="501" extrusionOk="0">
                  <a:moveTo>
                    <a:pt x="234" y="0"/>
                  </a:moveTo>
                  <a:cubicBezTo>
                    <a:pt x="101" y="0"/>
                    <a:pt x="0" y="134"/>
                    <a:pt x="0" y="267"/>
                  </a:cubicBezTo>
                  <a:cubicBezTo>
                    <a:pt x="0" y="401"/>
                    <a:pt x="101" y="501"/>
                    <a:pt x="234" y="501"/>
                  </a:cubicBezTo>
                  <a:lnTo>
                    <a:pt x="1735" y="501"/>
                  </a:lnTo>
                  <a:cubicBezTo>
                    <a:pt x="1868" y="501"/>
                    <a:pt x="2002" y="401"/>
                    <a:pt x="2002" y="267"/>
                  </a:cubicBezTo>
                  <a:cubicBezTo>
                    <a:pt x="2002" y="134"/>
                    <a:pt x="1868" y="0"/>
                    <a:pt x="173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2"/>
            <p:cNvSpPr/>
            <p:nvPr/>
          </p:nvSpPr>
          <p:spPr>
            <a:xfrm>
              <a:off x="8169475" y="1543450"/>
              <a:ext cx="296900" cy="12550"/>
            </a:xfrm>
            <a:custGeom>
              <a:avLst/>
              <a:gdLst/>
              <a:ahLst/>
              <a:cxnLst/>
              <a:rect l="l" t="t" r="r" b="b"/>
              <a:pathLst>
                <a:path w="11876" h="502" extrusionOk="0">
                  <a:moveTo>
                    <a:pt x="234" y="1"/>
                  </a:moveTo>
                  <a:cubicBezTo>
                    <a:pt x="101" y="1"/>
                    <a:pt x="1" y="134"/>
                    <a:pt x="1" y="268"/>
                  </a:cubicBezTo>
                  <a:cubicBezTo>
                    <a:pt x="1" y="401"/>
                    <a:pt x="101" y="501"/>
                    <a:pt x="234" y="501"/>
                  </a:cubicBezTo>
                  <a:lnTo>
                    <a:pt x="11609" y="501"/>
                  </a:lnTo>
                  <a:cubicBezTo>
                    <a:pt x="11742" y="501"/>
                    <a:pt x="11876" y="401"/>
                    <a:pt x="11876" y="268"/>
                  </a:cubicBezTo>
                  <a:cubicBezTo>
                    <a:pt x="11876" y="134"/>
                    <a:pt x="11742" y="1"/>
                    <a:pt x="11609"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2"/>
            <p:cNvSpPr/>
            <p:nvPr/>
          </p:nvSpPr>
          <p:spPr>
            <a:xfrm>
              <a:off x="8470525" y="1543450"/>
              <a:ext cx="94275" cy="12550"/>
            </a:xfrm>
            <a:custGeom>
              <a:avLst/>
              <a:gdLst/>
              <a:ahLst/>
              <a:cxnLst/>
              <a:rect l="l" t="t" r="r" b="b"/>
              <a:pathLst>
                <a:path w="3771" h="502" extrusionOk="0">
                  <a:moveTo>
                    <a:pt x="268" y="1"/>
                  </a:moveTo>
                  <a:cubicBezTo>
                    <a:pt x="134" y="1"/>
                    <a:pt x="1" y="134"/>
                    <a:pt x="1" y="268"/>
                  </a:cubicBezTo>
                  <a:cubicBezTo>
                    <a:pt x="1" y="401"/>
                    <a:pt x="134" y="501"/>
                    <a:pt x="268" y="501"/>
                  </a:cubicBezTo>
                  <a:lnTo>
                    <a:pt x="3537" y="501"/>
                  </a:lnTo>
                  <a:cubicBezTo>
                    <a:pt x="3670" y="501"/>
                    <a:pt x="3770" y="401"/>
                    <a:pt x="3770" y="268"/>
                  </a:cubicBezTo>
                  <a:cubicBezTo>
                    <a:pt x="3770" y="134"/>
                    <a:pt x="3670" y="1"/>
                    <a:pt x="3537"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2"/>
            <p:cNvSpPr/>
            <p:nvPr/>
          </p:nvSpPr>
          <p:spPr>
            <a:xfrm>
              <a:off x="8502225" y="1576825"/>
              <a:ext cx="62575" cy="11700"/>
            </a:xfrm>
            <a:custGeom>
              <a:avLst/>
              <a:gdLst/>
              <a:ahLst/>
              <a:cxnLst/>
              <a:rect l="l" t="t" r="r" b="b"/>
              <a:pathLst>
                <a:path w="2503" h="468" extrusionOk="0">
                  <a:moveTo>
                    <a:pt x="234" y="0"/>
                  </a:moveTo>
                  <a:cubicBezTo>
                    <a:pt x="100" y="0"/>
                    <a:pt x="0" y="100"/>
                    <a:pt x="0" y="234"/>
                  </a:cubicBezTo>
                  <a:cubicBezTo>
                    <a:pt x="0" y="367"/>
                    <a:pt x="100" y="467"/>
                    <a:pt x="234" y="467"/>
                  </a:cubicBezTo>
                  <a:lnTo>
                    <a:pt x="2269" y="467"/>
                  </a:lnTo>
                  <a:cubicBezTo>
                    <a:pt x="2402" y="467"/>
                    <a:pt x="2502" y="367"/>
                    <a:pt x="2502" y="234"/>
                  </a:cubicBezTo>
                  <a:cubicBezTo>
                    <a:pt x="2502" y="100"/>
                    <a:pt x="2402" y="0"/>
                    <a:pt x="2269"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2"/>
            <p:cNvSpPr/>
            <p:nvPr/>
          </p:nvSpPr>
          <p:spPr>
            <a:xfrm>
              <a:off x="8471375" y="1576825"/>
              <a:ext cx="18350" cy="11700"/>
            </a:xfrm>
            <a:custGeom>
              <a:avLst/>
              <a:gdLst/>
              <a:ahLst/>
              <a:cxnLst/>
              <a:rect l="l" t="t" r="r" b="b"/>
              <a:pathLst>
                <a:path w="734" h="468" extrusionOk="0">
                  <a:moveTo>
                    <a:pt x="234" y="0"/>
                  </a:moveTo>
                  <a:cubicBezTo>
                    <a:pt x="100" y="0"/>
                    <a:pt x="0" y="100"/>
                    <a:pt x="0" y="234"/>
                  </a:cubicBezTo>
                  <a:cubicBezTo>
                    <a:pt x="0" y="367"/>
                    <a:pt x="100" y="467"/>
                    <a:pt x="234" y="467"/>
                  </a:cubicBezTo>
                  <a:lnTo>
                    <a:pt x="467" y="467"/>
                  </a:lnTo>
                  <a:cubicBezTo>
                    <a:pt x="600" y="467"/>
                    <a:pt x="734" y="367"/>
                    <a:pt x="734" y="234"/>
                  </a:cubicBezTo>
                  <a:cubicBezTo>
                    <a:pt x="734" y="100"/>
                    <a:pt x="600" y="0"/>
                    <a:pt x="467"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2"/>
            <p:cNvSpPr/>
            <p:nvPr/>
          </p:nvSpPr>
          <p:spPr>
            <a:xfrm>
              <a:off x="8397150" y="1576825"/>
              <a:ext cx="56725" cy="11700"/>
            </a:xfrm>
            <a:custGeom>
              <a:avLst/>
              <a:gdLst/>
              <a:ahLst/>
              <a:cxnLst/>
              <a:rect l="l" t="t" r="r" b="b"/>
              <a:pathLst>
                <a:path w="2269" h="468" extrusionOk="0">
                  <a:moveTo>
                    <a:pt x="234" y="0"/>
                  </a:moveTo>
                  <a:cubicBezTo>
                    <a:pt x="100" y="0"/>
                    <a:pt x="0" y="100"/>
                    <a:pt x="0" y="234"/>
                  </a:cubicBezTo>
                  <a:cubicBezTo>
                    <a:pt x="0" y="367"/>
                    <a:pt x="100" y="467"/>
                    <a:pt x="234" y="467"/>
                  </a:cubicBezTo>
                  <a:lnTo>
                    <a:pt x="2035" y="467"/>
                  </a:lnTo>
                  <a:cubicBezTo>
                    <a:pt x="2168" y="467"/>
                    <a:pt x="2269" y="367"/>
                    <a:pt x="2269" y="234"/>
                  </a:cubicBezTo>
                  <a:cubicBezTo>
                    <a:pt x="2269" y="100"/>
                    <a:pt x="2168" y="0"/>
                    <a:pt x="2035"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2"/>
            <p:cNvSpPr/>
            <p:nvPr/>
          </p:nvSpPr>
          <p:spPr>
            <a:xfrm>
              <a:off x="8317075" y="1576825"/>
              <a:ext cx="56750" cy="11700"/>
            </a:xfrm>
            <a:custGeom>
              <a:avLst/>
              <a:gdLst/>
              <a:ahLst/>
              <a:cxnLst/>
              <a:rect l="l" t="t" r="r" b="b"/>
              <a:pathLst>
                <a:path w="2270" h="468" extrusionOk="0">
                  <a:moveTo>
                    <a:pt x="234" y="0"/>
                  </a:moveTo>
                  <a:cubicBezTo>
                    <a:pt x="101" y="0"/>
                    <a:pt x="1" y="100"/>
                    <a:pt x="1" y="234"/>
                  </a:cubicBezTo>
                  <a:cubicBezTo>
                    <a:pt x="1" y="367"/>
                    <a:pt x="101" y="467"/>
                    <a:pt x="234" y="467"/>
                  </a:cubicBezTo>
                  <a:lnTo>
                    <a:pt x="2036" y="467"/>
                  </a:lnTo>
                  <a:cubicBezTo>
                    <a:pt x="2169" y="467"/>
                    <a:pt x="2269" y="367"/>
                    <a:pt x="2269" y="234"/>
                  </a:cubicBezTo>
                  <a:cubicBezTo>
                    <a:pt x="2269" y="100"/>
                    <a:pt x="2169" y="0"/>
                    <a:pt x="2036"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2"/>
            <p:cNvSpPr/>
            <p:nvPr/>
          </p:nvSpPr>
          <p:spPr>
            <a:xfrm>
              <a:off x="8237025" y="1576825"/>
              <a:ext cx="56725" cy="11700"/>
            </a:xfrm>
            <a:custGeom>
              <a:avLst/>
              <a:gdLst/>
              <a:ahLst/>
              <a:cxnLst/>
              <a:rect l="l" t="t" r="r" b="b"/>
              <a:pathLst>
                <a:path w="2269" h="468" extrusionOk="0">
                  <a:moveTo>
                    <a:pt x="234" y="0"/>
                  </a:moveTo>
                  <a:cubicBezTo>
                    <a:pt x="101" y="0"/>
                    <a:pt x="1" y="100"/>
                    <a:pt x="1" y="234"/>
                  </a:cubicBezTo>
                  <a:cubicBezTo>
                    <a:pt x="1" y="367"/>
                    <a:pt x="101" y="467"/>
                    <a:pt x="234" y="467"/>
                  </a:cubicBezTo>
                  <a:lnTo>
                    <a:pt x="2035" y="467"/>
                  </a:lnTo>
                  <a:cubicBezTo>
                    <a:pt x="2169" y="467"/>
                    <a:pt x="2269" y="367"/>
                    <a:pt x="2269" y="234"/>
                  </a:cubicBezTo>
                  <a:cubicBezTo>
                    <a:pt x="2269" y="100"/>
                    <a:pt x="2169" y="0"/>
                    <a:pt x="2035"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2"/>
            <p:cNvSpPr/>
            <p:nvPr/>
          </p:nvSpPr>
          <p:spPr>
            <a:xfrm>
              <a:off x="8237025" y="1616850"/>
              <a:ext cx="481200" cy="11700"/>
            </a:xfrm>
            <a:custGeom>
              <a:avLst/>
              <a:gdLst/>
              <a:ahLst/>
              <a:cxnLst/>
              <a:rect l="l" t="t" r="r" b="b"/>
              <a:pathLst>
                <a:path w="19248" h="468" extrusionOk="0">
                  <a:moveTo>
                    <a:pt x="234" y="0"/>
                  </a:moveTo>
                  <a:cubicBezTo>
                    <a:pt x="101" y="0"/>
                    <a:pt x="1" y="100"/>
                    <a:pt x="1" y="234"/>
                  </a:cubicBezTo>
                  <a:cubicBezTo>
                    <a:pt x="1" y="367"/>
                    <a:pt x="101" y="467"/>
                    <a:pt x="234" y="467"/>
                  </a:cubicBezTo>
                  <a:lnTo>
                    <a:pt x="19014" y="467"/>
                  </a:lnTo>
                  <a:cubicBezTo>
                    <a:pt x="19148" y="467"/>
                    <a:pt x="19248" y="367"/>
                    <a:pt x="19248" y="234"/>
                  </a:cubicBezTo>
                  <a:cubicBezTo>
                    <a:pt x="19248" y="100"/>
                    <a:pt x="19148" y="0"/>
                    <a:pt x="190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2"/>
            <p:cNvSpPr/>
            <p:nvPr/>
          </p:nvSpPr>
          <p:spPr>
            <a:xfrm>
              <a:off x="8169475" y="1576825"/>
              <a:ext cx="28375" cy="11700"/>
            </a:xfrm>
            <a:custGeom>
              <a:avLst/>
              <a:gdLst/>
              <a:ahLst/>
              <a:cxnLst/>
              <a:rect l="l" t="t" r="r" b="b"/>
              <a:pathLst>
                <a:path w="1135" h="468" extrusionOk="0">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2"/>
            <p:cNvSpPr/>
            <p:nvPr/>
          </p:nvSpPr>
          <p:spPr>
            <a:xfrm>
              <a:off x="8169475" y="1616850"/>
              <a:ext cx="28375" cy="11700"/>
            </a:xfrm>
            <a:custGeom>
              <a:avLst/>
              <a:gdLst/>
              <a:ahLst/>
              <a:cxnLst/>
              <a:rect l="l" t="t" r="r" b="b"/>
              <a:pathLst>
                <a:path w="1135" h="468" extrusionOk="0">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2"/>
            <p:cNvSpPr/>
            <p:nvPr/>
          </p:nvSpPr>
          <p:spPr>
            <a:xfrm>
              <a:off x="8169475" y="1656875"/>
              <a:ext cx="28375" cy="11700"/>
            </a:xfrm>
            <a:custGeom>
              <a:avLst/>
              <a:gdLst/>
              <a:ahLst/>
              <a:cxnLst/>
              <a:rect l="l" t="t" r="r" b="b"/>
              <a:pathLst>
                <a:path w="1135" h="468" extrusionOk="0">
                  <a:moveTo>
                    <a:pt x="234" y="0"/>
                  </a:moveTo>
                  <a:cubicBezTo>
                    <a:pt x="101" y="0"/>
                    <a:pt x="1" y="101"/>
                    <a:pt x="1" y="234"/>
                  </a:cubicBezTo>
                  <a:cubicBezTo>
                    <a:pt x="1" y="367"/>
                    <a:pt x="101" y="467"/>
                    <a:pt x="234" y="467"/>
                  </a:cubicBezTo>
                  <a:lnTo>
                    <a:pt x="868" y="467"/>
                  </a:lnTo>
                  <a:cubicBezTo>
                    <a:pt x="1035" y="467"/>
                    <a:pt x="1135" y="367"/>
                    <a:pt x="1135" y="234"/>
                  </a:cubicBezTo>
                  <a:cubicBezTo>
                    <a:pt x="1135" y="101"/>
                    <a:pt x="1035" y="0"/>
                    <a:pt x="8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2"/>
            <p:cNvSpPr/>
            <p:nvPr/>
          </p:nvSpPr>
          <p:spPr>
            <a:xfrm>
              <a:off x="8747400" y="1616850"/>
              <a:ext cx="70900" cy="11700"/>
            </a:xfrm>
            <a:custGeom>
              <a:avLst/>
              <a:gdLst/>
              <a:ahLst/>
              <a:cxnLst/>
              <a:rect l="l" t="t" r="r" b="b"/>
              <a:pathLst>
                <a:path w="2836" h="468" extrusionOk="0">
                  <a:moveTo>
                    <a:pt x="267" y="0"/>
                  </a:moveTo>
                  <a:cubicBezTo>
                    <a:pt x="134" y="0"/>
                    <a:pt x="0" y="100"/>
                    <a:pt x="0" y="234"/>
                  </a:cubicBezTo>
                  <a:cubicBezTo>
                    <a:pt x="0" y="367"/>
                    <a:pt x="134" y="467"/>
                    <a:pt x="267" y="467"/>
                  </a:cubicBezTo>
                  <a:lnTo>
                    <a:pt x="2602" y="467"/>
                  </a:lnTo>
                  <a:cubicBezTo>
                    <a:pt x="2736" y="467"/>
                    <a:pt x="2836" y="367"/>
                    <a:pt x="2836" y="234"/>
                  </a:cubicBezTo>
                  <a:cubicBezTo>
                    <a:pt x="2836" y="100"/>
                    <a:pt x="2736" y="0"/>
                    <a:pt x="26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2"/>
            <p:cNvSpPr/>
            <p:nvPr/>
          </p:nvSpPr>
          <p:spPr>
            <a:xfrm>
              <a:off x="8235350" y="1656875"/>
              <a:ext cx="203525" cy="11700"/>
            </a:xfrm>
            <a:custGeom>
              <a:avLst/>
              <a:gdLst/>
              <a:ahLst/>
              <a:cxnLst/>
              <a:rect l="l" t="t" r="r" b="b"/>
              <a:pathLst>
                <a:path w="8141" h="468" extrusionOk="0">
                  <a:moveTo>
                    <a:pt x="234" y="0"/>
                  </a:moveTo>
                  <a:cubicBezTo>
                    <a:pt x="101" y="0"/>
                    <a:pt x="1" y="101"/>
                    <a:pt x="1" y="234"/>
                  </a:cubicBezTo>
                  <a:cubicBezTo>
                    <a:pt x="1" y="367"/>
                    <a:pt x="101" y="467"/>
                    <a:pt x="234" y="467"/>
                  </a:cubicBezTo>
                  <a:lnTo>
                    <a:pt x="7873" y="467"/>
                  </a:lnTo>
                  <a:cubicBezTo>
                    <a:pt x="8007" y="467"/>
                    <a:pt x="8140" y="367"/>
                    <a:pt x="8140" y="234"/>
                  </a:cubicBezTo>
                  <a:cubicBezTo>
                    <a:pt x="8140" y="101"/>
                    <a:pt x="8007" y="0"/>
                    <a:pt x="78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2"/>
            <p:cNvSpPr/>
            <p:nvPr/>
          </p:nvSpPr>
          <p:spPr>
            <a:xfrm>
              <a:off x="8502225" y="1708575"/>
              <a:ext cx="229350" cy="12525"/>
            </a:xfrm>
            <a:custGeom>
              <a:avLst/>
              <a:gdLst/>
              <a:ahLst/>
              <a:cxnLst/>
              <a:rect l="l" t="t" r="r" b="b"/>
              <a:pathLst>
                <a:path w="9174" h="501" extrusionOk="0">
                  <a:moveTo>
                    <a:pt x="234" y="1"/>
                  </a:moveTo>
                  <a:cubicBezTo>
                    <a:pt x="100" y="1"/>
                    <a:pt x="0" y="134"/>
                    <a:pt x="0" y="267"/>
                  </a:cubicBezTo>
                  <a:cubicBezTo>
                    <a:pt x="0" y="401"/>
                    <a:pt x="100" y="501"/>
                    <a:pt x="234" y="501"/>
                  </a:cubicBezTo>
                  <a:lnTo>
                    <a:pt x="8940" y="501"/>
                  </a:lnTo>
                  <a:cubicBezTo>
                    <a:pt x="9073" y="501"/>
                    <a:pt x="9173" y="401"/>
                    <a:pt x="9173" y="267"/>
                  </a:cubicBezTo>
                  <a:cubicBezTo>
                    <a:pt x="9173" y="134"/>
                    <a:pt x="9073" y="1"/>
                    <a:pt x="89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2"/>
            <p:cNvSpPr/>
            <p:nvPr/>
          </p:nvSpPr>
          <p:spPr>
            <a:xfrm>
              <a:off x="8656500" y="1681050"/>
              <a:ext cx="75075" cy="12550"/>
            </a:xfrm>
            <a:custGeom>
              <a:avLst/>
              <a:gdLst/>
              <a:ahLst/>
              <a:cxnLst/>
              <a:rect l="l" t="t" r="r" b="b"/>
              <a:pathLst>
                <a:path w="3003" h="502" extrusionOk="0">
                  <a:moveTo>
                    <a:pt x="267" y="1"/>
                  </a:moveTo>
                  <a:cubicBezTo>
                    <a:pt x="134" y="1"/>
                    <a:pt x="0" y="101"/>
                    <a:pt x="0" y="268"/>
                  </a:cubicBezTo>
                  <a:cubicBezTo>
                    <a:pt x="0" y="401"/>
                    <a:pt x="134" y="501"/>
                    <a:pt x="267" y="501"/>
                  </a:cubicBezTo>
                  <a:lnTo>
                    <a:pt x="2769" y="501"/>
                  </a:lnTo>
                  <a:cubicBezTo>
                    <a:pt x="2902" y="501"/>
                    <a:pt x="3002" y="401"/>
                    <a:pt x="3002" y="268"/>
                  </a:cubicBezTo>
                  <a:cubicBezTo>
                    <a:pt x="3002" y="101"/>
                    <a:pt x="2902" y="1"/>
                    <a:pt x="27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2"/>
            <p:cNvSpPr/>
            <p:nvPr/>
          </p:nvSpPr>
          <p:spPr>
            <a:xfrm>
              <a:off x="8169475" y="1430875"/>
              <a:ext cx="240200" cy="12550"/>
            </a:xfrm>
            <a:custGeom>
              <a:avLst/>
              <a:gdLst/>
              <a:ahLst/>
              <a:cxnLst/>
              <a:rect l="l" t="t" r="r" b="b"/>
              <a:pathLst>
                <a:path w="9608" h="502" extrusionOk="0">
                  <a:moveTo>
                    <a:pt x="234" y="1"/>
                  </a:moveTo>
                  <a:cubicBezTo>
                    <a:pt x="101" y="1"/>
                    <a:pt x="1" y="101"/>
                    <a:pt x="1" y="234"/>
                  </a:cubicBezTo>
                  <a:cubicBezTo>
                    <a:pt x="1" y="368"/>
                    <a:pt x="101" y="501"/>
                    <a:pt x="234" y="501"/>
                  </a:cubicBezTo>
                  <a:lnTo>
                    <a:pt x="9341" y="501"/>
                  </a:lnTo>
                  <a:cubicBezTo>
                    <a:pt x="9474" y="501"/>
                    <a:pt x="9608" y="368"/>
                    <a:pt x="9608" y="234"/>
                  </a:cubicBezTo>
                  <a:cubicBezTo>
                    <a:pt x="9608" y="101"/>
                    <a:pt x="9474" y="1"/>
                    <a:pt x="93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2"/>
            <p:cNvSpPr/>
            <p:nvPr/>
          </p:nvSpPr>
          <p:spPr>
            <a:xfrm>
              <a:off x="8169475" y="1821150"/>
              <a:ext cx="387800" cy="11700"/>
            </a:xfrm>
            <a:custGeom>
              <a:avLst/>
              <a:gdLst/>
              <a:ahLst/>
              <a:cxnLst/>
              <a:rect l="l" t="t" r="r" b="b"/>
              <a:pathLst>
                <a:path w="15512" h="468" extrusionOk="0">
                  <a:moveTo>
                    <a:pt x="234" y="1"/>
                  </a:moveTo>
                  <a:cubicBezTo>
                    <a:pt x="101" y="1"/>
                    <a:pt x="1" y="101"/>
                    <a:pt x="1" y="234"/>
                  </a:cubicBezTo>
                  <a:cubicBezTo>
                    <a:pt x="1" y="368"/>
                    <a:pt x="101" y="468"/>
                    <a:pt x="234" y="468"/>
                  </a:cubicBezTo>
                  <a:lnTo>
                    <a:pt x="15278" y="468"/>
                  </a:lnTo>
                  <a:cubicBezTo>
                    <a:pt x="15412" y="468"/>
                    <a:pt x="15512" y="368"/>
                    <a:pt x="15512" y="234"/>
                  </a:cubicBezTo>
                  <a:cubicBezTo>
                    <a:pt x="15512" y="101"/>
                    <a:pt x="15412" y="1"/>
                    <a:pt x="152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2"/>
            <p:cNvSpPr/>
            <p:nvPr/>
          </p:nvSpPr>
          <p:spPr>
            <a:xfrm>
              <a:off x="8522225" y="1749450"/>
              <a:ext cx="115125" cy="11700"/>
            </a:xfrm>
            <a:custGeom>
              <a:avLst/>
              <a:gdLst/>
              <a:ahLst/>
              <a:cxnLst/>
              <a:rect l="l" t="t" r="r" b="b"/>
              <a:pathLst>
                <a:path w="4605" h="468" extrusionOk="0">
                  <a:moveTo>
                    <a:pt x="268" y="0"/>
                  </a:moveTo>
                  <a:cubicBezTo>
                    <a:pt x="134" y="0"/>
                    <a:pt x="1" y="100"/>
                    <a:pt x="1" y="234"/>
                  </a:cubicBezTo>
                  <a:cubicBezTo>
                    <a:pt x="1" y="367"/>
                    <a:pt x="134" y="467"/>
                    <a:pt x="268" y="467"/>
                  </a:cubicBezTo>
                  <a:lnTo>
                    <a:pt x="4371" y="467"/>
                  </a:lnTo>
                  <a:cubicBezTo>
                    <a:pt x="4504" y="467"/>
                    <a:pt x="4604" y="367"/>
                    <a:pt x="4604" y="234"/>
                  </a:cubicBezTo>
                  <a:cubicBezTo>
                    <a:pt x="4604" y="100"/>
                    <a:pt x="4504" y="0"/>
                    <a:pt x="4371"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2"/>
            <p:cNvSpPr/>
            <p:nvPr/>
          </p:nvSpPr>
          <p:spPr>
            <a:xfrm>
              <a:off x="8675675" y="1749450"/>
              <a:ext cx="153475" cy="11700"/>
            </a:xfrm>
            <a:custGeom>
              <a:avLst/>
              <a:gdLst/>
              <a:ahLst/>
              <a:cxnLst/>
              <a:rect l="l" t="t" r="r" b="b"/>
              <a:pathLst>
                <a:path w="6139" h="468" extrusionOk="0">
                  <a:moveTo>
                    <a:pt x="234" y="0"/>
                  </a:moveTo>
                  <a:cubicBezTo>
                    <a:pt x="101" y="0"/>
                    <a:pt x="1" y="100"/>
                    <a:pt x="1" y="234"/>
                  </a:cubicBezTo>
                  <a:cubicBezTo>
                    <a:pt x="1" y="367"/>
                    <a:pt x="101" y="467"/>
                    <a:pt x="234" y="467"/>
                  </a:cubicBezTo>
                  <a:lnTo>
                    <a:pt x="5905" y="467"/>
                  </a:lnTo>
                  <a:cubicBezTo>
                    <a:pt x="6038" y="467"/>
                    <a:pt x="6138" y="367"/>
                    <a:pt x="6138" y="234"/>
                  </a:cubicBezTo>
                  <a:cubicBezTo>
                    <a:pt x="6138" y="100"/>
                    <a:pt x="6038" y="0"/>
                    <a:pt x="590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2"/>
            <p:cNvSpPr/>
            <p:nvPr/>
          </p:nvSpPr>
          <p:spPr>
            <a:xfrm>
              <a:off x="8675675" y="1806150"/>
              <a:ext cx="153475" cy="12525"/>
            </a:xfrm>
            <a:custGeom>
              <a:avLst/>
              <a:gdLst/>
              <a:ahLst/>
              <a:cxnLst/>
              <a:rect l="l" t="t" r="r" b="b"/>
              <a:pathLst>
                <a:path w="6139" h="501" extrusionOk="0">
                  <a:moveTo>
                    <a:pt x="234" y="0"/>
                  </a:moveTo>
                  <a:cubicBezTo>
                    <a:pt x="101" y="0"/>
                    <a:pt x="1" y="134"/>
                    <a:pt x="1" y="267"/>
                  </a:cubicBezTo>
                  <a:cubicBezTo>
                    <a:pt x="1" y="401"/>
                    <a:pt x="101" y="501"/>
                    <a:pt x="234" y="501"/>
                  </a:cubicBezTo>
                  <a:lnTo>
                    <a:pt x="5905" y="501"/>
                  </a:lnTo>
                  <a:cubicBezTo>
                    <a:pt x="6038" y="501"/>
                    <a:pt x="6138" y="401"/>
                    <a:pt x="6138" y="267"/>
                  </a:cubicBezTo>
                  <a:cubicBezTo>
                    <a:pt x="6138" y="134"/>
                    <a:pt x="6038" y="0"/>
                    <a:pt x="590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2"/>
            <p:cNvSpPr/>
            <p:nvPr/>
          </p:nvSpPr>
          <p:spPr>
            <a:xfrm>
              <a:off x="8169475" y="1860350"/>
              <a:ext cx="58400" cy="12525"/>
            </a:xfrm>
            <a:custGeom>
              <a:avLst/>
              <a:gdLst/>
              <a:ahLst/>
              <a:cxnLst/>
              <a:rect l="l" t="t" r="r" b="b"/>
              <a:pathLst>
                <a:path w="2336" h="501" extrusionOk="0">
                  <a:moveTo>
                    <a:pt x="234" y="1"/>
                  </a:moveTo>
                  <a:cubicBezTo>
                    <a:pt x="101" y="1"/>
                    <a:pt x="1" y="101"/>
                    <a:pt x="1" y="267"/>
                  </a:cubicBezTo>
                  <a:cubicBezTo>
                    <a:pt x="1" y="401"/>
                    <a:pt x="101" y="501"/>
                    <a:pt x="234" y="501"/>
                  </a:cubicBezTo>
                  <a:lnTo>
                    <a:pt x="2102" y="501"/>
                  </a:lnTo>
                  <a:cubicBezTo>
                    <a:pt x="2236" y="501"/>
                    <a:pt x="2336" y="401"/>
                    <a:pt x="2336" y="267"/>
                  </a:cubicBezTo>
                  <a:cubicBezTo>
                    <a:pt x="2336" y="101"/>
                    <a:pt x="2236" y="1"/>
                    <a:pt x="2102"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2"/>
            <p:cNvSpPr/>
            <p:nvPr/>
          </p:nvSpPr>
          <p:spPr>
            <a:xfrm>
              <a:off x="8242875" y="1860350"/>
              <a:ext cx="361100" cy="12525"/>
            </a:xfrm>
            <a:custGeom>
              <a:avLst/>
              <a:gdLst/>
              <a:ahLst/>
              <a:cxnLst/>
              <a:rect l="l" t="t" r="r" b="b"/>
              <a:pathLst>
                <a:path w="14444" h="501" extrusionOk="0">
                  <a:moveTo>
                    <a:pt x="267" y="1"/>
                  </a:moveTo>
                  <a:cubicBezTo>
                    <a:pt x="134" y="1"/>
                    <a:pt x="0" y="101"/>
                    <a:pt x="0" y="267"/>
                  </a:cubicBezTo>
                  <a:cubicBezTo>
                    <a:pt x="0" y="401"/>
                    <a:pt x="134" y="501"/>
                    <a:pt x="267" y="501"/>
                  </a:cubicBezTo>
                  <a:lnTo>
                    <a:pt x="14210" y="501"/>
                  </a:lnTo>
                  <a:cubicBezTo>
                    <a:pt x="14344" y="501"/>
                    <a:pt x="14444" y="401"/>
                    <a:pt x="14444" y="267"/>
                  </a:cubicBezTo>
                  <a:cubicBezTo>
                    <a:pt x="14444" y="101"/>
                    <a:pt x="14344" y="1"/>
                    <a:pt x="14210"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3" name="Google Shape;463;p22"/>
          <p:cNvSpPr txBox="1">
            <a:spLocks noGrp="1"/>
          </p:cNvSpPr>
          <p:nvPr>
            <p:ph type="ctrTitle"/>
          </p:nvPr>
        </p:nvSpPr>
        <p:spPr>
          <a:xfrm>
            <a:off x="1887750" y="611725"/>
            <a:ext cx="5368500" cy="86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200"/>
              <a:buNone/>
              <a:defRPr sz="65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464" name="Google Shape;464;p22"/>
          <p:cNvSpPr txBox="1">
            <a:spLocks noGrp="1"/>
          </p:cNvSpPr>
          <p:nvPr>
            <p:ph type="subTitle" idx="1"/>
          </p:nvPr>
        </p:nvSpPr>
        <p:spPr>
          <a:xfrm>
            <a:off x="3044675" y="2305050"/>
            <a:ext cx="3054900" cy="1019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65" name="Google Shape;465;p22"/>
          <p:cNvSpPr txBox="1"/>
          <p:nvPr/>
        </p:nvSpPr>
        <p:spPr>
          <a:xfrm>
            <a:off x="2228550" y="4151400"/>
            <a:ext cx="4686900" cy="417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200" b="1">
                <a:solidFill>
                  <a:schemeClr val="accent1"/>
                </a:solidFill>
                <a:latin typeface="Roboto"/>
                <a:ea typeface="Roboto"/>
                <a:cs typeface="Roboto"/>
                <a:sym typeface="Roboto"/>
              </a:rPr>
              <a:t>CREDITS</a:t>
            </a:r>
            <a:r>
              <a:rPr lang="en" sz="1200">
                <a:solidFill>
                  <a:schemeClr val="dk1"/>
                </a:solidFill>
                <a:latin typeface="Roboto"/>
                <a:ea typeface="Roboto"/>
                <a:cs typeface="Roboto"/>
                <a:sym typeface="Roboto"/>
              </a:rPr>
              <a:t>: This presentation template was created by</a:t>
            </a:r>
            <a:r>
              <a:rPr lang="en" sz="1200">
                <a:solidFill>
                  <a:schemeClr val="accent1"/>
                </a:solidFill>
                <a:latin typeface="Roboto"/>
                <a:ea typeface="Roboto"/>
                <a:cs typeface="Roboto"/>
                <a:sym typeface="Roboto"/>
              </a:rPr>
              <a:t> </a:t>
            </a:r>
            <a:r>
              <a:rPr lang="en" sz="1200" b="1">
                <a:solidFill>
                  <a:schemeClr val="accent1"/>
                </a:solidFill>
                <a:uFill>
                  <a:noFill/>
                </a:uFill>
                <a:latin typeface="Roboto"/>
                <a:ea typeface="Roboto"/>
                <a:cs typeface="Roboto"/>
                <a:sym typeface="Roboto"/>
                <a:hlinkClick r:id="rId2">
                  <a:extLst>
                    <a:ext uri="{A12FA001-AC4F-418D-AE19-62706E023703}">
                      <ahyp:hlinkClr xmlns:ahyp="http://schemas.microsoft.com/office/drawing/2018/hyperlinkcolor" val="tx"/>
                    </a:ext>
                  </a:extLst>
                </a:hlinkClick>
              </a:rPr>
              <a:t>Slidesgo</a:t>
            </a:r>
            <a:r>
              <a:rPr lang="en" sz="1200">
                <a:solidFill>
                  <a:schemeClr val="dk1"/>
                </a:solidFill>
                <a:latin typeface="Roboto"/>
                <a:ea typeface="Roboto"/>
                <a:cs typeface="Roboto"/>
                <a:sym typeface="Roboto"/>
              </a:rPr>
              <a:t>, including icons by </a:t>
            </a:r>
            <a:r>
              <a:rPr lang="en" sz="1200" b="1">
                <a:solidFill>
                  <a:schemeClr val="accent1"/>
                </a:solidFill>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Flaticon</a:t>
            </a:r>
            <a:r>
              <a:rPr lang="en" sz="1200">
                <a:solidFill>
                  <a:schemeClr val="dk1"/>
                </a:solidFill>
                <a:latin typeface="Roboto"/>
                <a:ea typeface="Roboto"/>
                <a:cs typeface="Roboto"/>
                <a:sym typeface="Roboto"/>
              </a:rPr>
              <a:t>, infographics &amp; images by </a:t>
            </a:r>
            <a:r>
              <a:rPr lang="en" sz="1200" b="1">
                <a:solidFill>
                  <a:schemeClr val="accent1"/>
                </a:solidFill>
                <a:uFill>
                  <a:noFill/>
                </a:uFill>
                <a:latin typeface="Roboto"/>
                <a:ea typeface="Roboto"/>
                <a:cs typeface="Roboto"/>
                <a:sym typeface="Roboto"/>
                <a:hlinkClick r:id="rId4">
                  <a:extLst>
                    <a:ext uri="{A12FA001-AC4F-418D-AE19-62706E023703}">
                      <ahyp:hlinkClr xmlns:ahyp="http://schemas.microsoft.com/office/drawing/2018/hyperlinkcolor" val="tx"/>
                    </a:ext>
                  </a:extLst>
                </a:hlinkClick>
              </a:rPr>
              <a:t>Freepik</a:t>
            </a:r>
            <a:r>
              <a:rPr lang="en" sz="1200">
                <a:solidFill>
                  <a:schemeClr val="accent1"/>
                </a:solidFill>
                <a:latin typeface="Roboto"/>
                <a:ea typeface="Roboto"/>
                <a:cs typeface="Roboto"/>
                <a:sym typeface="Roboto"/>
              </a:rPr>
              <a:t> </a:t>
            </a:r>
            <a:endParaRPr sz="1200">
              <a:solidFill>
                <a:schemeClr val="accent1"/>
              </a:solidFill>
              <a:latin typeface="Roboto"/>
              <a:ea typeface="Roboto"/>
              <a:cs typeface="Roboto"/>
              <a:sym typeface="Robo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466"/>
        <p:cNvGrpSpPr/>
        <p:nvPr/>
      </p:nvGrpSpPr>
      <p:grpSpPr>
        <a:xfrm>
          <a:off x="0" y="0"/>
          <a:ext cx="0" cy="0"/>
          <a:chOff x="0" y="0"/>
          <a:chExt cx="0" cy="0"/>
        </a:xfrm>
      </p:grpSpPr>
      <p:grpSp>
        <p:nvGrpSpPr>
          <p:cNvPr id="467" name="Google Shape;467;p23"/>
          <p:cNvGrpSpPr/>
          <p:nvPr/>
        </p:nvGrpSpPr>
        <p:grpSpPr>
          <a:xfrm>
            <a:off x="0" y="4569046"/>
            <a:ext cx="1022509" cy="572747"/>
            <a:chOff x="-77" y="3784091"/>
            <a:chExt cx="2423582" cy="1357541"/>
          </a:xfrm>
        </p:grpSpPr>
        <p:sp>
          <p:nvSpPr>
            <p:cNvPr id="468" name="Google Shape;468;p2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3" name="Google Shape;473;p23"/>
          <p:cNvGrpSpPr/>
          <p:nvPr/>
        </p:nvGrpSpPr>
        <p:grpSpPr>
          <a:xfrm rot="10800000">
            <a:off x="8121500" y="-4"/>
            <a:ext cx="1022509" cy="572747"/>
            <a:chOff x="-77" y="3784091"/>
            <a:chExt cx="2423582" cy="1357541"/>
          </a:xfrm>
        </p:grpSpPr>
        <p:sp>
          <p:nvSpPr>
            <p:cNvPr id="474" name="Google Shape;474;p2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 name="Google Shape;479;p23"/>
          <p:cNvGrpSpPr/>
          <p:nvPr/>
        </p:nvGrpSpPr>
        <p:grpSpPr>
          <a:xfrm flipH="1">
            <a:off x="8121500" y="4569896"/>
            <a:ext cx="1022509" cy="572747"/>
            <a:chOff x="-77" y="3784091"/>
            <a:chExt cx="2423582" cy="1357541"/>
          </a:xfrm>
        </p:grpSpPr>
        <p:sp>
          <p:nvSpPr>
            <p:cNvPr id="480" name="Google Shape;480;p2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5" name="Google Shape;485;p23"/>
          <p:cNvGrpSpPr/>
          <p:nvPr/>
        </p:nvGrpSpPr>
        <p:grpSpPr>
          <a:xfrm rot="10800000" flipH="1">
            <a:off x="0" y="846"/>
            <a:ext cx="1022509" cy="572747"/>
            <a:chOff x="-77" y="3784091"/>
            <a:chExt cx="2423582" cy="1357541"/>
          </a:xfrm>
        </p:grpSpPr>
        <p:sp>
          <p:nvSpPr>
            <p:cNvPr id="486" name="Google Shape;486;p2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491"/>
        <p:cNvGrpSpPr/>
        <p:nvPr/>
      </p:nvGrpSpPr>
      <p:grpSpPr>
        <a:xfrm>
          <a:off x="0" y="0"/>
          <a:ext cx="0" cy="0"/>
          <a:chOff x="0" y="0"/>
          <a:chExt cx="0" cy="0"/>
        </a:xfrm>
      </p:grpSpPr>
      <p:grpSp>
        <p:nvGrpSpPr>
          <p:cNvPr id="492" name="Google Shape;492;p24"/>
          <p:cNvGrpSpPr/>
          <p:nvPr/>
        </p:nvGrpSpPr>
        <p:grpSpPr>
          <a:xfrm rot="5400000" flipH="1">
            <a:off x="-533027" y="3252941"/>
            <a:ext cx="2423582" cy="1357541"/>
            <a:chOff x="-77" y="3784091"/>
            <a:chExt cx="2423582" cy="1357541"/>
          </a:xfrm>
        </p:grpSpPr>
        <p:sp>
          <p:nvSpPr>
            <p:cNvPr id="493" name="Google Shape;493;p24"/>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4"/>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4"/>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4"/>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4"/>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24"/>
          <p:cNvGrpSpPr/>
          <p:nvPr/>
        </p:nvGrpSpPr>
        <p:grpSpPr>
          <a:xfrm rot="-5400000" flipH="1">
            <a:off x="7253448" y="533016"/>
            <a:ext cx="2423582" cy="1357541"/>
            <a:chOff x="-77" y="3784091"/>
            <a:chExt cx="2423582" cy="1357541"/>
          </a:xfrm>
        </p:grpSpPr>
        <p:sp>
          <p:nvSpPr>
            <p:cNvPr id="499" name="Google Shape;499;p24"/>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4"/>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4"/>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4"/>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4"/>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50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13367C"/>
            </a:gs>
            <a:gs pos="100000">
              <a:schemeClr val="dk2"/>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5" r:id="rId4"/>
    <p:sldLayoutId id="2147483657" r:id="rId5"/>
    <p:sldLayoutId id="2147483658" r:id="rId6"/>
    <p:sldLayoutId id="2147483659" r:id="rId7"/>
    <p:sldLayoutId id="2147483660" r:id="rId8"/>
    <p:sldLayoutId id="2147483662" r:id="rId9"/>
    <p:sldLayoutId id="2147483668" r:id="rId10"/>
    <p:sldLayoutId id="2147483669"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guide id="3" pos="454">
          <p15:clr>
            <a:srgbClr val="EA4335"/>
          </p15:clr>
        </p15:guide>
        <p15:guide id="4" pos="5306">
          <p15:clr>
            <a:srgbClr val="EA4335"/>
          </p15:clr>
        </p15:guide>
        <p15:guide id="5" orient="horz" pos="340">
          <p15:clr>
            <a:srgbClr val="EA4335"/>
          </p15:clr>
        </p15:guide>
        <p15:guide id="6" orient="horz" pos="2878">
          <p15:clr>
            <a:srgbClr val="EA4335"/>
          </p15:clr>
        </p15:guide>
        <p15:guide id="7" pos="1667">
          <p15:clr>
            <a:srgbClr val="EA4335"/>
          </p15:clr>
        </p15:guide>
        <p15:guide id="8" pos="4093">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504"/>
        <p:cNvGrpSpPr/>
        <p:nvPr/>
      </p:nvGrpSpPr>
      <p:grpSpPr>
        <a:xfrm>
          <a:off x="0" y="0"/>
          <a:ext cx="0" cy="0"/>
          <a:chOff x="0" y="0"/>
          <a:chExt cx="0" cy="0"/>
        </a:xfrm>
      </p:grpSpPr>
      <p:sp>
        <p:nvSpPr>
          <p:cNvPr id="505" name="Google Shape;505;p25"/>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506" name="Google Shape;506;p25"/>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hyperlink" Target="https://blog.makeitreal.camp/lenguajes-compilados-e-interpretados/" TargetMode="External"/><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2.jpeg"/></Relationships>
</file>

<file path=ppt/slides/_rels/slide3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24.gi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hyperlink" Target="https://learn.microsoft.com/es-es/training/modules/get-started-with-web-development/" TargetMode="External"/><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hyperlink" Target="http://bit.ly/2PfT4lq" TargetMode="External"/><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511"/>
        <p:cNvGrpSpPr/>
        <p:nvPr/>
      </p:nvGrpSpPr>
      <p:grpSpPr>
        <a:xfrm>
          <a:off x="0" y="0"/>
          <a:ext cx="0" cy="0"/>
          <a:chOff x="0" y="0"/>
          <a:chExt cx="0" cy="0"/>
        </a:xfrm>
      </p:grpSpPr>
      <p:sp>
        <p:nvSpPr>
          <p:cNvPr id="514" name="Google Shape;514;p27"/>
          <p:cNvSpPr/>
          <p:nvPr/>
        </p:nvSpPr>
        <p:spPr>
          <a:xfrm>
            <a:off x="5827391" y="2727835"/>
            <a:ext cx="2584558" cy="1618980"/>
          </a:xfrm>
          <a:custGeom>
            <a:avLst/>
            <a:gdLst/>
            <a:ahLst/>
            <a:cxnLst/>
            <a:rect l="l" t="t" r="r" b="b"/>
            <a:pathLst>
              <a:path w="98572" h="61746" extrusionOk="0">
                <a:moveTo>
                  <a:pt x="5705" y="1"/>
                </a:moveTo>
                <a:cubicBezTo>
                  <a:pt x="2569" y="1"/>
                  <a:pt x="1" y="2536"/>
                  <a:pt x="1" y="5672"/>
                </a:cubicBezTo>
                <a:lnTo>
                  <a:pt x="1" y="56074"/>
                </a:lnTo>
                <a:cubicBezTo>
                  <a:pt x="1" y="59210"/>
                  <a:pt x="2569" y="61745"/>
                  <a:pt x="5705" y="61745"/>
                </a:cubicBezTo>
                <a:lnTo>
                  <a:pt x="92867" y="61745"/>
                </a:lnTo>
                <a:cubicBezTo>
                  <a:pt x="96003" y="61745"/>
                  <a:pt x="98571" y="59210"/>
                  <a:pt x="98571" y="56074"/>
                </a:cubicBezTo>
                <a:lnTo>
                  <a:pt x="98571" y="5672"/>
                </a:lnTo>
                <a:cubicBezTo>
                  <a:pt x="98571" y="2536"/>
                  <a:pt x="96003" y="1"/>
                  <a:pt x="92867" y="1"/>
                </a:cubicBezTo>
                <a:close/>
              </a:path>
            </a:pathLst>
          </a:custGeom>
          <a:solidFill>
            <a:srgbClr val="D0D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7"/>
          <p:cNvSpPr/>
          <p:nvPr/>
        </p:nvSpPr>
        <p:spPr>
          <a:xfrm>
            <a:off x="6036442" y="2901883"/>
            <a:ext cx="2166454" cy="938519"/>
          </a:xfrm>
          <a:custGeom>
            <a:avLst/>
            <a:gdLst/>
            <a:ahLst/>
            <a:cxnLst/>
            <a:rect l="l" t="t" r="r" b="b"/>
            <a:pathLst>
              <a:path w="82626" h="35794" extrusionOk="0">
                <a:moveTo>
                  <a:pt x="2002" y="1"/>
                </a:moveTo>
                <a:cubicBezTo>
                  <a:pt x="901" y="1"/>
                  <a:pt x="0" y="868"/>
                  <a:pt x="0" y="2002"/>
                </a:cubicBezTo>
                <a:lnTo>
                  <a:pt x="0" y="33792"/>
                </a:lnTo>
                <a:cubicBezTo>
                  <a:pt x="0" y="34893"/>
                  <a:pt x="901" y="35793"/>
                  <a:pt x="2002" y="35793"/>
                </a:cubicBezTo>
                <a:lnTo>
                  <a:pt x="80624" y="35793"/>
                </a:lnTo>
                <a:cubicBezTo>
                  <a:pt x="81725" y="35793"/>
                  <a:pt x="82626" y="34893"/>
                  <a:pt x="82626" y="33792"/>
                </a:cubicBezTo>
                <a:lnTo>
                  <a:pt x="82626" y="2002"/>
                </a:lnTo>
                <a:cubicBezTo>
                  <a:pt x="82626" y="868"/>
                  <a:pt x="81725" y="1"/>
                  <a:pt x="80624" y="1"/>
                </a:cubicBezTo>
                <a:close/>
              </a:path>
            </a:pathLst>
          </a:custGeom>
          <a:solidFill>
            <a:srgbClr val="BEC0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7"/>
          <p:cNvSpPr/>
          <p:nvPr/>
        </p:nvSpPr>
        <p:spPr>
          <a:xfrm>
            <a:off x="6804345" y="3515875"/>
            <a:ext cx="125987" cy="13162"/>
          </a:xfrm>
          <a:custGeom>
            <a:avLst/>
            <a:gdLst/>
            <a:ahLst/>
            <a:cxnLst/>
            <a:rect l="l" t="t" r="r" b="b"/>
            <a:pathLst>
              <a:path w="4805" h="502" extrusionOk="0">
                <a:moveTo>
                  <a:pt x="401" y="1"/>
                </a:moveTo>
                <a:cubicBezTo>
                  <a:pt x="168" y="1"/>
                  <a:pt x="1" y="168"/>
                  <a:pt x="1" y="401"/>
                </a:cubicBezTo>
                <a:lnTo>
                  <a:pt x="1" y="501"/>
                </a:lnTo>
                <a:cubicBezTo>
                  <a:pt x="1" y="268"/>
                  <a:pt x="168" y="67"/>
                  <a:pt x="401" y="67"/>
                </a:cubicBezTo>
                <a:lnTo>
                  <a:pt x="4404" y="67"/>
                </a:lnTo>
                <a:cubicBezTo>
                  <a:pt x="4637" y="67"/>
                  <a:pt x="4804" y="268"/>
                  <a:pt x="4804" y="501"/>
                </a:cubicBezTo>
                <a:lnTo>
                  <a:pt x="4804" y="401"/>
                </a:lnTo>
                <a:cubicBezTo>
                  <a:pt x="4804"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7"/>
          <p:cNvSpPr/>
          <p:nvPr/>
        </p:nvSpPr>
        <p:spPr>
          <a:xfrm>
            <a:off x="6804345" y="3204513"/>
            <a:ext cx="125987" cy="13136"/>
          </a:xfrm>
          <a:custGeom>
            <a:avLst/>
            <a:gdLst/>
            <a:ahLst/>
            <a:cxnLst/>
            <a:rect l="l" t="t" r="r" b="b"/>
            <a:pathLst>
              <a:path w="4805" h="501" extrusionOk="0">
                <a:moveTo>
                  <a:pt x="401" y="1"/>
                </a:moveTo>
                <a:cubicBezTo>
                  <a:pt x="168" y="1"/>
                  <a:pt x="1" y="201"/>
                  <a:pt x="1" y="401"/>
                </a:cubicBezTo>
                <a:lnTo>
                  <a:pt x="1" y="501"/>
                </a:lnTo>
                <a:cubicBezTo>
                  <a:pt x="1" y="267"/>
                  <a:pt x="168" y="67"/>
                  <a:pt x="401" y="67"/>
                </a:cubicBezTo>
                <a:lnTo>
                  <a:pt x="4404" y="67"/>
                </a:lnTo>
                <a:cubicBezTo>
                  <a:pt x="4637" y="67"/>
                  <a:pt x="4804" y="267"/>
                  <a:pt x="4804" y="501"/>
                </a:cubicBezTo>
                <a:lnTo>
                  <a:pt x="4804" y="401"/>
                </a:lnTo>
                <a:cubicBezTo>
                  <a:pt x="4804"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7"/>
          <p:cNvSpPr/>
          <p:nvPr/>
        </p:nvSpPr>
        <p:spPr>
          <a:xfrm>
            <a:off x="6804345" y="3061064"/>
            <a:ext cx="125987" cy="13162"/>
          </a:xfrm>
          <a:custGeom>
            <a:avLst/>
            <a:gdLst/>
            <a:ahLst/>
            <a:cxnLst/>
            <a:rect l="l" t="t" r="r" b="b"/>
            <a:pathLst>
              <a:path w="4805" h="502" extrusionOk="0">
                <a:moveTo>
                  <a:pt x="401" y="1"/>
                </a:moveTo>
                <a:cubicBezTo>
                  <a:pt x="168" y="1"/>
                  <a:pt x="1" y="201"/>
                  <a:pt x="1" y="435"/>
                </a:cubicBezTo>
                <a:lnTo>
                  <a:pt x="1" y="501"/>
                </a:lnTo>
                <a:cubicBezTo>
                  <a:pt x="1" y="268"/>
                  <a:pt x="168" y="101"/>
                  <a:pt x="401" y="101"/>
                </a:cubicBezTo>
                <a:lnTo>
                  <a:pt x="4404" y="101"/>
                </a:lnTo>
                <a:cubicBezTo>
                  <a:pt x="4637" y="101"/>
                  <a:pt x="4804" y="268"/>
                  <a:pt x="4804" y="501"/>
                </a:cubicBezTo>
                <a:lnTo>
                  <a:pt x="4804" y="435"/>
                </a:lnTo>
                <a:cubicBezTo>
                  <a:pt x="4804"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7"/>
          <p:cNvSpPr/>
          <p:nvPr/>
        </p:nvSpPr>
        <p:spPr>
          <a:xfrm>
            <a:off x="6804345" y="3360207"/>
            <a:ext cx="125987" cy="12271"/>
          </a:xfrm>
          <a:custGeom>
            <a:avLst/>
            <a:gdLst/>
            <a:ahLst/>
            <a:cxnLst/>
            <a:rect l="l" t="t" r="r" b="b"/>
            <a:pathLst>
              <a:path w="4805" h="468" extrusionOk="0">
                <a:moveTo>
                  <a:pt x="401" y="0"/>
                </a:moveTo>
                <a:cubicBezTo>
                  <a:pt x="168" y="0"/>
                  <a:pt x="1" y="167"/>
                  <a:pt x="1" y="400"/>
                </a:cubicBezTo>
                <a:lnTo>
                  <a:pt x="1" y="467"/>
                </a:lnTo>
                <a:cubicBezTo>
                  <a:pt x="1" y="267"/>
                  <a:pt x="168" y="67"/>
                  <a:pt x="401" y="67"/>
                </a:cubicBezTo>
                <a:lnTo>
                  <a:pt x="4404" y="67"/>
                </a:lnTo>
                <a:cubicBezTo>
                  <a:pt x="4637" y="67"/>
                  <a:pt x="4804" y="267"/>
                  <a:pt x="4804" y="467"/>
                </a:cubicBezTo>
                <a:lnTo>
                  <a:pt x="4804" y="400"/>
                </a:lnTo>
                <a:cubicBezTo>
                  <a:pt x="4804"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7"/>
          <p:cNvSpPr/>
          <p:nvPr/>
        </p:nvSpPr>
        <p:spPr>
          <a:xfrm>
            <a:off x="6288337" y="3360207"/>
            <a:ext cx="126826" cy="13136"/>
          </a:xfrm>
          <a:custGeom>
            <a:avLst/>
            <a:gdLst/>
            <a:ahLst/>
            <a:cxnLst/>
            <a:rect l="l" t="t" r="r" b="b"/>
            <a:pathLst>
              <a:path w="4837" h="501" extrusionOk="0">
                <a:moveTo>
                  <a:pt x="400" y="0"/>
                </a:moveTo>
                <a:cubicBezTo>
                  <a:pt x="167" y="0"/>
                  <a:pt x="0" y="167"/>
                  <a:pt x="0" y="400"/>
                </a:cubicBezTo>
                <a:lnTo>
                  <a:pt x="0" y="500"/>
                </a:lnTo>
                <a:cubicBezTo>
                  <a:pt x="0" y="267"/>
                  <a:pt x="167" y="67"/>
                  <a:pt x="400" y="67"/>
                </a:cubicBezTo>
                <a:lnTo>
                  <a:pt x="4403" y="67"/>
                </a:lnTo>
                <a:cubicBezTo>
                  <a:pt x="4637" y="67"/>
                  <a:pt x="4837" y="267"/>
                  <a:pt x="4837" y="500"/>
                </a:cubicBezTo>
                <a:lnTo>
                  <a:pt x="4837" y="400"/>
                </a:lnTo>
                <a:cubicBezTo>
                  <a:pt x="4837" y="167"/>
                  <a:pt x="4637" y="0"/>
                  <a:pt x="4403"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7"/>
          <p:cNvSpPr/>
          <p:nvPr/>
        </p:nvSpPr>
        <p:spPr>
          <a:xfrm>
            <a:off x="6804345" y="2967485"/>
            <a:ext cx="125987" cy="13162"/>
          </a:xfrm>
          <a:custGeom>
            <a:avLst/>
            <a:gdLst/>
            <a:ahLst/>
            <a:cxnLst/>
            <a:rect l="l" t="t" r="r" b="b"/>
            <a:pathLst>
              <a:path w="4805" h="502" extrusionOk="0">
                <a:moveTo>
                  <a:pt x="401" y="1"/>
                </a:moveTo>
                <a:cubicBezTo>
                  <a:pt x="168" y="1"/>
                  <a:pt x="1" y="201"/>
                  <a:pt x="1" y="434"/>
                </a:cubicBezTo>
                <a:lnTo>
                  <a:pt x="1" y="501"/>
                </a:lnTo>
                <a:cubicBezTo>
                  <a:pt x="1" y="268"/>
                  <a:pt x="168" y="101"/>
                  <a:pt x="401" y="101"/>
                </a:cubicBezTo>
                <a:lnTo>
                  <a:pt x="4404" y="101"/>
                </a:lnTo>
                <a:cubicBezTo>
                  <a:pt x="4637" y="101"/>
                  <a:pt x="4804" y="268"/>
                  <a:pt x="4804" y="501"/>
                </a:cubicBezTo>
                <a:lnTo>
                  <a:pt x="4804" y="434"/>
                </a:lnTo>
                <a:cubicBezTo>
                  <a:pt x="4804"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7"/>
          <p:cNvSpPr/>
          <p:nvPr/>
        </p:nvSpPr>
        <p:spPr>
          <a:xfrm>
            <a:off x="6288337" y="3061064"/>
            <a:ext cx="126826" cy="13162"/>
          </a:xfrm>
          <a:custGeom>
            <a:avLst/>
            <a:gdLst/>
            <a:ahLst/>
            <a:cxnLst/>
            <a:rect l="l" t="t" r="r" b="b"/>
            <a:pathLst>
              <a:path w="4837" h="502" extrusionOk="0">
                <a:moveTo>
                  <a:pt x="400" y="1"/>
                </a:moveTo>
                <a:cubicBezTo>
                  <a:pt x="167" y="1"/>
                  <a:pt x="0" y="201"/>
                  <a:pt x="0" y="435"/>
                </a:cubicBezTo>
                <a:lnTo>
                  <a:pt x="0" y="501"/>
                </a:lnTo>
                <a:cubicBezTo>
                  <a:pt x="0" y="268"/>
                  <a:pt x="167" y="101"/>
                  <a:pt x="400" y="101"/>
                </a:cubicBezTo>
                <a:lnTo>
                  <a:pt x="4403" y="101"/>
                </a:lnTo>
                <a:cubicBezTo>
                  <a:pt x="4637" y="101"/>
                  <a:pt x="4837" y="268"/>
                  <a:pt x="4837" y="501"/>
                </a:cubicBezTo>
                <a:lnTo>
                  <a:pt x="4837" y="435"/>
                </a:lnTo>
                <a:cubicBezTo>
                  <a:pt x="4837" y="201"/>
                  <a:pt x="4637" y="1"/>
                  <a:pt x="4403"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7"/>
          <p:cNvSpPr/>
          <p:nvPr/>
        </p:nvSpPr>
        <p:spPr>
          <a:xfrm>
            <a:off x="6116020" y="3204513"/>
            <a:ext cx="299144" cy="13136"/>
          </a:xfrm>
          <a:custGeom>
            <a:avLst/>
            <a:gdLst/>
            <a:ahLst/>
            <a:cxnLst/>
            <a:rect l="l" t="t" r="r" b="b"/>
            <a:pathLst>
              <a:path w="11409" h="501" extrusionOk="0">
                <a:moveTo>
                  <a:pt x="434" y="1"/>
                </a:moveTo>
                <a:cubicBezTo>
                  <a:pt x="201" y="1"/>
                  <a:pt x="1" y="167"/>
                  <a:pt x="1" y="401"/>
                </a:cubicBezTo>
                <a:lnTo>
                  <a:pt x="1" y="501"/>
                </a:lnTo>
                <a:cubicBezTo>
                  <a:pt x="1" y="267"/>
                  <a:pt x="201" y="67"/>
                  <a:pt x="434" y="67"/>
                </a:cubicBezTo>
                <a:lnTo>
                  <a:pt x="10975" y="67"/>
                </a:lnTo>
                <a:cubicBezTo>
                  <a:pt x="11209" y="67"/>
                  <a:pt x="11409" y="267"/>
                  <a:pt x="11409" y="501"/>
                </a:cubicBezTo>
                <a:lnTo>
                  <a:pt x="11409" y="401"/>
                </a:lnTo>
                <a:cubicBezTo>
                  <a:pt x="11409" y="167"/>
                  <a:pt x="11209" y="1"/>
                  <a:pt x="10975"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7"/>
          <p:cNvSpPr/>
          <p:nvPr/>
        </p:nvSpPr>
        <p:spPr>
          <a:xfrm>
            <a:off x="6288337" y="3671568"/>
            <a:ext cx="126826" cy="13136"/>
          </a:xfrm>
          <a:custGeom>
            <a:avLst/>
            <a:gdLst/>
            <a:ahLst/>
            <a:cxnLst/>
            <a:rect l="l" t="t" r="r" b="b"/>
            <a:pathLst>
              <a:path w="4837" h="501" extrusionOk="0">
                <a:moveTo>
                  <a:pt x="400" y="0"/>
                </a:moveTo>
                <a:cubicBezTo>
                  <a:pt x="167" y="0"/>
                  <a:pt x="0" y="167"/>
                  <a:pt x="0" y="401"/>
                </a:cubicBezTo>
                <a:lnTo>
                  <a:pt x="0" y="501"/>
                </a:lnTo>
                <a:cubicBezTo>
                  <a:pt x="0" y="267"/>
                  <a:pt x="167" y="67"/>
                  <a:pt x="400" y="67"/>
                </a:cubicBezTo>
                <a:lnTo>
                  <a:pt x="4403" y="67"/>
                </a:lnTo>
                <a:cubicBezTo>
                  <a:pt x="4637" y="67"/>
                  <a:pt x="4837" y="267"/>
                  <a:pt x="4837" y="501"/>
                </a:cubicBezTo>
                <a:lnTo>
                  <a:pt x="4837" y="401"/>
                </a:lnTo>
                <a:cubicBezTo>
                  <a:pt x="4837" y="167"/>
                  <a:pt x="4637" y="0"/>
                  <a:pt x="4403"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7"/>
          <p:cNvSpPr/>
          <p:nvPr/>
        </p:nvSpPr>
        <p:spPr>
          <a:xfrm>
            <a:off x="6288337" y="3515875"/>
            <a:ext cx="126826" cy="13162"/>
          </a:xfrm>
          <a:custGeom>
            <a:avLst/>
            <a:gdLst/>
            <a:ahLst/>
            <a:cxnLst/>
            <a:rect l="l" t="t" r="r" b="b"/>
            <a:pathLst>
              <a:path w="4837" h="502" extrusionOk="0">
                <a:moveTo>
                  <a:pt x="400" y="1"/>
                </a:moveTo>
                <a:cubicBezTo>
                  <a:pt x="167" y="1"/>
                  <a:pt x="0" y="168"/>
                  <a:pt x="0" y="401"/>
                </a:cubicBezTo>
                <a:lnTo>
                  <a:pt x="0" y="501"/>
                </a:lnTo>
                <a:cubicBezTo>
                  <a:pt x="0" y="268"/>
                  <a:pt x="167" y="67"/>
                  <a:pt x="400" y="67"/>
                </a:cubicBezTo>
                <a:lnTo>
                  <a:pt x="4403" y="67"/>
                </a:lnTo>
                <a:cubicBezTo>
                  <a:pt x="4637" y="67"/>
                  <a:pt x="4837" y="268"/>
                  <a:pt x="4837" y="501"/>
                </a:cubicBezTo>
                <a:lnTo>
                  <a:pt x="4837" y="401"/>
                </a:lnTo>
                <a:cubicBezTo>
                  <a:pt x="4837" y="168"/>
                  <a:pt x="4637" y="1"/>
                  <a:pt x="4403"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7"/>
          <p:cNvSpPr/>
          <p:nvPr/>
        </p:nvSpPr>
        <p:spPr>
          <a:xfrm>
            <a:off x="6288337" y="2967485"/>
            <a:ext cx="126826" cy="13162"/>
          </a:xfrm>
          <a:custGeom>
            <a:avLst/>
            <a:gdLst/>
            <a:ahLst/>
            <a:cxnLst/>
            <a:rect l="l" t="t" r="r" b="b"/>
            <a:pathLst>
              <a:path w="4837" h="502" extrusionOk="0">
                <a:moveTo>
                  <a:pt x="400" y="1"/>
                </a:moveTo>
                <a:cubicBezTo>
                  <a:pt x="167" y="1"/>
                  <a:pt x="0" y="201"/>
                  <a:pt x="0" y="434"/>
                </a:cubicBezTo>
                <a:lnTo>
                  <a:pt x="0" y="501"/>
                </a:lnTo>
                <a:cubicBezTo>
                  <a:pt x="0" y="268"/>
                  <a:pt x="167" y="101"/>
                  <a:pt x="400" y="101"/>
                </a:cubicBezTo>
                <a:lnTo>
                  <a:pt x="4403" y="101"/>
                </a:lnTo>
                <a:cubicBezTo>
                  <a:pt x="4637" y="101"/>
                  <a:pt x="4837" y="268"/>
                  <a:pt x="4837" y="501"/>
                </a:cubicBezTo>
                <a:lnTo>
                  <a:pt x="4837" y="434"/>
                </a:lnTo>
                <a:cubicBezTo>
                  <a:pt x="4837" y="201"/>
                  <a:pt x="4637" y="1"/>
                  <a:pt x="4403"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7"/>
          <p:cNvSpPr/>
          <p:nvPr/>
        </p:nvSpPr>
        <p:spPr>
          <a:xfrm>
            <a:off x="7147196" y="2967485"/>
            <a:ext cx="126852" cy="13162"/>
          </a:xfrm>
          <a:custGeom>
            <a:avLst/>
            <a:gdLst/>
            <a:ahLst/>
            <a:cxnLst/>
            <a:rect l="l" t="t" r="r" b="b"/>
            <a:pathLst>
              <a:path w="4838" h="502" extrusionOk="0">
                <a:moveTo>
                  <a:pt x="434" y="1"/>
                </a:moveTo>
                <a:cubicBezTo>
                  <a:pt x="201" y="1"/>
                  <a:pt x="1" y="201"/>
                  <a:pt x="1" y="434"/>
                </a:cubicBezTo>
                <a:lnTo>
                  <a:pt x="1" y="501"/>
                </a:lnTo>
                <a:cubicBezTo>
                  <a:pt x="34" y="268"/>
                  <a:pt x="201" y="101"/>
                  <a:pt x="434" y="101"/>
                </a:cubicBezTo>
                <a:lnTo>
                  <a:pt x="4437" y="101"/>
                </a:lnTo>
                <a:cubicBezTo>
                  <a:pt x="4671" y="101"/>
                  <a:pt x="4838" y="268"/>
                  <a:pt x="4838" y="501"/>
                </a:cubicBezTo>
                <a:lnTo>
                  <a:pt x="4838" y="434"/>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7"/>
          <p:cNvSpPr/>
          <p:nvPr/>
        </p:nvSpPr>
        <p:spPr>
          <a:xfrm>
            <a:off x="7147196" y="3061064"/>
            <a:ext cx="126852" cy="13162"/>
          </a:xfrm>
          <a:custGeom>
            <a:avLst/>
            <a:gdLst/>
            <a:ahLst/>
            <a:cxnLst/>
            <a:rect l="l" t="t" r="r" b="b"/>
            <a:pathLst>
              <a:path w="4838" h="502" extrusionOk="0">
                <a:moveTo>
                  <a:pt x="434" y="1"/>
                </a:moveTo>
                <a:cubicBezTo>
                  <a:pt x="201" y="1"/>
                  <a:pt x="1" y="201"/>
                  <a:pt x="1" y="435"/>
                </a:cubicBezTo>
                <a:lnTo>
                  <a:pt x="1" y="501"/>
                </a:lnTo>
                <a:cubicBezTo>
                  <a:pt x="34" y="268"/>
                  <a:pt x="201" y="101"/>
                  <a:pt x="434" y="101"/>
                </a:cubicBezTo>
                <a:lnTo>
                  <a:pt x="4437" y="101"/>
                </a:lnTo>
                <a:cubicBezTo>
                  <a:pt x="4671" y="101"/>
                  <a:pt x="4838" y="268"/>
                  <a:pt x="4838" y="501"/>
                </a:cubicBezTo>
                <a:lnTo>
                  <a:pt x="4838" y="435"/>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7"/>
          <p:cNvSpPr/>
          <p:nvPr/>
        </p:nvSpPr>
        <p:spPr>
          <a:xfrm>
            <a:off x="7147196" y="3204513"/>
            <a:ext cx="126852" cy="13136"/>
          </a:xfrm>
          <a:custGeom>
            <a:avLst/>
            <a:gdLst/>
            <a:ahLst/>
            <a:cxnLst/>
            <a:rect l="l" t="t" r="r" b="b"/>
            <a:pathLst>
              <a:path w="4838" h="501" extrusionOk="0">
                <a:moveTo>
                  <a:pt x="434" y="1"/>
                </a:moveTo>
                <a:cubicBezTo>
                  <a:pt x="201" y="1"/>
                  <a:pt x="1" y="201"/>
                  <a:pt x="1" y="401"/>
                </a:cubicBezTo>
                <a:lnTo>
                  <a:pt x="1" y="501"/>
                </a:lnTo>
                <a:cubicBezTo>
                  <a:pt x="34" y="267"/>
                  <a:pt x="201" y="67"/>
                  <a:pt x="434" y="67"/>
                </a:cubicBezTo>
                <a:lnTo>
                  <a:pt x="4437" y="67"/>
                </a:lnTo>
                <a:cubicBezTo>
                  <a:pt x="4671" y="67"/>
                  <a:pt x="4838" y="267"/>
                  <a:pt x="4838" y="501"/>
                </a:cubicBezTo>
                <a:lnTo>
                  <a:pt x="4838" y="401"/>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7"/>
          <p:cNvSpPr/>
          <p:nvPr/>
        </p:nvSpPr>
        <p:spPr>
          <a:xfrm>
            <a:off x="6975771" y="3061064"/>
            <a:ext cx="126852" cy="13162"/>
          </a:xfrm>
          <a:custGeom>
            <a:avLst/>
            <a:gdLst/>
            <a:ahLst/>
            <a:cxnLst/>
            <a:rect l="l" t="t" r="r" b="b"/>
            <a:pathLst>
              <a:path w="4838" h="502" extrusionOk="0">
                <a:moveTo>
                  <a:pt x="434" y="1"/>
                </a:moveTo>
                <a:cubicBezTo>
                  <a:pt x="201" y="1"/>
                  <a:pt x="1" y="201"/>
                  <a:pt x="1" y="435"/>
                </a:cubicBezTo>
                <a:lnTo>
                  <a:pt x="1" y="501"/>
                </a:lnTo>
                <a:cubicBezTo>
                  <a:pt x="1" y="268"/>
                  <a:pt x="201" y="101"/>
                  <a:pt x="434" y="101"/>
                </a:cubicBezTo>
                <a:lnTo>
                  <a:pt x="4404" y="101"/>
                </a:lnTo>
                <a:cubicBezTo>
                  <a:pt x="4637" y="101"/>
                  <a:pt x="4838" y="268"/>
                  <a:pt x="4838" y="501"/>
                </a:cubicBezTo>
                <a:lnTo>
                  <a:pt x="4838" y="435"/>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7"/>
          <p:cNvSpPr/>
          <p:nvPr/>
        </p:nvSpPr>
        <p:spPr>
          <a:xfrm>
            <a:off x="6975771" y="3204513"/>
            <a:ext cx="126852" cy="13136"/>
          </a:xfrm>
          <a:custGeom>
            <a:avLst/>
            <a:gdLst/>
            <a:ahLst/>
            <a:cxnLst/>
            <a:rect l="l" t="t" r="r" b="b"/>
            <a:pathLst>
              <a:path w="4838" h="501" extrusionOk="0">
                <a:moveTo>
                  <a:pt x="434" y="1"/>
                </a:moveTo>
                <a:cubicBezTo>
                  <a:pt x="201" y="1"/>
                  <a:pt x="1" y="201"/>
                  <a:pt x="1" y="401"/>
                </a:cubicBezTo>
                <a:lnTo>
                  <a:pt x="1" y="501"/>
                </a:lnTo>
                <a:cubicBezTo>
                  <a:pt x="1" y="267"/>
                  <a:pt x="201" y="67"/>
                  <a:pt x="434" y="67"/>
                </a:cubicBezTo>
                <a:lnTo>
                  <a:pt x="4404" y="67"/>
                </a:lnTo>
                <a:cubicBezTo>
                  <a:pt x="4637" y="67"/>
                  <a:pt x="4838" y="267"/>
                  <a:pt x="4838" y="501"/>
                </a:cubicBezTo>
                <a:lnTo>
                  <a:pt x="4838" y="401"/>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7"/>
          <p:cNvSpPr/>
          <p:nvPr/>
        </p:nvSpPr>
        <p:spPr>
          <a:xfrm>
            <a:off x="6975771" y="3360207"/>
            <a:ext cx="126852" cy="12271"/>
          </a:xfrm>
          <a:custGeom>
            <a:avLst/>
            <a:gdLst/>
            <a:ahLst/>
            <a:cxnLst/>
            <a:rect l="l" t="t" r="r" b="b"/>
            <a:pathLst>
              <a:path w="4838" h="468" extrusionOk="0">
                <a:moveTo>
                  <a:pt x="434" y="0"/>
                </a:moveTo>
                <a:cubicBezTo>
                  <a:pt x="201" y="0"/>
                  <a:pt x="1" y="167"/>
                  <a:pt x="1" y="400"/>
                </a:cubicBezTo>
                <a:lnTo>
                  <a:pt x="1" y="467"/>
                </a:lnTo>
                <a:cubicBezTo>
                  <a:pt x="1" y="267"/>
                  <a:pt x="201" y="67"/>
                  <a:pt x="434" y="67"/>
                </a:cubicBezTo>
                <a:lnTo>
                  <a:pt x="4404" y="67"/>
                </a:lnTo>
                <a:cubicBezTo>
                  <a:pt x="4637" y="67"/>
                  <a:pt x="4838" y="267"/>
                  <a:pt x="4838" y="467"/>
                </a:cubicBezTo>
                <a:lnTo>
                  <a:pt x="4838" y="400"/>
                </a:lnTo>
                <a:cubicBezTo>
                  <a:pt x="4838"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7"/>
          <p:cNvSpPr/>
          <p:nvPr/>
        </p:nvSpPr>
        <p:spPr>
          <a:xfrm>
            <a:off x="7147196" y="3360207"/>
            <a:ext cx="126852" cy="12271"/>
          </a:xfrm>
          <a:custGeom>
            <a:avLst/>
            <a:gdLst/>
            <a:ahLst/>
            <a:cxnLst/>
            <a:rect l="l" t="t" r="r" b="b"/>
            <a:pathLst>
              <a:path w="4838" h="468" extrusionOk="0">
                <a:moveTo>
                  <a:pt x="434" y="0"/>
                </a:moveTo>
                <a:cubicBezTo>
                  <a:pt x="201" y="0"/>
                  <a:pt x="1" y="167"/>
                  <a:pt x="1" y="400"/>
                </a:cubicBezTo>
                <a:lnTo>
                  <a:pt x="1" y="467"/>
                </a:lnTo>
                <a:cubicBezTo>
                  <a:pt x="34" y="267"/>
                  <a:pt x="201" y="67"/>
                  <a:pt x="434" y="67"/>
                </a:cubicBezTo>
                <a:lnTo>
                  <a:pt x="4437" y="67"/>
                </a:lnTo>
                <a:cubicBezTo>
                  <a:pt x="4671" y="67"/>
                  <a:pt x="4838" y="267"/>
                  <a:pt x="4838" y="467"/>
                </a:cubicBezTo>
                <a:lnTo>
                  <a:pt x="4838" y="400"/>
                </a:lnTo>
                <a:cubicBezTo>
                  <a:pt x="4838" y="167"/>
                  <a:pt x="4671"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7"/>
          <p:cNvSpPr/>
          <p:nvPr/>
        </p:nvSpPr>
        <p:spPr>
          <a:xfrm>
            <a:off x="6975771" y="3515875"/>
            <a:ext cx="126852" cy="13162"/>
          </a:xfrm>
          <a:custGeom>
            <a:avLst/>
            <a:gdLst/>
            <a:ahLst/>
            <a:cxnLst/>
            <a:rect l="l" t="t" r="r" b="b"/>
            <a:pathLst>
              <a:path w="4838" h="502" extrusionOk="0">
                <a:moveTo>
                  <a:pt x="434" y="1"/>
                </a:moveTo>
                <a:cubicBezTo>
                  <a:pt x="201" y="1"/>
                  <a:pt x="1" y="168"/>
                  <a:pt x="1" y="401"/>
                </a:cubicBezTo>
                <a:lnTo>
                  <a:pt x="1" y="501"/>
                </a:lnTo>
                <a:cubicBezTo>
                  <a:pt x="1" y="268"/>
                  <a:pt x="201" y="67"/>
                  <a:pt x="434" y="67"/>
                </a:cubicBezTo>
                <a:lnTo>
                  <a:pt x="4404" y="67"/>
                </a:lnTo>
                <a:cubicBezTo>
                  <a:pt x="4637" y="67"/>
                  <a:pt x="4838" y="268"/>
                  <a:pt x="4838" y="501"/>
                </a:cubicBezTo>
                <a:lnTo>
                  <a:pt x="4838" y="401"/>
                </a:lnTo>
                <a:cubicBezTo>
                  <a:pt x="4838"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7"/>
          <p:cNvSpPr/>
          <p:nvPr/>
        </p:nvSpPr>
        <p:spPr>
          <a:xfrm>
            <a:off x="6975771" y="2967485"/>
            <a:ext cx="126852" cy="13162"/>
          </a:xfrm>
          <a:custGeom>
            <a:avLst/>
            <a:gdLst/>
            <a:ahLst/>
            <a:cxnLst/>
            <a:rect l="l" t="t" r="r" b="b"/>
            <a:pathLst>
              <a:path w="4838" h="502" extrusionOk="0">
                <a:moveTo>
                  <a:pt x="434" y="1"/>
                </a:moveTo>
                <a:cubicBezTo>
                  <a:pt x="201" y="1"/>
                  <a:pt x="1" y="201"/>
                  <a:pt x="1" y="434"/>
                </a:cubicBezTo>
                <a:lnTo>
                  <a:pt x="1" y="501"/>
                </a:lnTo>
                <a:cubicBezTo>
                  <a:pt x="1" y="268"/>
                  <a:pt x="201" y="101"/>
                  <a:pt x="434" y="101"/>
                </a:cubicBezTo>
                <a:lnTo>
                  <a:pt x="4404" y="101"/>
                </a:lnTo>
                <a:cubicBezTo>
                  <a:pt x="4637" y="101"/>
                  <a:pt x="4838" y="268"/>
                  <a:pt x="4838" y="501"/>
                </a:cubicBezTo>
                <a:lnTo>
                  <a:pt x="4838" y="434"/>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7"/>
          <p:cNvSpPr/>
          <p:nvPr/>
        </p:nvSpPr>
        <p:spPr>
          <a:xfrm>
            <a:off x="7147196" y="3515875"/>
            <a:ext cx="126852" cy="13162"/>
          </a:xfrm>
          <a:custGeom>
            <a:avLst/>
            <a:gdLst/>
            <a:ahLst/>
            <a:cxnLst/>
            <a:rect l="l" t="t" r="r" b="b"/>
            <a:pathLst>
              <a:path w="4838" h="502" extrusionOk="0">
                <a:moveTo>
                  <a:pt x="434" y="1"/>
                </a:moveTo>
                <a:cubicBezTo>
                  <a:pt x="201" y="1"/>
                  <a:pt x="1" y="168"/>
                  <a:pt x="1" y="401"/>
                </a:cubicBezTo>
                <a:lnTo>
                  <a:pt x="1" y="501"/>
                </a:lnTo>
                <a:cubicBezTo>
                  <a:pt x="34" y="268"/>
                  <a:pt x="201" y="67"/>
                  <a:pt x="434" y="67"/>
                </a:cubicBezTo>
                <a:lnTo>
                  <a:pt x="4437" y="67"/>
                </a:lnTo>
                <a:cubicBezTo>
                  <a:pt x="4671" y="67"/>
                  <a:pt x="4838" y="268"/>
                  <a:pt x="4838" y="501"/>
                </a:cubicBezTo>
                <a:lnTo>
                  <a:pt x="4838" y="401"/>
                </a:lnTo>
                <a:cubicBezTo>
                  <a:pt x="4838" y="168"/>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7"/>
          <p:cNvSpPr/>
          <p:nvPr/>
        </p:nvSpPr>
        <p:spPr>
          <a:xfrm>
            <a:off x="6804345" y="3671568"/>
            <a:ext cx="814315" cy="13136"/>
          </a:xfrm>
          <a:custGeom>
            <a:avLst/>
            <a:gdLst/>
            <a:ahLst/>
            <a:cxnLst/>
            <a:rect l="l" t="t" r="r" b="b"/>
            <a:pathLst>
              <a:path w="31057" h="501" extrusionOk="0">
                <a:moveTo>
                  <a:pt x="401" y="0"/>
                </a:moveTo>
                <a:cubicBezTo>
                  <a:pt x="168" y="0"/>
                  <a:pt x="1" y="167"/>
                  <a:pt x="1" y="401"/>
                </a:cubicBezTo>
                <a:lnTo>
                  <a:pt x="1" y="501"/>
                </a:lnTo>
                <a:cubicBezTo>
                  <a:pt x="1" y="267"/>
                  <a:pt x="168" y="67"/>
                  <a:pt x="401" y="67"/>
                </a:cubicBezTo>
                <a:lnTo>
                  <a:pt x="30623" y="67"/>
                </a:lnTo>
                <a:cubicBezTo>
                  <a:pt x="30856" y="67"/>
                  <a:pt x="31056" y="267"/>
                  <a:pt x="31056" y="501"/>
                </a:cubicBezTo>
                <a:lnTo>
                  <a:pt x="31056" y="401"/>
                </a:lnTo>
                <a:cubicBezTo>
                  <a:pt x="31056" y="167"/>
                  <a:pt x="30856" y="0"/>
                  <a:pt x="30623"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7"/>
          <p:cNvSpPr/>
          <p:nvPr/>
        </p:nvSpPr>
        <p:spPr>
          <a:xfrm>
            <a:off x="6632054" y="3515875"/>
            <a:ext cx="126852" cy="13162"/>
          </a:xfrm>
          <a:custGeom>
            <a:avLst/>
            <a:gdLst/>
            <a:ahLst/>
            <a:cxnLst/>
            <a:rect l="l" t="t" r="r" b="b"/>
            <a:pathLst>
              <a:path w="4838" h="502" extrusionOk="0">
                <a:moveTo>
                  <a:pt x="401" y="1"/>
                </a:moveTo>
                <a:cubicBezTo>
                  <a:pt x="201" y="1"/>
                  <a:pt x="0" y="168"/>
                  <a:pt x="0" y="401"/>
                </a:cubicBezTo>
                <a:lnTo>
                  <a:pt x="0" y="501"/>
                </a:lnTo>
                <a:cubicBezTo>
                  <a:pt x="0" y="268"/>
                  <a:pt x="201" y="67"/>
                  <a:pt x="401" y="67"/>
                </a:cubicBezTo>
                <a:lnTo>
                  <a:pt x="4404" y="67"/>
                </a:lnTo>
                <a:cubicBezTo>
                  <a:pt x="4637" y="67"/>
                  <a:pt x="4837" y="268"/>
                  <a:pt x="4837" y="501"/>
                </a:cubicBezTo>
                <a:lnTo>
                  <a:pt x="4837" y="401"/>
                </a:lnTo>
                <a:cubicBezTo>
                  <a:pt x="4837"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7"/>
          <p:cNvSpPr/>
          <p:nvPr/>
        </p:nvSpPr>
        <p:spPr>
          <a:xfrm>
            <a:off x="6459763" y="2967485"/>
            <a:ext cx="126826" cy="13162"/>
          </a:xfrm>
          <a:custGeom>
            <a:avLst/>
            <a:gdLst/>
            <a:ahLst/>
            <a:cxnLst/>
            <a:rect l="l" t="t" r="r" b="b"/>
            <a:pathLst>
              <a:path w="4837" h="502" extrusionOk="0">
                <a:moveTo>
                  <a:pt x="434" y="1"/>
                </a:moveTo>
                <a:cubicBezTo>
                  <a:pt x="200" y="1"/>
                  <a:pt x="0" y="201"/>
                  <a:pt x="0" y="434"/>
                </a:cubicBezTo>
                <a:lnTo>
                  <a:pt x="0" y="501"/>
                </a:lnTo>
                <a:cubicBezTo>
                  <a:pt x="0" y="268"/>
                  <a:pt x="200" y="101"/>
                  <a:pt x="434" y="101"/>
                </a:cubicBezTo>
                <a:lnTo>
                  <a:pt x="4437" y="101"/>
                </a:lnTo>
                <a:cubicBezTo>
                  <a:pt x="4670" y="101"/>
                  <a:pt x="4837" y="268"/>
                  <a:pt x="4837" y="501"/>
                </a:cubicBezTo>
                <a:lnTo>
                  <a:pt x="4837" y="434"/>
                </a:lnTo>
                <a:cubicBezTo>
                  <a:pt x="4837" y="201"/>
                  <a:pt x="4670"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7"/>
          <p:cNvSpPr/>
          <p:nvPr/>
        </p:nvSpPr>
        <p:spPr>
          <a:xfrm>
            <a:off x="6632054" y="3671568"/>
            <a:ext cx="126852" cy="13136"/>
          </a:xfrm>
          <a:custGeom>
            <a:avLst/>
            <a:gdLst/>
            <a:ahLst/>
            <a:cxnLst/>
            <a:rect l="l" t="t" r="r" b="b"/>
            <a:pathLst>
              <a:path w="4838" h="501" extrusionOk="0">
                <a:moveTo>
                  <a:pt x="401" y="0"/>
                </a:moveTo>
                <a:cubicBezTo>
                  <a:pt x="201" y="0"/>
                  <a:pt x="0" y="167"/>
                  <a:pt x="0" y="401"/>
                </a:cubicBezTo>
                <a:lnTo>
                  <a:pt x="0" y="501"/>
                </a:lnTo>
                <a:cubicBezTo>
                  <a:pt x="0" y="267"/>
                  <a:pt x="201" y="67"/>
                  <a:pt x="401" y="67"/>
                </a:cubicBezTo>
                <a:lnTo>
                  <a:pt x="4404" y="67"/>
                </a:lnTo>
                <a:cubicBezTo>
                  <a:pt x="4637" y="67"/>
                  <a:pt x="4837" y="267"/>
                  <a:pt x="4837" y="501"/>
                </a:cubicBezTo>
                <a:lnTo>
                  <a:pt x="4837" y="401"/>
                </a:lnTo>
                <a:cubicBezTo>
                  <a:pt x="4837"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7"/>
          <p:cNvSpPr/>
          <p:nvPr/>
        </p:nvSpPr>
        <p:spPr>
          <a:xfrm>
            <a:off x="6459763" y="3671568"/>
            <a:ext cx="126826" cy="13136"/>
          </a:xfrm>
          <a:custGeom>
            <a:avLst/>
            <a:gdLst/>
            <a:ahLst/>
            <a:cxnLst/>
            <a:rect l="l" t="t" r="r" b="b"/>
            <a:pathLst>
              <a:path w="4837" h="501" extrusionOk="0">
                <a:moveTo>
                  <a:pt x="434" y="0"/>
                </a:moveTo>
                <a:cubicBezTo>
                  <a:pt x="200" y="0"/>
                  <a:pt x="0" y="167"/>
                  <a:pt x="0" y="401"/>
                </a:cubicBezTo>
                <a:lnTo>
                  <a:pt x="0" y="501"/>
                </a:lnTo>
                <a:cubicBezTo>
                  <a:pt x="0" y="267"/>
                  <a:pt x="200" y="67"/>
                  <a:pt x="434" y="67"/>
                </a:cubicBezTo>
                <a:lnTo>
                  <a:pt x="4437" y="67"/>
                </a:lnTo>
                <a:cubicBezTo>
                  <a:pt x="4670" y="67"/>
                  <a:pt x="4837" y="267"/>
                  <a:pt x="4837" y="501"/>
                </a:cubicBezTo>
                <a:lnTo>
                  <a:pt x="4837" y="401"/>
                </a:lnTo>
                <a:cubicBezTo>
                  <a:pt x="4837" y="167"/>
                  <a:pt x="4670"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7"/>
          <p:cNvSpPr/>
          <p:nvPr/>
        </p:nvSpPr>
        <p:spPr>
          <a:xfrm>
            <a:off x="6459763" y="3061064"/>
            <a:ext cx="126826" cy="13162"/>
          </a:xfrm>
          <a:custGeom>
            <a:avLst/>
            <a:gdLst/>
            <a:ahLst/>
            <a:cxnLst/>
            <a:rect l="l" t="t" r="r" b="b"/>
            <a:pathLst>
              <a:path w="4837" h="502" extrusionOk="0">
                <a:moveTo>
                  <a:pt x="434" y="1"/>
                </a:moveTo>
                <a:cubicBezTo>
                  <a:pt x="200" y="1"/>
                  <a:pt x="0" y="201"/>
                  <a:pt x="0" y="435"/>
                </a:cubicBezTo>
                <a:lnTo>
                  <a:pt x="0" y="501"/>
                </a:lnTo>
                <a:cubicBezTo>
                  <a:pt x="0" y="268"/>
                  <a:pt x="200" y="101"/>
                  <a:pt x="434" y="101"/>
                </a:cubicBezTo>
                <a:lnTo>
                  <a:pt x="4437" y="101"/>
                </a:lnTo>
                <a:cubicBezTo>
                  <a:pt x="4670" y="101"/>
                  <a:pt x="4837" y="268"/>
                  <a:pt x="4837" y="501"/>
                </a:cubicBezTo>
                <a:lnTo>
                  <a:pt x="4837" y="435"/>
                </a:lnTo>
                <a:cubicBezTo>
                  <a:pt x="4837" y="201"/>
                  <a:pt x="4670"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7"/>
          <p:cNvSpPr/>
          <p:nvPr/>
        </p:nvSpPr>
        <p:spPr>
          <a:xfrm>
            <a:off x="6459763" y="3515875"/>
            <a:ext cx="126826" cy="13162"/>
          </a:xfrm>
          <a:custGeom>
            <a:avLst/>
            <a:gdLst/>
            <a:ahLst/>
            <a:cxnLst/>
            <a:rect l="l" t="t" r="r" b="b"/>
            <a:pathLst>
              <a:path w="4837" h="502" extrusionOk="0">
                <a:moveTo>
                  <a:pt x="434" y="1"/>
                </a:moveTo>
                <a:cubicBezTo>
                  <a:pt x="200" y="1"/>
                  <a:pt x="0" y="168"/>
                  <a:pt x="0" y="401"/>
                </a:cubicBezTo>
                <a:lnTo>
                  <a:pt x="0" y="501"/>
                </a:lnTo>
                <a:cubicBezTo>
                  <a:pt x="0" y="268"/>
                  <a:pt x="200" y="67"/>
                  <a:pt x="434" y="67"/>
                </a:cubicBezTo>
                <a:lnTo>
                  <a:pt x="4437" y="67"/>
                </a:lnTo>
                <a:cubicBezTo>
                  <a:pt x="4670" y="67"/>
                  <a:pt x="4837" y="268"/>
                  <a:pt x="4837" y="501"/>
                </a:cubicBezTo>
                <a:lnTo>
                  <a:pt x="4837" y="401"/>
                </a:lnTo>
                <a:cubicBezTo>
                  <a:pt x="4837" y="168"/>
                  <a:pt x="4670"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7"/>
          <p:cNvSpPr/>
          <p:nvPr/>
        </p:nvSpPr>
        <p:spPr>
          <a:xfrm>
            <a:off x="6459763" y="3204513"/>
            <a:ext cx="126826" cy="13136"/>
          </a:xfrm>
          <a:custGeom>
            <a:avLst/>
            <a:gdLst/>
            <a:ahLst/>
            <a:cxnLst/>
            <a:rect l="l" t="t" r="r" b="b"/>
            <a:pathLst>
              <a:path w="4837" h="501" extrusionOk="0">
                <a:moveTo>
                  <a:pt x="434" y="1"/>
                </a:moveTo>
                <a:cubicBezTo>
                  <a:pt x="200" y="1"/>
                  <a:pt x="0" y="167"/>
                  <a:pt x="0" y="401"/>
                </a:cubicBezTo>
                <a:lnTo>
                  <a:pt x="0" y="501"/>
                </a:lnTo>
                <a:cubicBezTo>
                  <a:pt x="0" y="267"/>
                  <a:pt x="200" y="67"/>
                  <a:pt x="434" y="67"/>
                </a:cubicBezTo>
                <a:lnTo>
                  <a:pt x="4437" y="67"/>
                </a:lnTo>
                <a:cubicBezTo>
                  <a:pt x="4670" y="67"/>
                  <a:pt x="4837" y="267"/>
                  <a:pt x="4837" y="501"/>
                </a:cubicBezTo>
                <a:lnTo>
                  <a:pt x="4837" y="401"/>
                </a:lnTo>
                <a:cubicBezTo>
                  <a:pt x="4837" y="167"/>
                  <a:pt x="4670"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7"/>
          <p:cNvSpPr/>
          <p:nvPr/>
        </p:nvSpPr>
        <p:spPr>
          <a:xfrm>
            <a:off x="6459763" y="3360207"/>
            <a:ext cx="126826" cy="13136"/>
          </a:xfrm>
          <a:custGeom>
            <a:avLst/>
            <a:gdLst/>
            <a:ahLst/>
            <a:cxnLst/>
            <a:rect l="l" t="t" r="r" b="b"/>
            <a:pathLst>
              <a:path w="4837" h="501" extrusionOk="0">
                <a:moveTo>
                  <a:pt x="434" y="0"/>
                </a:moveTo>
                <a:cubicBezTo>
                  <a:pt x="200" y="0"/>
                  <a:pt x="0" y="167"/>
                  <a:pt x="0" y="400"/>
                </a:cubicBezTo>
                <a:lnTo>
                  <a:pt x="0" y="500"/>
                </a:lnTo>
                <a:cubicBezTo>
                  <a:pt x="0" y="267"/>
                  <a:pt x="200" y="67"/>
                  <a:pt x="434" y="67"/>
                </a:cubicBezTo>
                <a:lnTo>
                  <a:pt x="4437" y="67"/>
                </a:lnTo>
                <a:cubicBezTo>
                  <a:pt x="4670" y="67"/>
                  <a:pt x="4837" y="267"/>
                  <a:pt x="4837" y="500"/>
                </a:cubicBezTo>
                <a:lnTo>
                  <a:pt x="4837" y="400"/>
                </a:lnTo>
                <a:cubicBezTo>
                  <a:pt x="4837" y="167"/>
                  <a:pt x="4670"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7"/>
          <p:cNvSpPr/>
          <p:nvPr/>
        </p:nvSpPr>
        <p:spPr>
          <a:xfrm>
            <a:off x="6632054" y="2967485"/>
            <a:ext cx="126852" cy="13162"/>
          </a:xfrm>
          <a:custGeom>
            <a:avLst/>
            <a:gdLst/>
            <a:ahLst/>
            <a:cxnLst/>
            <a:rect l="l" t="t" r="r" b="b"/>
            <a:pathLst>
              <a:path w="4838" h="502" extrusionOk="0">
                <a:moveTo>
                  <a:pt x="401" y="1"/>
                </a:moveTo>
                <a:cubicBezTo>
                  <a:pt x="201" y="1"/>
                  <a:pt x="0" y="201"/>
                  <a:pt x="0" y="434"/>
                </a:cubicBezTo>
                <a:lnTo>
                  <a:pt x="0" y="501"/>
                </a:lnTo>
                <a:cubicBezTo>
                  <a:pt x="0" y="268"/>
                  <a:pt x="201" y="101"/>
                  <a:pt x="401" y="101"/>
                </a:cubicBezTo>
                <a:lnTo>
                  <a:pt x="4404" y="101"/>
                </a:lnTo>
                <a:cubicBezTo>
                  <a:pt x="4637" y="101"/>
                  <a:pt x="4837" y="268"/>
                  <a:pt x="4837" y="501"/>
                </a:cubicBezTo>
                <a:lnTo>
                  <a:pt x="4837" y="434"/>
                </a:lnTo>
                <a:cubicBezTo>
                  <a:pt x="4837"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7"/>
          <p:cNvSpPr/>
          <p:nvPr/>
        </p:nvSpPr>
        <p:spPr>
          <a:xfrm>
            <a:off x="6632054" y="3204513"/>
            <a:ext cx="126852" cy="13136"/>
          </a:xfrm>
          <a:custGeom>
            <a:avLst/>
            <a:gdLst/>
            <a:ahLst/>
            <a:cxnLst/>
            <a:rect l="l" t="t" r="r" b="b"/>
            <a:pathLst>
              <a:path w="4838" h="501" extrusionOk="0">
                <a:moveTo>
                  <a:pt x="401" y="1"/>
                </a:moveTo>
                <a:cubicBezTo>
                  <a:pt x="201" y="1"/>
                  <a:pt x="0" y="167"/>
                  <a:pt x="0" y="401"/>
                </a:cubicBezTo>
                <a:lnTo>
                  <a:pt x="0" y="501"/>
                </a:lnTo>
                <a:cubicBezTo>
                  <a:pt x="0" y="267"/>
                  <a:pt x="201" y="67"/>
                  <a:pt x="401" y="67"/>
                </a:cubicBezTo>
                <a:lnTo>
                  <a:pt x="4404" y="67"/>
                </a:lnTo>
                <a:cubicBezTo>
                  <a:pt x="4637" y="67"/>
                  <a:pt x="4837" y="267"/>
                  <a:pt x="4837" y="501"/>
                </a:cubicBezTo>
                <a:lnTo>
                  <a:pt x="4837" y="401"/>
                </a:lnTo>
                <a:cubicBezTo>
                  <a:pt x="4837" y="167"/>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7"/>
          <p:cNvSpPr/>
          <p:nvPr/>
        </p:nvSpPr>
        <p:spPr>
          <a:xfrm>
            <a:off x="6632054" y="3061064"/>
            <a:ext cx="126852" cy="13162"/>
          </a:xfrm>
          <a:custGeom>
            <a:avLst/>
            <a:gdLst/>
            <a:ahLst/>
            <a:cxnLst/>
            <a:rect l="l" t="t" r="r" b="b"/>
            <a:pathLst>
              <a:path w="4838" h="502" extrusionOk="0">
                <a:moveTo>
                  <a:pt x="401" y="1"/>
                </a:moveTo>
                <a:cubicBezTo>
                  <a:pt x="201" y="1"/>
                  <a:pt x="0" y="201"/>
                  <a:pt x="0" y="435"/>
                </a:cubicBezTo>
                <a:lnTo>
                  <a:pt x="0" y="501"/>
                </a:lnTo>
                <a:cubicBezTo>
                  <a:pt x="0" y="268"/>
                  <a:pt x="201" y="101"/>
                  <a:pt x="401" y="101"/>
                </a:cubicBezTo>
                <a:lnTo>
                  <a:pt x="4404" y="101"/>
                </a:lnTo>
                <a:cubicBezTo>
                  <a:pt x="4637" y="101"/>
                  <a:pt x="4837" y="268"/>
                  <a:pt x="4837" y="501"/>
                </a:cubicBezTo>
                <a:lnTo>
                  <a:pt x="4837" y="435"/>
                </a:lnTo>
                <a:cubicBezTo>
                  <a:pt x="4837"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7"/>
          <p:cNvSpPr/>
          <p:nvPr/>
        </p:nvSpPr>
        <p:spPr>
          <a:xfrm>
            <a:off x="6632054" y="3360207"/>
            <a:ext cx="126852" cy="13136"/>
          </a:xfrm>
          <a:custGeom>
            <a:avLst/>
            <a:gdLst/>
            <a:ahLst/>
            <a:cxnLst/>
            <a:rect l="l" t="t" r="r" b="b"/>
            <a:pathLst>
              <a:path w="4838" h="501" extrusionOk="0">
                <a:moveTo>
                  <a:pt x="401" y="0"/>
                </a:moveTo>
                <a:cubicBezTo>
                  <a:pt x="201" y="0"/>
                  <a:pt x="0" y="167"/>
                  <a:pt x="0" y="400"/>
                </a:cubicBezTo>
                <a:lnTo>
                  <a:pt x="0" y="500"/>
                </a:lnTo>
                <a:cubicBezTo>
                  <a:pt x="0" y="267"/>
                  <a:pt x="201" y="67"/>
                  <a:pt x="401" y="67"/>
                </a:cubicBezTo>
                <a:lnTo>
                  <a:pt x="4404" y="67"/>
                </a:lnTo>
                <a:cubicBezTo>
                  <a:pt x="4637" y="67"/>
                  <a:pt x="4837" y="267"/>
                  <a:pt x="4837" y="500"/>
                </a:cubicBezTo>
                <a:lnTo>
                  <a:pt x="4837" y="400"/>
                </a:lnTo>
                <a:cubicBezTo>
                  <a:pt x="4837"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7"/>
          <p:cNvSpPr/>
          <p:nvPr/>
        </p:nvSpPr>
        <p:spPr>
          <a:xfrm>
            <a:off x="6792100" y="3891973"/>
            <a:ext cx="649889" cy="380478"/>
          </a:xfrm>
          <a:custGeom>
            <a:avLst/>
            <a:gdLst/>
            <a:ahLst/>
            <a:cxnLst/>
            <a:rect l="l" t="t" r="r" b="b"/>
            <a:pathLst>
              <a:path w="24786" h="14511" extrusionOk="0">
                <a:moveTo>
                  <a:pt x="2002" y="0"/>
                </a:moveTo>
                <a:cubicBezTo>
                  <a:pt x="901" y="0"/>
                  <a:pt x="1" y="901"/>
                  <a:pt x="1" y="2002"/>
                </a:cubicBezTo>
                <a:lnTo>
                  <a:pt x="1" y="12509"/>
                </a:lnTo>
                <a:cubicBezTo>
                  <a:pt x="1" y="13610"/>
                  <a:pt x="901" y="14511"/>
                  <a:pt x="2002" y="14511"/>
                </a:cubicBezTo>
                <a:lnTo>
                  <a:pt x="22784" y="14511"/>
                </a:lnTo>
                <a:cubicBezTo>
                  <a:pt x="23884" y="14511"/>
                  <a:pt x="24785" y="13610"/>
                  <a:pt x="24785" y="12509"/>
                </a:cubicBezTo>
                <a:lnTo>
                  <a:pt x="24785" y="2002"/>
                </a:lnTo>
                <a:cubicBezTo>
                  <a:pt x="24785" y="901"/>
                  <a:pt x="23884" y="0"/>
                  <a:pt x="22784" y="0"/>
                </a:cubicBezTo>
                <a:close/>
              </a:path>
            </a:pathLst>
          </a:custGeom>
          <a:solidFill>
            <a:srgbClr val="C1B7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7"/>
          <p:cNvSpPr/>
          <p:nvPr/>
        </p:nvSpPr>
        <p:spPr>
          <a:xfrm>
            <a:off x="6116020" y="2967485"/>
            <a:ext cx="2017786" cy="822181"/>
          </a:xfrm>
          <a:custGeom>
            <a:avLst/>
            <a:gdLst/>
            <a:ahLst/>
            <a:cxnLst/>
            <a:rect l="l" t="t" r="r" b="b"/>
            <a:pathLst>
              <a:path w="76956" h="31357" extrusionOk="0">
                <a:moveTo>
                  <a:pt x="434" y="1"/>
                </a:moveTo>
                <a:cubicBezTo>
                  <a:pt x="201" y="1"/>
                  <a:pt x="1" y="201"/>
                  <a:pt x="1" y="434"/>
                </a:cubicBezTo>
                <a:lnTo>
                  <a:pt x="1" y="2369"/>
                </a:lnTo>
                <a:cubicBezTo>
                  <a:pt x="1" y="2603"/>
                  <a:pt x="201" y="2769"/>
                  <a:pt x="434" y="2769"/>
                </a:cubicBezTo>
                <a:lnTo>
                  <a:pt x="4437" y="2769"/>
                </a:lnTo>
                <a:cubicBezTo>
                  <a:pt x="4671" y="2769"/>
                  <a:pt x="4837" y="2603"/>
                  <a:pt x="4837" y="2369"/>
                </a:cubicBezTo>
                <a:lnTo>
                  <a:pt x="4837" y="434"/>
                </a:lnTo>
                <a:cubicBezTo>
                  <a:pt x="4837" y="201"/>
                  <a:pt x="4671" y="1"/>
                  <a:pt x="4437" y="1"/>
                </a:cubicBezTo>
                <a:close/>
                <a:moveTo>
                  <a:pt x="6972" y="1"/>
                </a:moveTo>
                <a:cubicBezTo>
                  <a:pt x="6739" y="1"/>
                  <a:pt x="6572" y="201"/>
                  <a:pt x="6572" y="434"/>
                </a:cubicBezTo>
                <a:lnTo>
                  <a:pt x="6572" y="2369"/>
                </a:lnTo>
                <a:cubicBezTo>
                  <a:pt x="6572" y="2603"/>
                  <a:pt x="6739" y="2769"/>
                  <a:pt x="6972" y="2769"/>
                </a:cubicBezTo>
                <a:lnTo>
                  <a:pt x="10975" y="2769"/>
                </a:lnTo>
                <a:cubicBezTo>
                  <a:pt x="11209" y="2769"/>
                  <a:pt x="11409" y="2603"/>
                  <a:pt x="11409" y="2369"/>
                </a:cubicBezTo>
                <a:lnTo>
                  <a:pt x="11409" y="434"/>
                </a:lnTo>
                <a:cubicBezTo>
                  <a:pt x="11409" y="201"/>
                  <a:pt x="11209" y="1"/>
                  <a:pt x="10975" y="1"/>
                </a:cubicBezTo>
                <a:close/>
                <a:moveTo>
                  <a:pt x="13544" y="1"/>
                </a:moveTo>
                <a:cubicBezTo>
                  <a:pt x="13310" y="1"/>
                  <a:pt x="13110" y="201"/>
                  <a:pt x="13110" y="434"/>
                </a:cubicBezTo>
                <a:lnTo>
                  <a:pt x="13110" y="2369"/>
                </a:lnTo>
                <a:cubicBezTo>
                  <a:pt x="13110" y="2603"/>
                  <a:pt x="13310" y="2769"/>
                  <a:pt x="13544" y="2769"/>
                </a:cubicBezTo>
                <a:lnTo>
                  <a:pt x="17547" y="2769"/>
                </a:lnTo>
                <a:cubicBezTo>
                  <a:pt x="17780" y="2769"/>
                  <a:pt x="17947" y="2603"/>
                  <a:pt x="17947" y="2369"/>
                </a:cubicBezTo>
                <a:lnTo>
                  <a:pt x="17947" y="434"/>
                </a:lnTo>
                <a:cubicBezTo>
                  <a:pt x="17947" y="201"/>
                  <a:pt x="17780" y="1"/>
                  <a:pt x="17547" y="1"/>
                </a:cubicBezTo>
                <a:close/>
                <a:moveTo>
                  <a:pt x="20082" y="1"/>
                </a:moveTo>
                <a:cubicBezTo>
                  <a:pt x="19882" y="1"/>
                  <a:pt x="19681" y="201"/>
                  <a:pt x="19681" y="434"/>
                </a:cubicBezTo>
                <a:lnTo>
                  <a:pt x="19681" y="2369"/>
                </a:lnTo>
                <a:cubicBezTo>
                  <a:pt x="19681" y="2603"/>
                  <a:pt x="19882" y="2769"/>
                  <a:pt x="20082" y="2769"/>
                </a:cubicBezTo>
                <a:lnTo>
                  <a:pt x="24085" y="2769"/>
                </a:lnTo>
                <a:cubicBezTo>
                  <a:pt x="24318" y="2769"/>
                  <a:pt x="24518" y="2603"/>
                  <a:pt x="24518" y="2369"/>
                </a:cubicBezTo>
                <a:lnTo>
                  <a:pt x="24518" y="434"/>
                </a:lnTo>
                <a:cubicBezTo>
                  <a:pt x="24518" y="201"/>
                  <a:pt x="24318" y="1"/>
                  <a:pt x="24085" y="1"/>
                </a:cubicBezTo>
                <a:close/>
                <a:moveTo>
                  <a:pt x="26653" y="1"/>
                </a:moveTo>
                <a:cubicBezTo>
                  <a:pt x="26420" y="1"/>
                  <a:pt x="26253" y="201"/>
                  <a:pt x="26253" y="434"/>
                </a:cubicBezTo>
                <a:lnTo>
                  <a:pt x="26253" y="2369"/>
                </a:lnTo>
                <a:cubicBezTo>
                  <a:pt x="26253" y="2603"/>
                  <a:pt x="26420" y="2769"/>
                  <a:pt x="26653" y="2769"/>
                </a:cubicBezTo>
                <a:lnTo>
                  <a:pt x="30656" y="2769"/>
                </a:lnTo>
                <a:cubicBezTo>
                  <a:pt x="30889" y="2769"/>
                  <a:pt x="31056" y="2603"/>
                  <a:pt x="31056" y="2369"/>
                </a:cubicBezTo>
                <a:lnTo>
                  <a:pt x="31056" y="434"/>
                </a:lnTo>
                <a:cubicBezTo>
                  <a:pt x="31056" y="201"/>
                  <a:pt x="30889" y="1"/>
                  <a:pt x="30656" y="1"/>
                </a:cubicBezTo>
                <a:close/>
                <a:moveTo>
                  <a:pt x="33224" y="1"/>
                </a:moveTo>
                <a:cubicBezTo>
                  <a:pt x="32991" y="1"/>
                  <a:pt x="32791" y="201"/>
                  <a:pt x="32791" y="434"/>
                </a:cubicBezTo>
                <a:lnTo>
                  <a:pt x="32791" y="2369"/>
                </a:lnTo>
                <a:cubicBezTo>
                  <a:pt x="32791" y="2603"/>
                  <a:pt x="32991" y="2769"/>
                  <a:pt x="33224" y="2769"/>
                </a:cubicBezTo>
                <a:lnTo>
                  <a:pt x="37194" y="2769"/>
                </a:lnTo>
                <a:cubicBezTo>
                  <a:pt x="37427" y="2769"/>
                  <a:pt x="37628" y="2603"/>
                  <a:pt x="37628" y="2369"/>
                </a:cubicBezTo>
                <a:lnTo>
                  <a:pt x="37628" y="434"/>
                </a:lnTo>
                <a:cubicBezTo>
                  <a:pt x="37628" y="201"/>
                  <a:pt x="37427" y="1"/>
                  <a:pt x="37194" y="1"/>
                </a:cubicBezTo>
                <a:close/>
                <a:moveTo>
                  <a:pt x="39762" y="1"/>
                </a:moveTo>
                <a:cubicBezTo>
                  <a:pt x="39529" y="1"/>
                  <a:pt x="39329" y="201"/>
                  <a:pt x="39329" y="434"/>
                </a:cubicBezTo>
                <a:lnTo>
                  <a:pt x="39329" y="2369"/>
                </a:lnTo>
                <a:cubicBezTo>
                  <a:pt x="39362" y="2603"/>
                  <a:pt x="39529" y="2769"/>
                  <a:pt x="39762" y="2769"/>
                </a:cubicBezTo>
                <a:lnTo>
                  <a:pt x="43765" y="2769"/>
                </a:lnTo>
                <a:cubicBezTo>
                  <a:pt x="43999" y="2769"/>
                  <a:pt x="44166" y="2603"/>
                  <a:pt x="44166" y="2369"/>
                </a:cubicBezTo>
                <a:lnTo>
                  <a:pt x="44166" y="434"/>
                </a:lnTo>
                <a:cubicBezTo>
                  <a:pt x="44166" y="201"/>
                  <a:pt x="43999" y="1"/>
                  <a:pt x="43765" y="1"/>
                </a:cubicBezTo>
                <a:close/>
                <a:moveTo>
                  <a:pt x="46334" y="1"/>
                </a:moveTo>
                <a:cubicBezTo>
                  <a:pt x="46100" y="1"/>
                  <a:pt x="45900" y="201"/>
                  <a:pt x="45900" y="434"/>
                </a:cubicBezTo>
                <a:lnTo>
                  <a:pt x="45900" y="2369"/>
                </a:lnTo>
                <a:cubicBezTo>
                  <a:pt x="45900" y="2603"/>
                  <a:pt x="46100" y="2769"/>
                  <a:pt x="46334" y="2769"/>
                </a:cubicBezTo>
                <a:lnTo>
                  <a:pt x="50337" y="2769"/>
                </a:lnTo>
                <a:cubicBezTo>
                  <a:pt x="50537" y="2769"/>
                  <a:pt x="50737" y="2603"/>
                  <a:pt x="50737" y="2369"/>
                </a:cubicBezTo>
                <a:lnTo>
                  <a:pt x="50737" y="434"/>
                </a:lnTo>
                <a:cubicBezTo>
                  <a:pt x="50737" y="201"/>
                  <a:pt x="50537" y="1"/>
                  <a:pt x="50337" y="1"/>
                </a:cubicBezTo>
                <a:close/>
                <a:moveTo>
                  <a:pt x="52872" y="1"/>
                </a:moveTo>
                <a:cubicBezTo>
                  <a:pt x="52638" y="1"/>
                  <a:pt x="52471" y="201"/>
                  <a:pt x="52471" y="434"/>
                </a:cubicBezTo>
                <a:lnTo>
                  <a:pt x="52471" y="2369"/>
                </a:lnTo>
                <a:cubicBezTo>
                  <a:pt x="52471" y="2603"/>
                  <a:pt x="52638" y="2769"/>
                  <a:pt x="52872" y="2769"/>
                </a:cubicBezTo>
                <a:lnTo>
                  <a:pt x="56875" y="2769"/>
                </a:lnTo>
                <a:cubicBezTo>
                  <a:pt x="57108" y="2769"/>
                  <a:pt x="57308" y="2603"/>
                  <a:pt x="57308" y="2369"/>
                </a:cubicBezTo>
                <a:lnTo>
                  <a:pt x="57308" y="434"/>
                </a:lnTo>
                <a:cubicBezTo>
                  <a:pt x="57308" y="201"/>
                  <a:pt x="57108" y="1"/>
                  <a:pt x="56875" y="1"/>
                </a:cubicBezTo>
                <a:close/>
                <a:moveTo>
                  <a:pt x="59443" y="1"/>
                </a:moveTo>
                <a:cubicBezTo>
                  <a:pt x="59210" y="1"/>
                  <a:pt x="59009" y="201"/>
                  <a:pt x="59009" y="434"/>
                </a:cubicBezTo>
                <a:lnTo>
                  <a:pt x="59009" y="2369"/>
                </a:lnTo>
                <a:cubicBezTo>
                  <a:pt x="59009" y="2603"/>
                  <a:pt x="59210" y="2769"/>
                  <a:pt x="59443" y="2769"/>
                </a:cubicBezTo>
                <a:lnTo>
                  <a:pt x="63446" y="2769"/>
                </a:lnTo>
                <a:cubicBezTo>
                  <a:pt x="63646" y="2769"/>
                  <a:pt x="63846" y="2603"/>
                  <a:pt x="63846" y="2369"/>
                </a:cubicBezTo>
                <a:lnTo>
                  <a:pt x="63846" y="434"/>
                </a:lnTo>
                <a:cubicBezTo>
                  <a:pt x="63846" y="201"/>
                  <a:pt x="63646" y="1"/>
                  <a:pt x="63446" y="1"/>
                </a:cubicBezTo>
                <a:close/>
                <a:moveTo>
                  <a:pt x="65981" y="1"/>
                </a:moveTo>
                <a:cubicBezTo>
                  <a:pt x="65748" y="1"/>
                  <a:pt x="65581" y="201"/>
                  <a:pt x="65581" y="434"/>
                </a:cubicBezTo>
                <a:lnTo>
                  <a:pt x="65581" y="2369"/>
                </a:lnTo>
                <a:cubicBezTo>
                  <a:pt x="65581" y="2603"/>
                  <a:pt x="65748" y="2769"/>
                  <a:pt x="65981" y="2769"/>
                </a:cubicBezTo>
                <a:lnTo>
                  <a:pt x="69984" y="2769"/>
                </a:lnTo>
                <a:cubicBezTo>
                  <a:pt x="70217" y="2769"/>
                  <a:pt x="70418" y="2603"/>
                  <a:pt x="70418" y="2369"/>
                </a:cubicBezTo>
                <a:lnTo>
                  <a:pt x="70418" y="434"/>
                </a:lnTo>
                <a:cubicBezTo>
                  <a:pt x="70418" y="201"/>
                  <a:pt x="70217" y="1"/>
                  <a:pt x="69984" y="1"/>
                </a:cubicBezTo>
                <a:close/>
                <a:moveTo>
                  <a:pt x="72552" y="1"/>
                </a:moveTo>
                <a:cubicBezTo>
                  <a:pt x="72319" y="1"/>
                  <a:pt x="72119" y="201"/>
                  <a:pt x="72119" y="434"/>
                </a:cubicBezTo>
                <a:lnTo>
                  <a:pt x="72119" y="2369"/>
                </a:lnTo>
                <a:cubicBezTo>
                  <a:pt x="72119" y="2603"/>
                  <a:pt x="72319" y="2769"/>
                  <a:pt x="72552" y="2769"/>
                </a:cubicBezTo>
                <a:lnTo>
                  <a:pt x="76555" y="2769"/>
                </a:lnTo>
                <a:cubicBezTo>
                  <a:pt x="76789" y="2769"/>
                  <a:pt x="76956" y="2603"/>
                  <a:pt x="76956" y="2369"/>
                </a:cubicBezTo>
                <a:lnTo>
                  <a:pt x="76956" y="434"/>
                </a:lnTo>
                <a:cubicBezTo>
                  <a:pt x="76956" y="201"/>
                  <a:pt x="76789" y="1"/>
                  <a:pt x="76555" y="1"/>
                </a:cubicBezTo>
                <a:close/>
                <a:moveTo>
                  <a:pt x="434" y="3570"/>
                </a:moveTo>
                <a:cubicBezTo>
                  <a:pt x="201" y="3570"/>
                  <a:pt x="1" y="3770"/>
                  <a:pt x="1" y="4004"/>
                </a:cubicBezTo>
                <a:lnTo>
                  <a:pt x="1" y="7673"/>
                </a:lnTo>
                <a:cubicBezTo>
                  <a:pt x="1" y="7906"/>
                  <a:pt x="201" y="8073"/>
                  <a:pt x="434" y="8073"/>
                </a:cubicBezTo>
                <a:lnTo>
                  <a:pt x="4437" y="8073"/>
                </a:lnTo>
                <a:cubicBezTo>
                  <a:pt x="4671" y="8073"/>
                  <a:pt x="4837" y="7906"/>
                  <a:pt x="4837" y="7673"/>
                </a:cubicBezTo>
                <a:lnTo>
                  <a:pt x="4837" y="4004"/>
                </a:lnTo>
                <a:cubicBezTo>
                  <a:pt x="4837" y="3770"/>
                  <a:pt x="4671" y="3570"/>
                  <a:pt x="4437" y="3570"/>
                </a:cubicBezTo>
                <a:close/>
                <a:moveTo>
                  <a:pt x="6972" y="3570"/>
                </a:moveTo>
                <a:cubicBezTo>
                  <a:pt x="6739" y="3570"/>
                  <a:pt x="6572" y="3770"/>
                  <a:pt x="6572" y="4004"/>
                </a:cubicBezTo>
                <a:lnTo>
                  <a:pt x="6572" y="7673"/>
                </a:lnTo>
                <a:cubicBezTo>
                  <a:pt x="6572" y="7906"/>
                  <a:pt x="6739" y="8073"/>
                  <a:pt x="6972" y="8073"/>
                </a:cubicBezTo>
                <a:lnTo>
                  <a:pt x="10975" y="8073"/>
                </a:lnTo>
                <a:cubicBezTo>
                  <a:pt x="11209" y="8073"/>
                  <a:pt x="11409" y="7906"/>
                  <a:pt x="11409" y="7673"/>
                </a:cubicBezTo>
                <a:lnTo>
                  <a:pt x="11409" y="4004"/>
                </a:lnTo>
                <a:cubicBezTo>
                  <a:pt x="11409" y="3770"/>
                  <a:pt x="11209" y="3570"/>
                  <a:pt x="10975" y="3570"/>
                </a:cubicBezTo>
                <a:close/>
                <a:moveTo>
                  <a:pt x="13544" y="3570"/>
                </a:moveTo>
                <a:cubicBezTo>
                  <a:pt x="13310" y="3570"/>
                  <a:pt x="13110" y="3770"/>
                  <a:pt x="13110" y="4004"/>
                </a:cubicBezTo>
                <a:lnTo>
                  <a:pt x="13110" y="7673"/>
                </a:lnTo>
                <a:cubicBezTo>
                  <a:pt x="13110" y="7906"/>
                  <a:pt x="13310" y="8073"/>
                  <a:pt x="13544" y="8073"/>
                </a:cubicBezTo>
                <a:lnTo>
                  <a:pt x="17547" y="8073"/>
                </a:lnTo>
                <a:cubicBezTo>
                  <a:pt x="17780" y="8073"/>
                  <a:pt x="17947" y="7906"/>
                  <a:pt x="17947" y="7673"/>
                </a:cubicBezTo>
                <a:lnTo>
                  <a:pt x="17947" y="4004"/>
                </a:lnTo>
                <a:cubicBezTo>
                  <a:pt x="17947" y="3770"/>
                  <a:pt x="17780" y="3570"/>
                  <a:pt x="17547" y="3570"/>
                </a:cubicBezTo>
                <a:close/>
                <a:moveTo>
                  <a:pt x="20082" y="3570"/>
                </a:moveTo>
                <a:cubicBezTo>
                  <a:pt x="19882" y="3570"/>
                  <a:pt x="19681" y="3770"/>
                  <a:pt x="19681" y="4004"/>
                </a:cubicBezTo>
                <a:lnTo>
                  <a:pt x="19681" y="7673"/>
                </a:lnTo>
                <a:cubicBezTo>
                  <a:pt x="19681" y="7906"/>
                  <a:pt x="19882" y="8073"/>
                  <a:pt x="20082" y="8073"/>
                </a:cubicBezTo>
                <a:lnTo>
                  <a:pt x="24085" y="8073"/>
                </a:lnTo>
                <a:cubicBezTo>
                  <a:pt x="24318" y="8073"/>
                  <a:pt x="24518" y="7906"/>
                  <a:pt x="24518" y="7673"/>
                </a:cubicBezTo>
                <a:lnTo>
                  <a:pt x="24518" y="4004"/>
                </a:lnTo>
                <a:cubicBezTo>
                  <a:pt x="24518" y="3770"/>
                  <a:pt x="24318" y="3570"/>
                  <a:pt x="24085" y="3570"/>
                </a:cubicBezTo>
                <a:close/>
                <a:moveTo>
                  <a:pt x="26653" y="3570"/>
                </a:moveTo>
                <a:cubicBezTo>
                  <a:pt x="26420" y="3570"/>
                  <a:pt x="26253" y="3770"/>
                  <a:pt x="26253" y="4004"/>
                </a:cubicBezTo>
                <a:lnTo>
                  <a:pt x="26253" y="7673"/>
                </a:lnTo>
                <a:cubicBezTo>
                  <a:pt x="26253" y="7906"/>
                  <a:pt x="26420" y="8073"/>
                  <a:pt x="26653" y="8073"/>
                </a:cubicBezTo>
                <a:lnTo>
                  <a:pt x="30656" y="8073"/>
                </a:lnTo>
                <a:cubicBezTo>
                  <a:pt x="30889" y="8073"/>
                  <a:pt x="31056" y="7906"/>
                  <a:pt x="31056" y="7673"/>
                </a:cubicBezTo>
                <a:lnTo>
                  <a:pt x="31056" y="4004"/>
                </a:lnTo>
                <a:cubicBezTo>
                  <a:pt x="31056" y="3770"/>
                  <a:pt x="30889" y="3570"/>
                  <a:pt x="30656" y="3570"/>
                </a:cubicBezTo>
                <a:close/>
                <a:moveTo>
                  <a:pt x="33224" y="3570"/>
                </a:moveTo>
                <a:cubicBezTo>
                  <a:pt x="32991" y="3570"/>
                  <a:pt x="32791" y="3770"/>
                  <a:pt x="32791" y="4004"/>
                </a:cubicBezTo>
                <a:lnTo>
                  <a:pt x="32791" y="7673"/>
                </a:lnTo>
                <a:cubicBezTo>
                  <a:pt x="32791" y="7906"/>
                  <a:pt x="32991" y="8073"/>
                  <a:pt x="33224" y="8073"/>
                </a:cubicBezTo>
                <a:lnTo>
                  <a:pt x="37194" y="8073"/>
                </a:lnTo>
                <a:cubicBezTo>
                  <a:pt x="37427" y="8073"/>
                  <a:pt x="37628" y="7906"/>
                  <a:pt x="37628" y="7673"/>
                </a:cubicBezTo>
                <a:lnTo>
                  <a:pt x="37628" y="4004"/>
                </a:lnTo>
                <a:cubicBezTo>
                  <a:pt x="37628" y="3770"/>
                  <a:pt x="37427" y="3570"/>
                  <a:pt x="37194" y="3570"/>
                </a:cubicBezTo>
                <a:close/>
                <a:moveTo>
                  <a:pt x="39762" y="3570"/>
                </a:moveTo>
                <a:cubicBezTo>
                  <a:pt x="39529" y="3570"/>
                  <a:pt x="39329" y="3770"/>
                  <a:pt x="39329" y="4004"/>
                </a:cubicBezTo>
                <a:lnTo>
                  <a:pt x="39329" y="7673"/>
                </a:lnTo>
                <a:cubicBezTo>
                  <a:pt x="39362" y="7906"/>
                  <a:pt x="39529" y="8073"/>
                  <a:pt x="39762" y="8073"/>
                </a:cubicBezTo>
                <a:lnTo>
                  <a:pt x="43765" y="8073"/>
                </a:lnTo>
                <a:cubicBezTo>
                  <a:pt x="43999" y="8073"/>
                  <a:pt x="44166" y="7906"/>
                  <a:pt x="44166" y="7673"/>
                </a:cubicBezTo>
                <a:lnTo>
                  <a:pt x="44166" y="4004"/>
                </a:lnTo>
                <a:cubicBezTo>
                  <a:pt x="44166" y="3770"/>
                  <a:pt x="43999" y="3570"/>
                  <a:pt x="43765" y="3570"/>
                </a:cubicBezTo>
                <a:close/>
                <a:moveTo>
                  <a:pt x="46334" y="3570"/>
                </a:moveTo>
                <a:cubicBezTo>
                  <a:pt x="46100" y="3570"/>
                  <a:pt x="45900" y="3770"/>
                  <a:pt x="45900" y="4004"/>
                </a:cubicBezTo>
                <a:lnTo>
                  <a:pt x="45900" y="7673"/>
                </a:lnTo>
                <a:cubicBezTo>
                  <a:pt x="45900" y="7906"/>
                  <a:pt x="46100" y="8073"/>
                  <a:pt x="46334" y="8073"/>
                </a:cubicBezTo>
                <a:lnTo>
                  <a:pt x="50337" y="8073"/>
                </a:lnTo>
                <a:cubicBezTo>
                  <a:pt x="50537" y="8073"/>
                  <a:pt x="50737" y="7906"/>
                  <a:pt x="50737" y="7673"/>
                </a:cubicBezTo>
                <a:lnTo>
                  <a:pt x="50737" y="4004"/>
                </a:lnTo>
                <a:cubicBezTo>
                  <a:pt x="50737" y="3770"/>
                  <a:pt x="50537" y="3570"/>
                  <a:pt x="50337" y="3570"/>
                </a:cubicBezTo>
                <a:close/>
                <a:moveTo>
                  <a:pt x="52872" y="3570"/>
                </a:moveTo>
                <a:cubicBezTo>
                  <a:pt x="52638" y="3570"/>
                  <a:pt x="52471" y="3770"/>
                  <a:pt x="52471" y="4004"/>
                </a:cubicBezTo>
                <a:lnTo>
                  <a:pt x="52471" y="7673"/>
                </a:lnTo>
                <a:cubicBezTo>
                  <a:pt x="52471" y="7906"/>
                  <a:pt x="52638" y="8073"/>
                  <a:pt x="52872" y="8073"/>
                </a:cubicBezTo>
                <a:lnTo>
                  <a:pt x="56875" y="8073"/>
                </a:lnTo>
                <a:cubicBezTo>
                  <a:pt x="57108" y="8073"/>
                  <a:pt x="57308" y="7906"/>
                  <a:pt x="57308" y="7673"/>
                </a:cubicBezTo>
                <a:lnTo>
                  <a:pt x="57308" y="4004"/>
                </a:lnTo>
                <a:cubicBezTo>
                  <a:pt x="57308" y="3770"/>
                  <a:pt x="57108" y="3570"/>
                  <a:pt x="56875" y="3570"/>
                </a:cubicBezTo>
                <a:close/>
                <a:moveTo>
                  <a:pt x="59443" y="3570"/>
                </a:moveTo>
                <a:cubicBezTo>
                  <a:pt x="59210" y="3570"/>
                  <a:pt x="59009" y="3770"/>
                  <a:pt x="59009" y="4004"/>
                </a:cubicBezTo>
                <a:lnTo>
                  <a:pt x="59009" y="7673"/>
                </a:lnTo>
                <a:cubicBezTo>
                  <a:pt x="59009" y="7906"/>
                  <a:pt x="59210" y="8073"/>
                  <a:pt x="59443" y="8073"/>
                </a:cubicBezTo>
                <a:lnTo>
                  <a:pt x="63446" y="8073"/>
                </a:lnTo>
                <a:cubicBezTo>
                  <a:pt x="63646" y="8073"/>
                  <a:pt x="63846" y="7906"/>
                  <a:pt x="63846" y="7673"/>
                </a:cubicBezTo>
                <a:lnTo>
                  <a:pt x="63846" y="4004"/>
                </a:lnTo>
                <a:cubicBezTo>
                  <a:pt x="63846" y="3770"/>
                  <a:pt x="63646" y="3570"/>
                  <a:pt x="63446" y="3570"/>
                </a:cubicBezTo>
                <a:close/>
                <a:moveTo>
                  <a:pt x="65981" y="3570"/>
                </a:moveTo>
                <a:cubicBezTo>
                  <a:pt x="65748" y="3570"/>
                  <a:pt x="65581" y="3770"/>
                  <a:pt x="65581" y="4004"/>
                </a:cubicBezTo>
                <a:lnTo>
                  <a:pt x="65581" y="7673"/>
                </a:lnTo>
                <a:cubicBezTo>
                  <a:pt x="65581" y="7906"/>
                  <a:pt x="65748" y="8073"/>
                  <a:pt x="65981" y="8073"/>
                </a:cubicBezTo>
                <a:lnTo>
                  <a:pt x="76555" y="8073"/>
                </a:lnTo>
                <a:cubicBezTo>
                  <a:pt x="76789" y="8073"/>
                  <a:pt x="76956" y="7906"/>
                  <a:pt x="76956" y="7673"/>
                </a:cubicBezTo>
                <a:lnTo>
                  <a:pt x="76956" y="4004"/>
                </a:lnTo>
                <a:cubicBezTo>
                  <a:pt x="76956" y="3770"/>
                  <a:pt x="76789" y="3570"/>
                  <a:pt x="76555" y="3570"/>
                </a:cubicBezTo>
                <a:close/>
                <a:moveTo>
                  <a:pt x="434" y="9041"/>
                </a:moveTo>
                <a:cubicBezTo>
                  <a:pt x="201" y="9041"/>
                  <a:pt x="1" y="9207"/>
                  <a:pt x="1" y="9441"/>
                </a:cubicBezTo>
                <a:lnTo>
                  <a:pt x="1" y="13110"/>
                </a:lnTo>
                <a:cubicBezTo>
                  <a:pt x="1" y="13344"/>
                  <a:pt x="201" y="13544"/>
                  <a:pt x="434" y="13544"/>
                </a:cubicBezTo>
                <a:lnTo>
                  <a:pt x="10975" y="13544"/>
                </a:lnTo>
                <a:cubicBezTo>
                  <a:pt x="11209" y="13544"/>
                  <a:pt x="11409" y="13344"/>
                  <a:pt x="11409" y="13110"/>
                </a:cubicBezTo>
                <a:lnTo>
                  <a:pt x="11409" y="9441"/>
                </a:lnTo>
                <a:cubicBezTo>
                  <a:pt x="11409" y="9207"/>
                  <a:pt x="11209" y="9041"/>
                  <a:pt x="10975" y="9041"/>
                </a:cubicBezTo>
                <a:close/>
                <a:moveTo>
                  <a:pt x="13544" y="9041"/>
                </a:moveTo>
                <a:cubicBezTo>
                  <a:pt x="13310" y="9041"/>
                  <a:pt x="13110" y="9207"/>
                  <a:pt x="13110" y="9441"/>
                </a:cubicBezTo>
                <a:lnTo>
                  <a:pt x="13110" y="13110"/>
                </a:lnTo>
                <a:cubicBezTo>
                  <a:pt x="13110" y="13344"/>
                  <a:pt x="13310" y="13544"/>
                  <a:pt x="13544" y="13544"/>
                </a:cubicBezTo>
                <a:lnTo>
                  <a:pt x="17547" y="13544"/>
                </a:lnTo>
                <a:cubicBezTo>
                  <a:pt x="17780" y="13544"/>
                  <a:pt x="17947" y="13344"/>
                  <a:pt x="17947" y="13110"/>
                </a:cubicBezTo>
                <a:lnTo>
                  <a:pt x="17947" y="9441"/>
                </a:lnTo>
                <a:cubicBezTo>
                  <a:pt x="17947" y="9207"/>
                  <a:pt x="17780" y="9041"/>
                  <a:pt x="17547" y="9041"/>
                </a:cubicBezTo>
                <a:close/>
                <a:moveTo>
                  <a:pt x="20082" y="9041"/>
                </a:moveTo>
                <a:cubicBezTo>
                  <a:pt x="19882" y="9041"/>
                  <a:pt x="19681" y="9207"/>
                  <a:pt x="19681" y="9441"/>
                </a:cubicBezTo>
                <a:lnTo>
                  <a:pt x="19681" y="13110"/>
                </a:lnTo>
                <a:cubicBezTo>
                  <a:pt x="19681" y="13344"/>
                  <a:pt x="19882" y="13544"/>
                  <a:pt x="20082" y="13544"/>
                </a:cubicBezTo>
                <a:lnTo>
                  <a:pt x="24085" y="13544"/>
                </a:lnTo>
                <a:cubicBezTo>
                  <a:pt x="24318" y="13544"/>
                  <a:pt x="24518" y="13344"/>
                  <a:pt x="24518" y="13110"/>
                </a:cubicBezTo>
                <a:lnTo>
                  <a:pt x="24518" y="9441"/>
                </a:lnTo>
                <a:cubicBezTo>
                  <a:pt x="24518" y="9207"/>
                  <a:pt x="24318" y="9041"/>
                  <a:pt x="24085" y="9041"/>
                </a:cubicBezTo>
                <a:close/>
                <a:moveTo>
                  <a:pt x="26653" y="9041"/>
                </a:moveTo>
                <a:cubicBezTo>
                  <a:pt x="26420" y="9041"/>
                  <a:pt x="26253" y="9207"/>
                  <a:pt x="26253" y="9441"/>
                </a:cubicBezTo>
                <a:lnTo>
                  <a:pt x="26253" y="13110"/>
                </a:lnTo>
                <a:cubicBezTo>
                  <a:pt x="26253" y="13344"/>
                  <a:pt x="26420" y="13544"/>
                  <a:pt x="26653" y="13544"/>
                </a:cubicBezTo>
                <a:lnTo>
                  <a:pt x="30656" y="13544"/>
                </a:lnTo>
                <a:cubicBezTo>
                  <a:pt x="30889" y="13544"/>
                  <a:pt x="31056" y="13344"/>
                  <a:pt x="31056" y="13110"/>
                </a:cubicBezTo>
                <a:lnTo>
                  <a:pt x="31056" y="9441"/>
                </a:lnTo>
                <a:cubicBezTo>
                  <a:pt x="31056" y="9207"/>
                  <a:pt x="30889" y="9041"/>
                  <a:pt x="30656" y="9041"/>
                </a:cubicBezTo>
                <a:close/>
                <a:moveTo>
                  <a:pt x="33224" y="9041"/>
                </a:moveTo>
                <a:cubicBezTo>
                  <a:pt x="32991" y="9041"/>
                  <a:pt x="32791" y="9207"/>
                  <a:pt x="32791" y="9441"/>
                </a:cubicBezTo>
                <a:lnTo>
                  <a:pt x="32791" y="13110"/>
                </a:lnTo>
                <a:cubicBezTo>
                  <a:pt x="32791" y="13344"/>
                  <a:pt x="32991" y="13544"/>
                  <a:pt x="33224" y="13544"/>
                </a:cubicBezTo>
                <a:lnTo>
                  <a:pt x="37194" y="13544"/>
                </a:lnTo>
                <a:cubicBezTo>
                  <a:pt x="37427" y="13544"/>
                  <a:pt x="37628" y="13344"/>
                  <a:pt x="37628" y="13110"/>
                </a:cubicBezTo>
                <a:lnTo>
                  <a:pt x="37628" y="9441"/>
                </a:lnTo>
                <a:cubicBezTo>
                  <a:pt x="37628" y="9207"/>
                  <a:pt x="37427" y="9041"/>
                  <a:pt x="37194" y="9041"/>
                </a:cubicBezTo>
                <a:close/>
                <a:moveTo>
                  <a:pt x="39762" y="9041"/>
                </a:moveTo>
                <a:cubicBezTo>
                  <a:pt x="39529" y="9041"/>
                  <a:pt x="39329" y="9207"/>
                  <a:pt x="39329" y="9441"/>
                </a:cubicBezTo>
                <a:lnTo>
                  <a:pt x="39329" y="13110"/>
                </a:lnTo>
                <a:cubicBezTo>
                  <a:pt x="39362" y="13344"/>
                  <a:pt x="39529" y="13544"/>
                  <a:pt x="39762" y="13544"/>
                </a:cubicBezTo>
                <a:lnTo>
                  <a:pt x="43765" y="13544"/>
                </a:lnTo>
                <a:cubicBezTo>
                  <a:pt x="43999" y="13544"/>
                  <a:pt x="44166" y="13344"/>
                  <a:pt x="44166" y="13110"/>
                </a:cubicBezTo>
                <a:lnTo>
                  <a:pt x="44166" y="9441"/>
                </a:lnTo>
                <a:cubicBezTo>
                  <a:pt x="44166" y="9207"/>
                  <a:pt x="43999" y="9041"/>
                  <a:pt x="43765" y="9041"/>
                </a:cubicBezTo>
                <a:close/>
                <a:moveTo>
                  <a:pt x="46334" y="9041"/>
                </a:moveTo>
                <a:cubicBezTo>
                  <a:pt x="46100" y="9041"/>
                  <a:pt x="45900" y="9207"/>
                  <a:pt x="45900" y="9441"/>
                </a:cubicBezTo>
                <a:lnTo>
                  <a:pt x="45900" y="13110"/>
                </a:lnTo>
                <a:cubicBezTo>
                  <a:pt x="45900" y="13344"/>
                  <a:pt x="46100" y="13544"/>
                  <a:pt x="46334" y="13544"/>
                </a:cubicBezTo>
                <a:lnTo>
                  <a:pt x="50337" y="13544"/>
                </a:lnTo>
                <a:cubicBezTo>
                  <a:pt x="50537" y="13544"/>
                  <a:pt x="50737" y="13344"/>
                  <a:pt x="50737" y="13110"/>
                </a:cubicBezTo>
                <a:lnTo>
                  <a:pt x="50737" y="9441"/>
                </a:lnTo>
                <a:cubicBezTo>
                  <a:pt x="50737" y="9207"/>
                  <a:pt x="50537" y="9041"/>
                  <a:pt x="50337" y="9041"/>
                </a:cubicBezTo>
                <a:close/>
                <a:moveTo>
                  <a:pt x="52872" y="9041"/>
                </a:moveTo>
                <a:cubicBezTo>
                  <a:pt x="52638" y="9041"/>
                  <a:pt x="52471" y="9207"/>
                  <a:pt x="52471" y="9441"/>
                </a:cubicBezTo>
                <a:lnTo>
                  <a:pt x="52471" y="13110"/>
                </a:lnTo>
                <a:cubicBezTo>
                  <a:pt x="52471" y="13344"/>
                  <a:pt x="52638" y="13544"/>
                  <a:pt x="52872" y="13544"/>
                </a:cubicBezTo>
                <a:lnTo>
                  <a:pt x="56875" y="13544"/>
                </a:lnTo>
                <a:cubicBezTo>
                  <a:pt x="57108" y="13544"/>
                  <a:pt x="57308" y="13344"/>
                  <a:pt x="57308" y="13110"/>
                </a:cubicBezTo>
                <a:lnTo>
                  <a:pt x="57308" y="9441"/>
                </a:lnTo>
                <a:cubicBezTo>
                  <a:pt x="57308" y="9207"/>
                  <a:pt x="57108" y="9041"/>
                  <a:pt x="56875" y="9041"/>
                </a:cubicBezTo>
                <a:close/>
                <a:moveTo>
                  <a:pt x="59443" y="9041"/>
                </a:moveTo>
                <a:cubicBezTo>
                  <a:pt x="59210" y="9041"/>
                  <a:pt x="59009" y="9207"/>
                  <a:pt x="59009" y="9441"/>
                </a:cubicBezTo>
                <a:lnTo>
                  <a:pt x="59009" y="13110"/>
                </a:lnTo>
                <a:cubicBezTo>
                  <a:pt x="59009" y="13344"/>
                  <a:pt x="59210" y="13544"/>
                  <a:pt x="59443" y="13544"/>
                </a:cubicBezTo>
                <a:lnTo>
                  <a:pt x="63446" y="13544"/>
                </a:lnTo>
                <a:cubicBezTo>
                  <a:pt x="63646" y="13544"/>
                  <a:pt x="63846" y="13344"/>
                  <a:pt x="63846" y="13110"/>
                </a:cubicBezTo>
                <a:lnTo>
                  <a:pt x="63846" y="9441"/>
                </a:lnTo>
                <a:cubicBezTo>
                  <a:pt x="63846" y="9207"/>
                  <a:pt x="63646" y="9041"/>
                  <a:pt x="63446" y="9041"/>
                </a:cubicBezTo>
                <a:close/>
                <a:moveTo>
                  <a:pt x="434" y="14978"/>
                </a:moveTo>
                <a:cubicBezTo>
                  <a:pt x="201" y="14978"/>
                  <a:pt x="1" y="15145"/>
                  <a:pt x="1" y="15378"/>
                </a:cubicBezTo>
                <a:lnTo>
                  <a:pt x="1" y="19048"/>
                </a:lnTo>
                <a:cubicBezTo>
                  <a:pt x="1" y="19281"/>
                  <a:pt x="201" y="19481"/>
                  <a:pt x="434" y="19481"/>
                </a:cubicBezTo>
                <a:lnTo>
                  <a:pt x="4437" y="19481"/>
                </a:lnTo>
                <a:cubicBezTo>
                  <a:pt x="4671" y="19481"/>
                  <a:pt x="4837" y="19281"/>
                  <a:pt x="4837" y="19048"/>
                </a:cubicBezTo>
                <a:lnTo>
                  <a:pt x="4837" y="15378"/>
                </a:lnTo>
                <a:cubicBezTo>
                  <a:pt x="4837" y="15145"/>
                  <a:pt x="4671" y="14978"/>
                  <a:pt x="4437" y="14978"/>
                </a:cubicBezTo>
                <a:close/>
                <a:moveTo>
                  <a:pt x="6972" y="14978"/>
                </a:moveTo>
                <a:cubicBezTo>
                  <a:pt x="6739" y="14978"/>
                  <a:pt x="6572" y="15145"/>
                  <a:pt x="6572" y="15378"/>
                </a:cubicBezTo>
                <a:lnTo>
                  <a:pt x="6572" y="19048"/>
                </a:lnTo>
                <a:cubicBezTo>
                  <a:pt x="6572" y="19281"/>
                  <a:pt x="6739" y="19481"/>
                  <a:pt x="6972" y="19481"/>
                </a:cubicBezTo>
                <a:lnTo>
                  <a:pt x="10975" y="19481"/>
                </a:lnTo>
                <a:cubicBezTo>
                  <a:pt x="11209" y="19481"/>
                  <a:pt x="11409" y="19281"/>
                  <a:pt x="11409" y="19048"/>
                </a:cubicBezTo>
                <a:lnTo>
                  <a:pt x="11409" y="15378"/>
                </a:lnTo>
                <a:cubicBezTo>
                  <a:pt x="11409" y="15145"/>
                  <a:pt x="11209" y="14978"/>
                  <a:pt x="10975" y="14978"/>
                </a:cubicBezTo>
                <a:close/>
                <a:moveTo>
                  <a:pt x="13544" y="14978"/>
                </a:moveTo>
                <a:cubicBezTo>
                  <a:pt x="13310" y="14978"/>
                  <a:pt x="13110" y="15145"/>
                  <a:pt x="13110" y="15378"/>
                </a:cubicBezTo>
                <a:lnTo>
                  <a:pt x="13110" y="19048"/>
                </a:lnTo>
                <a:cubicBezTo>
                  <a:pt x="13110" y="19281"/>
                  <a:pt x="13310" y="19481"/>
                  <a:pt x="13544" y="19481"/>
                </a:cubicBezTo>
                <a:lnTo>
                  <a:pt x="17547" y="19481"/>
                </a:lnTo>
                <a:cubicBezTo>
                  <a:pt x="17780" y="19481"/>
                  <a:pt x="17947" y="19281"/>
                  <a:pt x="17947" y="19048"/>
                </a:cubicBezTo>
                <a:lnTo>
                  <a:pt x="17947" y="15378"/>
                </a:lnTo>
                <a:cubicBezTo>
                  <a:pt x="17947" y="15145"/>
                  <a:pt x="17780" y="14978"/>
                  <a:pt x="17547" y="14978"/>
                </a:cubicBezTo>
                <a:close/>
                <a:moveTo>
                  <a:pt x="20082" y="14978"/>
                </a:moveTo>
                <a:cubicBezTo>
                  <a:pt x="19882" y="14978"/>
                  <a:pt x="19681" y="15145"/>
                  <a:pt x="19681" y="15378"/>
                </a:cubicBezTo>
                <a:lnTo>
                  <a:pt x="19681" y="19048"/>
                </a:lnTo>
                <a:cubicBezTo>
                  <a:pt x="19681" y="19281"/>
                  <a:pt x="19882" y="19481"/>
                  <a:pt x="20082" y="19481"/>
                </a:cubicBezTo>
                <a:lnTo>
                  <a:pt x="24085" y="19481"/>
                </a:lnTo>
                <a:cubicBezTo>
                  <a:pt x="24318" y="19481"/>
                  <a:pt x="24518" y="19281"/>
                  <a:pt x="24518" y="19048"/>
                </a:cubicBezTo>
                <a:lnTo>
                  <a:pt x="24518" y="15378"/>
                </a:lnTo>
                <a:cubicBezTo>
                  <a:pt x="24518" y="15145"/>
                  <a:pt x="24318" y="14978"/>
                  <a:pt x="24085" y="14978"/>
                </a:cubicBezTo>
                <a:close/>
                <a:moveTo>
                  <a:pt x="26653" y="14978"/>
                </a:moveTo>
                <a:cubicBezTo>
                  <a:pt x="26420" y="14978"/>
                  <a:pt x="26253" y="15145"/>
                  <a:pt x="26253" y="15378"/>
                </a:cubicBezTo>
                <a:lnTo>
                  <a:pt x="26253" y="19048"/>
                </a:lnTo>
                <a:cubicBezTo>
                  <a:pt x="26253" y="19281"/>
                  <a:pt x="26420" y="19481"/>
                  <a:pt x="26653" y="19481"/>
                </a:cubicBezTo>
                <a:lnTo>
                  <a:pt x="30656" y="19481"/>
                </a:lnTo>
                <a:cubicBezTo>
                  <a:pt x="30889" y="19481"/>
                  <a:pt x="31056" y="19281"/>
                  <a:pt x="31056" y="19048"/>
                </a:cubicBezTo>
                <a:lnTo>
                  <a:pt x="31056" y="15378"/>
                </a:lnTo>
                <a:cubicBezTo>
                  <a:pt x="31056" y="15145"/>
                  <a:pt x="30889" y="14978"/>
                  <a:pt x="30656" y="14978"/>
                </a:cubicBezTo>
                <a:close/>
                <a:moveTo>
                  <a:pt x="33224" y="14978"/>
                </a:moveTo>
                <a:cubicBezTo>
                  <a:pt x="32991" y="14978"/>
                  <a:pt x="32791" y="15145"/>
                  <a:pt x="32791" y="15378"/>
                </a:cubicBezTo>
                <a:lnTo>
                  <a:pt x="32791" y="19048"/>
                </a:lnTo>
                <a:cubicBezTo>
                  <a:pt x="32791" y="19281"/>
                  <a:pt x="32991" y="19481"/>
                  <a:pt x="33224" y="19481"/>
                </a:cubicBezTo>
                <a:lnTo>
                  <a:pt x="37194" y="19481"/>
                </a:lnTo>
                <a:cubicBezTo>
                  <a:pt x="37427" y="19481"/>
                  <a:pt x="37628" y="19281"/>
                  <a:pt x="37628" y="19048"/>
                </a:cubicBezTo>
                <a:lnTo>
                  <a:pt x="37628" y="15378"/>
                </a:lnTo>
                <a:cubicBezTo>
                  <a:pt x="37628" y="15145"/>
                  <a:pt x="37427" y="14978"/>
                  <a:pt x="37194" y="14978"/>
                </a:cubicBezTo>
                <a:close/>
                <a:moveTo>
                  <a:pt x="39762" y="14978"/>
                </a:moveTo>
                <a:cubicBezTo>
                  <a:pt x="39529" y="14978"/>
                  <a:pt x="39329" y="15145"/>
                  <a:pt x="39329" y="15378"/>
                </a:cubicBezTo>
                <a:lnTo>
                  <a:pt x="39329" y="19048"/>
                </a:lnTo>
                <a:cubicBezTo>
                  <a:pt x="39362" y="19281"/>
                  <a:pt x="39529" y="19481"/>
                  <a:pt x="39762" y="19481"/>
                </a:cubicBezTo>
                <a:lnTo>
                  <a:pt x="43765" y="19481"/>
                </a:lnTo>
                <a:cubicBezTo>
                  <a:pt x="43999" y="19481"/>
                  <a:pt x="44166" y="19281"/>
                  <a:pt x="44166" y="19048"/>
                </a:cubicBezTo>
                <a:lnTo>
                  <a:pt x="44166" y="15378"/>
                </a:lnTo>
                <a:cubicBezTo>
                  <a:pt x="44166" y="15145"/>
                  <a:pt x="43999" y="14978"/>
                  <a:pt x="43765" y="14978"/>
                </a:cubicBezTo>
                <a:close/>
                <a:moveTo>
                  <a:pt x="46334" y="14978"/>
                </a:moveTo>
                <a:cubicBezTo>
                  <a:pt x="46100" y="14978"/>
                  <a:pt x="45900" y="15145"/>
                  <a:pt x="45900" y="15378"/>
                </a:cubicBezTo>
                <a:lnTo>
                  <a:pt x="45900" y="19048"/>
                </a:lnTo>
                <a:cubicBezTo>
                  <a:pt x="45900" y="19281"/>
                  <a:pt x="46100" y="19481"/>
                  <a:pt x="46334" y="19481"/>
                </a:cubicBezTo>
                <a:lnTo>
                  <a:pt x="50337" y="19481"/>
                </a:lnTo>
                <a:cubicBezTo>
                  <a:pt x="50537" y="19481"/>
                  <a:pt x="50737" y="19281"/>
                  <a:pt x="50737" y="19048"/>
                </a:cubicBezTo>
                <a:lnTo>
                  <a:pt x="50737" y="15378"/>
                </a:lnTo>
                <a:cubicBezTo>
                  <a:pt x="50737" y="15145"/>
                  <a:pt x="50537" y="14978"/>
                  <a:pt x="50337" y="14978"/>
                </a:cubicBezTo>
                <a:close/>
                <a:moveTo>
                  <a:pt x="52872" y="14978"/>
                </a:moveTo>
                <a:cubicBezTo>
                  <a:pt x="52638" y="14978"/>
                  <a:pt x="52471" y="15145"/>
                  <a:pt x="52471" y="15378"/>
                </a:cubicBezTo>
                <a:lnTo>
                  <a:pt x="52471" y="19048"/>
                </a:lnTo>
                <a:cubicBezTo>
                  <a:pt x="52471" y="19281"/>
                  <a:pt x="52638" y="19481"/>
                  <a:pt x="52872" y="19481"/>
                </a:cubicBezTo>
                <a:lnTo>
                  <a:pt x="56875" y="19481"/>
                </a:lnTo>
                <a:cubicBezTo>
                  <a:pt x="57108" y="19481"/>
                  <a:pt x="57308" y="19281"/>
                  <a:pt x="57308" y="19048"/>
                </a:cubicBezTo>
                <a:lnTo>
                  <a:pt x="57308" y="15378"/>
                </a:lnTo>
                <a:cubicBezTo>
                  <a:pt x="57308" y="15145"/>
                  <a:pt x="57108" y="14978"/>
                  <a:pt x="56875" y="14978"/>
                </a:cubicBezTo>
                <a:close/>
                <a:moveTo>
                  <a:pt x="59443" y="14978"/>
                </a:moveTo>
                <a:cubicBezTo>
                  <a:pt x="59210" y="14978"/>
                  <a:pt x="59009" y="15145"/>
                  <a:pt x="59009" y="15378"/>
                </a:cubicBezTo>
                <a:lnTo>
                  <a:pt x="59009" y="19048"/>
                </a:lnTo>
                <a:cubicBezTo>
                  <a:pt x="59009" y="19281"/>
                  <a:pt x="59210" y="19481"/>
                  <a:pt x="59443" y="19481"/>
                </a:cubicBezTo>
                <a:lnTo>
                  <a:pt x="63446" y="19481"/>
                </a:lnTo>
                <a:cubicBezTo>
                  <a:pt x="63646" y="19481"/>
                  <a:pt x="63846" y="19281"/>
                  <a:pt x="63846" y="19048"/>
                </a:cubicBezTo>
                <a:lnTo>
                  <a:pt x="63846" y="15378"/>
                </a:lnTo>
                <a:cubicBezTo>
                  <a:pt x="63846" y="15145"/>
                  <a:pt x="63646" y="14978"/>
                  <a:pt x="63446" y="14978"/>
                </a:cubicBezTo>
                <a:close/>
                <a:moveTo>
                  <a:pt x="65981" y="14978"/>
                </a:moveTo>
                <a:cubicBezTo>
                  <a:pt x="65748" y="14978"/>
                  <a:pt x="65581" y="15145"/>
                  <a:pt x="65581" y="15378"/>
                </a:cubicBezTo>
                <a:lnTo>
                  <a:pt x="65581" y="19048"/>
                </a:lnTo>
                <a:cubicBezTo>
                  <a:pt x="65581" y="19281"/>
                  <a:pt x="65748" y="19481"/>
                  <a:pt x="65981" y="19481"/>
                </a:cubicBezTo>
                <a:lnTo>
                  <a:pt x="69984" y="19481"/>
                </a:lnTo>
                <a:cubicBezTo>
                  <a:pt x="70217" y="19481"/>
                  <a:pt x="70418" y="19281"/>
                  <a:pt x="70418" y="19048"/>
                </a:cubicBezTo>
                <a:lnTo>
                  <a:pt x="70418" y="15378"/>
                </a:lnTo>
                <a:cubicBezTo>
                  <a:pt x="70418" y="15145"/>
                  <a:pt x="70217" y="14978"/>
                  <a:pt x="69984" y="14978"/>
                </a:cubicBezTo>
                <a:close/>
                <a:moveTo>
                  <a:pt x="65981" y="9041"/>
                </a:moveTo>
                <a:cubicBezTo>
                  <a:pt x="65748" y="9041"/>
                  <a:pt x="65581" y="9207"/>
                  <a:pt x="65581" y="9441"/>
                </a:cubicBezTo>
                <a:lnTo>
                  <a:pt x="65581" y="13110"/>
                </a:lnTo>
                <a:cubicBezTo>
                  <a:pt x="65581" y="13344"/>
                  <a:pt x="65748" y="13544"/>
                  <a:pt x="65981" y="13544"/>
                </a:cubicBezTo>
                <a:lnTo>
                  <a:pt x="71719" y="13544"/>
                </a:lnTo>
                <a:cubicBezTo>
                  <a:pt x="71952" y="13544"/>
                  <a:pt x="72119" y="13744"/>
                  <a:pt x="72119" y="13944"/>
                </a:cubicBezTo>
                <a:lnTo>
                  <a:pt x="72119" y="19048"/>
                </a:lnTo>
                <a:cubicBezTo>
                  <a:pt x="72119" y="19281"/>
                  <a:pt x="72319" y="19481"/>
                  <a:pt x="72552" y="19481"/>
                </a:cubicBezTo>
                <a:lnTo>
                  <a:pt x="76555" y="19481"/>
                </a:lnTo>
                <a:cubicBezTo>
                  <a:pt x="76789" y="19481"/>
                  <a:pt x="76956" y="19281"/>
                  <a:pt x="76956" y="19048"/>
                </a:cubicBezTo>
                <a:lnTo>
                  <a:pt x="76956" y="9441"/>
                </a:lnTo>
                <a:cubicBezTo>
                  <a:pt x="76956" y="9207"/>
                  <a:pt x="76789" y="9041"/>
                  <a:pt x="76555" y="9041"/>
                </a:cubicBezTo>
                <a:close/>
                <a:moveTo>
                  <a:pt x="434" y="20916"/>
                </a:moveTo>
                <a:cubicBezTo>
                  <a:pt x="201" y="20916"/>
                  <a:pt x="1" y="21083"/>
                  <a:pt x="1" y="21316"/>
                </a:cubicBezTo>
                <a:lnTo>
                  <a:pt x="1" y="24985"/>
                </a:lnTo>
                <a:cubicBezTo>
                  <a:pt x="1" y="25219"/>
                  <a:pt x="201" y="25419"/>
                  <a:pt x="434" y="25419"/>
                </a:cubicBezTo>
                <a:lnTo>
                  <a:pt x="4437" y="25419"/>
                </a:lnTo>
                <a:cubicBezTo>
                  <a:pt x="4671" y="25419"/>
                  <a:pt x="4837" y="25219"/>
                  <a:pt x="4837" y="24985"/>
                </a:cubicBezTo>
                <a:lnTo>
                  <a:pt x="4837" y="21316"/>
                </a:lnTo>
                <a:cubicBezTo>
                  <a:pt x="4837" y="21083"/>
                  <a:pt x="4671" y="20916"/>
                  <a:pt x="4437" y="20916"/>
                </a:cubicBezTo>
                <a:close/>
                <a:moveTo>
                  <a:pt x="6972" y="20916"/>
                </a:moveTo>
                <a:cubicBezTo>
                  <a:pt x="6739" y="20916"/>
                  <a:pt x="6572" y="21083"/>
                  <a:pt x="6572" y="21316"/>
                </a:cubicBezTo>
                <a:lnTo>
                  <a:pt x="6572" y="24985"/>
                </a:lnTo>
                <a:cubicBezTo>
                  <a:pt x="6572" y="25219"/>
                  <a:pt x="6739" y="25419"/>
                  <a:pt x="6972" y="25419"/>
                </a:cubicBezTo>
                <a:lnTo>
                  <a:pt x="10975" y="25419"/>
                </a:lnTo>
                <a:cubicBezTo>
                  <a:pt x="11209" y="25419"/>
                  <a:pt x="11409" y="25219"/>
                  <a:pt x="11409" y="24985"/>
                </a:cubicBezTo>
                <a:lnTo>
                  <a:pt x="11409" y="21316"/>
                </a:lnTo>
                <a:cubicBezTo>
                  <a:pt x="11409" y="21083"/>
                  <a:pt x="11209" y="20916"/>
                  <a:pt x="10975" y="20916"/>
                </a:cubicBezTo>
                <a:close/>
                <a:moveTo>
                  <a:pt x="13544" y="20916"/>
                </a:moveTo>
                <a:cubicBezTo>
                  <a:pt x="13310" y="20916"/>
                  <a:pt x="13110" y="21083"/>
                  <a:pt x="13110" y="21316"/>
                </a:cubicBezTo>
                <a:lnTo>
                  <a:pt x="13110" y="24985"/>
                </a:lnTo>
                <a:cubicBezTo>
                  <a:pt x="13110" y="25219"/>
                  <a:pt x="13310" y="25419"/>
                  <a:pt x="13544" y="25419"/>
                </a:cubicBezTo>
                <a:lnTo>
                  <a:pt x="17547" y="25419"/>
                </a:lnTo>
                <a:cubicBezTo>
                  <a:pt x="17780" y="25419"/>
                  <a:pt x="17947" y="25219"/>
                  <a:pt x="17947" y="24985"/>
                </a:cubicBezTo>
                <a:lnTo>
                  <a:pt x="17947" y="21316"/>
                </a:lnTo>
                <a:cubicBezTo>
                  <a:pt x="17947" y="21083"/>
                  <a:pt x="17780" y="20916"/>
                  <a:pt x="17547" y="20916"/>
                </a:cubicBezTo>
                <a:close/>
                <a:moveTo>
                  <a:pt x="20082" y="20916"/>
                </a:moveTo>
                <a:cubicBezTo>
                  <a:pt x="19882" y="20916"/>
                  <a:pt x="19681" y="21083"/>
                  <a:pt x="19681" y="21316"/>
                </a:cubicBezTo>
                <a:lnTo>
                  <a:pt x="19681" y="24985"/>
                </a:lnTo>
                <a:cubicBezTo>
                  <a:pt x="19681" y="25219"/>
                  <a:pt x="19882" y="25419"/>
                  <a:pt x="20082" y="25419"/>
                </a:cubicBezTo>
                <a:lnTo>
                  <a:pt x="24085" y="25419"/>
                </a:lnTo>
                <a:cubicBezTo>
                  <a:pt x="24318" y="25419"/>
                  <a:pt x="24518" y="25219"/>
                  <a:pt x="24518" y="24985"/>
                </a:cubicBezTo>
                <a:lnTo>
                  <a:pt x="24518" y="21316"/>
                </a:lnTo>
                <a:cubicBezTo>
                  <a:pt x="24518" y="21083"/>
                  <a:pt x="24318" y="20916"/>
                  <a:pt x="24085" y="20916"/>
                </a:cubicBezTo>
                <a:close/>
                <a:moveTo>
                  <a:pt x="26653" y="20916"/>
                </a:moveTo>
                <a:cubicBezTo>
                  <a:pt x="26420" y="20916"/>
                  <a:pt x="26253" y="21083"/>
                  <a:pt x="26253" y="21316"/>
                </a:cubicBezTo>
                <a:lnTo>
                  <a:pt x="26253" y="24985"/>
                </a:lnTo>
                <a:cubicBezTo>
                  <a:pt x="26253" y="25219"/>
                  <a:pt x="26420" y="25419"/>
                  <a:pt x="26653" y="25419"/>
                </a:cubicBezTo>
                <a:lnTo>
                  <a:pt x="30656" y="25419"/>
                </a:lnTo>
                <a:cubicBezTo>
                  <a:pt x="30889" y="25419"/>
                  <a:pt x="31056" y="25219"/>
                  <a:pt x="31056" y="24985"/>
                </a:cubicBezTo>
                <a:lnTo>
                  <a:pt x="31056" y="21316"/>
                </a:lnTo>
                <a:cubicBezTo>
                  <a:pt x="31056" y="21083"/>
                  <a:pt x="30889" y="20916"/>
                  <a:pt x="30656" y="20916"/>
                </a:cubicBezTo>
                <a:close/>
                <a:moveTo>
                  <a:pt x="33224" y="20916"/>
                </a:moveTo>
                <a:cubicBezTo>
                  <a:pt x="32991" y="20916"/>
                  <a:pt x="32791" y="21083"/>
                  <a:pt x="32791" y="21316"/>
                </a:cubicBezTo>
                <a:lnTo>
                  <a:pt x="32791" y="24985"/>
                </a:lnTo>
                <a:cubicBezTo>
                  <a:pt x="32791" y="25219"/>
                  <a:pt x="32991" y="25419"/>
                  <a:pt x="33224" y="25419"/>
                </a:cubicBezTo>
                <a:lnTo>
                  <a:pt x="37194" y="25419"/>
                </a:lnTo>
                <a:cubicBezTo>
                  <a:pt x="37427" y="25419"/>
                  <a:pt x="37628" y="25219"/>
                  <a:pt x="37628" y="24985"/>
                </a:cubicBezTo>
                <a:lnTo>
                  <a:pt x="37628" y="21316"/>
                </a:lnTo>
                <a:cubicBezTo>
                  <a:pt x="37628" y="21083"/>
                  <a:pt x="37427" y="20916"/>
                  <a:pt x="37194" y="20916"/>
                </a:cubicBezTo>
                <a:close/>
                <a:moveTo>
                  <a:pt x="39762" y="20916"/>
                </a:moveTo>
                <a:cubicBezTo>
                  <a:pt x="39529" y="20916"/>
                  <a:pt x="39329" y="21083"/>
                  <a:pt x="39329" y="21316"/>
                </a:cubicBezTo>
                <a:lnTo>
                  <a:pt x="39329" y="24985"/>
                </a:lnTo>
                <a:cubicBezTo>
                  <a:pt x="39362" y="25219"/>
                  <a:pt x="39529" y="25419"/>
                  <a:pt x="39762" y="25419"/>
                </a:cubicBezTo>
                <a:lnTo>
                  <a:pt x="43765" y="25419"/>
                </a:lnTo>
                <a:cubicBezTo>
                  <a:pt x="43999" y="25419"/>
                  <a:pt x="44166" y="25219"/>
                  <a:pt x="44166" y="24985"/>
                </a:cubicBezTo>
                <a:lnTo>
                  <a:pt x="44166" y="21316"/>
                </a:lnTo>
                <a:cubicBezTo>
                  <a:pt x="44166" y="21083"/>
                  <a:pt x="43999" y="20916"/>
                  <a:pt x="43765" y="20916"/>
                </a:cubicBezTo>
                <a:close/>
                <a:moveTo>
                  <a:pt x="46334" y="20916"/>
                </a:moveTo>
                <a:cubicBezTo>
                  <a:pt x="46100" y="20916"/>
                  <a:pt x="45900" y="21083"/>
                  <a:pt x="45900" y="21316"/>
                </a:cubicBezTo>
                <a:lnTo>
                  <a:pt x="45900" y="24985"/>
                </a:lnTo>
                <a:cubicBezTo>
                  <a:pt x="45900" y="25219"/>
                  <a:pt x="46100" y="25419"/>
                  <a:pt x="46334" y="25419"/>
                </a:cubicBezTo>
                <a:lnTo>
                  <a:pt x="50337" y="25419"/>
                </a:lnTo>
                <a:cubicBezTo>
                  <a:pt x="50537" y="25419"/>
                  <a:pt x="50737" y="25219"/>
                  <a:pt x="50737" y="24985"/>
                </a:cubicBezTo>
                <a:lnTo>
                  <a:pt x="50737" y="21316"/>
                </a:lnTo>
                <a:cubicBezTo>
                  <a:pt x="50737" y="21083"/>
                  <a:pt x="50537" y="20916"/>
                  <a:pt x="50337" y="20916"/>
                </a:cubicBezTo>
                <a:close/>
                <a:moveTo>
                  <a:pt x="52872" y="20916"/>
                </a:moveTo>
                <a:cubicBezTo>
                  <a:pt x="52638" y="20916"/>
                  <a:pt x="52471" y="21083"/>
                  <a:pt x="52471" y="21316"/>
                </a:cubicBezTo>
                <a:lnTo>
                  <a:pt x="52471" y="24985"/>
                </a:lnTo>
                <a:cubicBezTo>
                  <a:pt x="52471" y="25219"/>
                  <a:pt x="52638" y="25419"/>
                  <a:pt x="52872" y="25419"/>
                </a:cubicBezTo>
                <a:lnTo>
                  <a:pt x="56875" y="25419"/>
                </a:lnTo>
                <a:cubicBezTo>
                  <a:pt x="57108" y="25419"/>
                  <a:pt x="57308" y="25219"/>
                  <a:pt x="57308" y="24985"/>
                </a:cubicBezTo>
                <a:lnTo>
                  <a:pt x="57308" y="21316"/>
                </a:lnTo>
                <a:cubicBezTo>
                  <a:pt x="57308" y="21083"/>
                  <a:pt x="57108" y="20916"/>
                  <a:pt x="56875" y="20916"/>
                </a:cubicBezTo>
                <a:close/>
                <a:moveTo>
                  <a:pt x="59443" y="20916"/>
                </a:moveTo>
                <a:cubicBezTo>
                  <a:pt x="59210" y="20916"/>
                  <a:pt x="59009" y="21083"/>
                  <a:pt x="59009" y="21316"/>
                </a:cubicBezTo>
                <a:lnTo>
                  <a:pt x="59009" y="24985"/>
                </a:lnTo>
                <a:cubicBezTo>
                  <a:pt x="59009" y="25219"/>
                  <a:pt x="59210" y="25419"/>
                  <a:pt x="59443" y="25419"/>
                </a:cubicBezTo>
                <a:lnTo>
                  <a:pt x="63446" y="25419"/>
                </a:lnTo>
                <a:cubicBezTo>
                  <a:pt x="63646" y="25419"/>
                  <a:pt x="63846" y="25219"/>
                  <a:pt x="63846" y="24985"/>
                </a:cubicBezTo>
                <a:lnTo>
                  <a:pt x="63846" y="21316"/>
                </a:lnTo>
                <a:cubicBezTo>
                  <a:pt x="63846" y="21083"/>
                  <a:pt x="63646" y="20916"/>
                  <a:pt x="63446" y="20916"/>
                </a:cubicBezTo>
                <a:close/>
                <a:moveTo>
                  <a:pt x="65981" y="20916"/>
                </a:moveTo>
                <a:cubicBezTo>
                  <a:pt x="65748" y="20916"/>
                  <a:pt x="65581" y="21083"/>
                  <a:pt x="65581" y="21316"/>
                </a:cubicBezTo>
                <a:lnTo>
                  <a:pt x="65581" y="24985"/>
                </a:lnTo>
                <a:cubicBezTo>
                  <a:pt x="65581" y="25219"/>
                  <a:pt x="65748" y="25419"/>
                  <a:pt x="65981" y="25419"/>
                </a:cubicBezTo>
                <a:lnTo>
                  <a:pt x="69984" y="25419"/>
                </a:lnTo>
                <a:cubicBezTo>
                  <a:pt x="70217" y="25419"/>
                  <a:pt x="70418" y="25219"/>
                  <a:pt x="70418" y="24985"/>
                </a:cubicBezTo>
                <a:lnTo>
                  <a:pt x="70418" y="21316"/>
                </a:lnTo>
                <a:cubicBezTo>
                  <a:pt x="70418" y="21083"/>
                  <a:pt x="70217" y="20916"/>
                  <a:pt x="69984" y="20916"/>
                </a:cubicBezTo>
                <a:close/>
                <a:moveTo>
                  <a:pt x="72552" y="20916"/>
                </a:moveTo>
                <a:cubicBezTo>
                  <a:pt x="72319" y="20916"/>
                  <a:pt x="72119" y="21083"/>
                  <a:pt x="72119" y="21316"/>
                </a:cubicBezTo>
                <a:lnTo>
                  <a:pt x="72119" y="24985"/>
                </a:lnTo>
                <a:cubicBezTo>
                  <a:pt x="72119" y="25219"/>
                  <a:pt x="72319" y="25419"/>
                  <a:pt x="72552" y="25419"/>
                </a:cubicBezTo>
                <a:lnTo>
                  <a:pt x="76555" y="25419"/>
                </a:lnTo>
                <a:cubicBezTo>
                  <a:pt x="76789" y="25419"/>
                  <a:pt x="76956" y="25219"/>
                  <a:pt x="76956" y="24985"/>
                </a:cubicBezTo>
                <a:lnTo>
                  <a:pt x="76956" y="21316"/>
                </a:lnTo>
                <a:cubicBezTo>
                  <a:pt x="76956" y="21083"/>
                  <a:pt x="76789" y="20916"/>
                  <a:pt x="76555" y="20916"/>
                </a:cubicBezTo>
                <a:close/>
                <a:moveTo>
                  <a:pt x="434" y="26853"/>
                </a:moveTo>
                <a:cubicBezTo>
                  <a:pt x="201" y="26853"/>
                  <a:pt x="1" y="27020"/>
                  <a:pt x="1" y="27254"/>
                </a:cubicBezTo>
                <a:lnTo>
                  <a:pt x="1" y="30923"/>
                </a:lnTo>
                <a:cubicBezTo>
                  <a:pt x="1" y="31156"/>
                  <a:pt x="201" y="31357"/>
                  <a:pt x="434" y="31357"/>
                </a:cubicBezTo>
                <a:lnTo>
                  <a:pt x="4437" y="31357"/>
                </a:lnTo>
                <a:cubicBezTo>
                  <a:pt x="4671" y="31357"/>
                  <a:pt x="4837" y="31156"/>
                  <a:pt x="4837" y="30923"/>
                </a:cubicBezTo>
                <a:lnTo>
                  <a:pt x="4837" y="27254"/>
                </a:lnTo>
                <a:cubicBezTo>
                  <a:pt x="4837" y="27020"/>
                  <a:pt x="4671" y="26853"/>
                  <a:pt x="4437" y="26853"/>
                </a:cubicBezTo>
                <a:close/>
                <a:moveTo>
                  <a:pt x="6972" y="26853"/>
                </a:moveTo>
                <a:cubicBezTo>
                  <a:pt x="6739" y="26853"/>
                  <a:pt x="6572" y="27020"/>
                  <a:pt x="6572" y="27254"/>
                </a:cubicBezTo>
                <a:lnTo>
                  <a:pt x="6572" y="30923"/>
                </a:lnTo>
                <a:cubicBezTo>
                  <a:pt x="6572" y="31156"/>
                  <a:pt x="6739" y="31357"/>
                  <a:pt x="6972" y="31357"/>
                </a:cubicBezTo>
                <a:lnTo>
                  <a:pt x="10975" y="31357"/>
                </a:lnTo>
                <a:cubicBezTo>
                  <a:pt x="11209" y="31357"/>
                  <a:pt x="11409" y="31156"/>
                  <a:pt x="11409" y="30923"/>
                </a:cubicBezTo>
                <a:lnTo>
                  <a:pt x="11409" y="27254"/>
                </a:lnTo>
                <a:cubicBezTo>
                  <a:pt x="11409" y="27020"/>
                  <a:pt x="11209" y="26853"/>
                  <a:pt x="10975" y="26853"/>
                </a:cubicBezTo>
                <a:close/>
                <a:moveTo>
                  <a:pt x="13544" y="26853"/>
                </a:moveTo>
                <a:cubicBezTo>
                  <a:pt x="13310" y="26853"/>
                  <a:pt x="13110" y="27020"/>
                  <a:pt x="13110" y="27254"/>
                </a:cubicBezTo>
                <a:lnTo>
                  <a:pt x="13110" y="30923"/>
                </a:lnTo>
                <a:cubicBezTo>
                  <a:pt x="13110" y="31156"/>
                  <a:pt x="13310" y="31357"/>
                  <a:pt x="13544" y="31357"/>
                </a:cubicBezTo>
                <a:lnTo>
                  <a:pt x="17547" y="31357"/>
                </a:lnTo>
                <a:cubicBezTo>
                  <a:pt x="17780" y="31357"/>
                  <a:pt x="17947" y="31156"/>
                  <a:pt x="17947" y="30923"/>
                </a:cubicBezTo>
                <a:lnTo>
                  <a:pt x="17947" y="27254"/>
                </a:lnTo>
                <a:cubicBezTo>
                  <a:pt x="17947" y="27020"/>
                  <a:pt x="17780" y="26853"/>
                  <a:pt x="17547" y="26853"/>
                </a:cubicBezTo>
                <a:close/>
                <a:moveTo>
                  <a:pt x="20082" y="26853"/>
                </a:moveTo>
                <a:cubicBezTo>
                  <a:pt x="19882" y="26853"/>
                  <a:pt x="19681" y="27020"/>
                  <a:pt x="19681" y="27254"/>
                </a:cubicBezTo>
                <a:lnTo>
                  <a:pt x="19681" y="30923"/>
                </a:lnTo>
                <a:cubicBezTo>
                  <a:pt x="19681" y="31156"/>
                  <a:pt x="19882" y="31357"/>
                  <a:pt x="20082" y="31357"/>
                </a:cubicBezTo>
                <a:lnTo>
                  <a:pt x="24085" y="31357"/>
                </a:lnTo>
                <a:cubicBezTo>
                  <a:pt x="24318" y="31357"/>
                  <a:pt x="24518" y="31156"/>
                  <a:pt x="24518" y="30923"/>
                </a:cubicBezTo>
                <a:lnTo>
                  <a:pt x="24518" y="27254"/>
                </a:lnTo>
                <a:cubicBezTo>
                  <a:pt x="24518" y="27020"/>
                  <a:pt x="24318" y="26853"/>
                  <a:pt x="24085" y="26853"/>
                </a:cubicBezTo>
                <a:close/>
                <a:moveTo>
                  <a:pt x="26653" y="26853"/>
                </a:moveTo>
                <a:cubicBezTo>
                  <a:pt x="26420" y="26853"/>
                  <a:pt x="26253" y="27020"/>
                  <a:pt x="26253" y="27254"/>
                </a:cubicBezTo>
                <a:lnTo>
                  <a:pt x="26253" y="30923"/>
                </a:lnTo>
                <a:cubicBezTo>
                  <a:pt x="26253" y="31156"/>
                  <a:pt x="26420" y="31357"/>
                  <a:pt x="26653" y="31357"/>
                </a:cubicBezTo>
                <a:lnTo>
                  <a:pt x="56875" y="31357"/>
                </a:lnTo>
                <a:cubicBezTo>
                  <a:pt x="57108" y="31357"/>
                  <a:pt x="57308" y="31156"/>
                  <a:pt x="57308" y="30923"/>
                </a:cubicBezTo>
                <a:lnTo>
                  <a:pt x="57308" y="27254"/>
                </a:lnTo>
                <a:cubicBezTo>
                  <a:pt x="57308" y="27020"/>
                  <a:pt x="57108" y="26853"/>
                  <a:pt x="56875" y="26853"/>
                </a:cubicBezTo>
                <a:close/>
                <a:moveTo>
                  <a:pt x="59443" y="26853"/>
                </a:moveTo>
                <a:cubicBezTo>
                  <a:pt x="59210" y="26853"/>
                  <a:pt x="59009" y="27020"/>
                  <a:pt x="59009" y="27254"/>
                </a:cubicBezTo>
                <a:lnTo>
                  <a:pt x="59009" y="30923"/>
                </a:lnTo>
                <a:cubicBezTo>
                  <a:pt x="59009" y="31156"/>
                  <a:pt x="59210" y="31357"/>
                  <a:pt x="59443" y="31357"/>
                </a:cubicBezTo>
                <a:lnTo>
                  <a:pt x="63446" y="31357"/>
                </a:lnTo>
                <a:cubicBezTo>
                  <a:pt x="63646" y="31357"/>
                  <a:pt x="63846" y="31156"/>
                  <a:pt x="63846" y="30923"/>
                </a:cubicBezTo>
                <a:lnTo>
                  <a:pt x="63846" y="27254"/>
                </a:lnTo>
                <a:cubicBezTo>
                  <a:pt x="63846" y="27020"/>
                  <a:pt x="63646" y="26853"/>
                  <a:pt x="63446" y="26853"/>
                </a:cubicBezTo>
                <a:close/>
                <a:moveTo>
                  <a:pt x="65981" y="26853"/>
                </a:moveTo>
                <a:cubicBezTo>
                  <a:pt x="65748" y="26853"/>
                  <a:pt x="65581" y="27020"/>
                  <a:pt x="65581" y="27254"/>
                </a:cubicBezTo>
                <a:lnTo>
                  <a:pt x="65581" y="30923"/>
                </a:lnTo>
                <a:cubicBezTo>
                  <a:pt x="65581" y="31156"/>
                  <a:pt x="65748" y="31357"/>
                  <a:pt x="65981" y="31357"/>
                </a:cubicBezTo>
                <a:lnTo>
                  <a:pt x="69984" y="31357"/>
                </a:lnTo>
                <a:cubicBezTo>
                  <a:pt x="70217" y="31357"/>
                  <a:pt x="70418" y="31156"/>
                  <a:pt x="70418" y="30923"/>
                </a:cubicBezTo>
                <a:lnTo>
                  <a:pt x="70418" y="27254"/>
                </a:lnTo>
                <a:cubicBezTo>
                  <a:pt x="70418" y="27020"/>
                  <a:pt x="70217" y="26853"/>
                  <a:pt x="69984" y="26853"/>
                </a:cubicBezTo>
                <a:close/>
                <a:moveTo>
                  <a:pt x="72552" y="26853"/>
                </a:moveTo>
                <a:cubicBezTo>
                  <a:pt x="72319" y="26853"/>
                  <a:pt x="72119" y="27020"/>
                  <a:pt x="72119" y="27254"/>
                </a:cubicBezTo>
                <a:lnTo>
                  <a:pt x="72119" y="30923"/>
                </a:lnTo>
                <a:cubicBezTo>
                  <a:pt x="72119" y="31156"/>
                  <a:pt x="72319" y="31357"/>
                  <a:pt x="72552" y="31357"/>
                </a:cubicBezTo>
                <a:lnTo>
                  <a:pt x="76555" y="31357"/>
                </a:lnTo>
                <a:cubicBezTo>
                  <a:pt x="76789" y="31357"/>
                  <a:pt x="76956" y="31156"/>
                  <a:pt x="76956" y="30923"/>
                </a:cubicBezTo>
                <a:lnTo>
                  <a:pt x="76956" y="27254"/>
                </a:lnTo>
                <a:cubicBezTo>
                  <a:pt x="76956" y="27020"/>
                  <a:pt x="76789" y="26853"/>
                  <a:pt x="76555" y="2685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7"/>
          <p:cNvSpPr/>
          <p:nvPr/>
        </p:nvSpPr>
        <p:spPr>
          <a:xfrm>
            <a:off x="6116020" y="3061064"/>
            <a:ext cx="126852" cy="13162"/>
          </a:xfrm>
          <a:custGeom>
            <a:avLst/>
            <a:gdLst/>
            <a:ahLst/>
            <a:cxnLst/>
            <a:rect l="l" t="t" r="r" b="b"/>
            <a:pathLst>
              <a:path w="4838" h="502" extrusionOk="0">
                <a:moveTo>
                  <a:pt x="434" y="1"/>
                </a:moveTo>
                <a:cubicBezTo>
                  <a:pt x="201" y="1"/>
                  <a:pt x="1" y="201"/>
                  <a:pt x="1" y="435"/>
                </a:cubicBezTo>
                <a:lnTo>
                  <a:pt x="1" y="501"/>
                </a:lnTo>
                <a:cubicBezTo>
                  <a:pt x="1" y="268"/>
                  <a:pt x="201" y="101"/>
                  <a:pt x="434" y="101"/>
                </a:cubicBezTo>
                <a:lnTo>
                  <a:pt x="4437" y="101"/>
                </a:lnTo>
                <a:cubicBezTo>
                  <a:pt x="4671" y="101"/>
                  <a:pt x="4837" y="268"/>
                  <a:pt x="4837" y="501"/>
                </a:cubicBezTo>
                <a:lnTo>
                  <a:pt x="4837" y="435"/>
                </a:lnTo>
                <a:cubicBezTo>
                  <a:pt x="4837"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7"/>
          <p:cNvSpPr/>
          <p:nvPr/>
        </p:nvSpPr>
        <p:spPr>
          <a:xfrm>
            <a:off x="6116020" y="3671568"/>
            <a:ext cx="126852" cy="13136"/>
          </a:xfrm>
          <a:custGeom>
            <a:avLst/>
            <a:gdLst/>
            <a:ahLst/>
            <a:cxnLst/>
            <a:rect l="l" t="t" r="r" b="b"/>
            <a:pathLst>
              <a:path w="4838" h="501" extrusionOk="0">
                <a:moveTo>
                  <a:pt x="434" y="0"/>
                </a:moveTo>
                <a:cubicBezTo>
                  <a:pt x="201" y="0"/>
                  <a:pt x="1" y="167"/>
                  <a:pt x="1" y="401"/>
                </a:cubicBezTo>
                <a:lnTo>
                  <a:pt x="1" y="501"/>
                </a:lnTo>
                <a:cubicBezTo>
                  <a:pt x="1" y="267"/>
                  <a:pt x="201" y="67"/>
                  <a:pt x="434" y="67"/>
                </a:cubicBezTo>
                <a:lnTo>
                  <a:pt x="4437" y="67"/>
                </a:lnTo>
                <a:cubicBezTo>
                  <a:pt x="4671" y="67"/>
                  <a:pt x="4837" y="267"/>
                  <a:pt x="4837" y="501"/>
                </a:cubicBezTo>
                <a:lnTo>
                  <a:pt x="4837" y="401"/>
                </a:lnTo>
                <a:cubicBezTo>
                  <a:pt x="4837" y="167"/>
                  <a:pt x="4671"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7"/>
          <p:cNvSpPr/>
          <p:nvPr/>
        </p:nvSpPr>
        <p:spPr>
          <a:xfrm>
            <a:off x="6116020" y="3515875"/>
            <a:ext cx="126852" cy="13162"/>
          </a:xfrm>
          <a:custGeom>
            <a:avLst/>
            <a:gdLst/>
            <a:ahLst/>
            <a:cxnLst/>
            <a:rect l="l" t="t" r="r" b="b"/>
            <a:pathLst>
              <a:path w="4838" h="502" extrusionOk="0">
                <a:moveTo>
                  <a:pt x="434" y="1"/>
                </a:moveTo>
                <a:cubicBezTo>
                  <a:pt x="201" y="1"/>
                  <a:pt x="1" y="168"/>
                  <a:pt x="1" y="401"/>
                </a:cubicBezTo>
                <a:lnTo>
                  <a:pt x="1" y="501"/>
                </a:lnTo>
                <a:cubicBezTo>
                  <a:pt x="1" y="268"/>
                  <a:pt x="201" y="67"/>
                  <a:pt x="434" y="67"/>
                </a:cubicBezTo>
                <a:lnTo>
                  <a:pt x="4437" y="67"/>
                </a:lnTo>
                <a:cubicBezTo>
                  <a:pt x="4671" y="67"/>
                  <a:pt x="4837" y="268"/>
                  <a:pt x="4837" y="501"/>
                </a:cubicBezTo>
                <a:lnTo>
                  <a:pt x="4837" y="401"/>
                </a:lnTo>
                <a:cubicBezTo>
                  <a:pt x="4837" y="168"/>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7"/>
          <p:cNvSpPr/>
          <p:nvPr/>
        </p:nvSpPr>
        <p:spPr>
          <a:xfrm>
            <a:off x="6116020" y="3360207"/>
            <a:ext cx="126852" cy="13136"/>
          </a:xfrm>
          <a:custGeom>
            <a:avLst/>
            <a:gdLst/>
            <a:ahLst/>
            <a:cxnLst/>
            <a:rect l="l" t="t" r="r" b="b"/>
            <a:pathLst>
              <a:path w="4838" h="501" extrusionOk="0">
                <a:moveTo>
                  <a:pt x="434" y="0"/>
                </a:moveTo>
                <a:cubicBezTo>
                  <a:pt x="201" y="0"/>
                  <a:pt x="1" y="167"/>
                  <a:pt x="1" y="400"/>
                </a:cubicBezTo>
                <a:lnTo>
                  <a:pt x="1" y="500"/>
                </a:lnTo>
                <a:cubicBezTo>
                  <a:pt x="1" y="267"/>
                  <a:pt x="201" y="67"/>
                  <a:pt x="434" y="67"/>
                </a:cubicBezTo>
                <a:lnTo>
                  <a:pt x="4437" y="67"/>
                </a:lnTo>
                <a:cubicBezTo>
                  <a:pt x="4671" y="67"/>
                  <a:pt x="4837" y="267"/>
                  <a:pt x="4837" y="500"/>
                </a:cubicBezTo>
                <a:lnTo>
                  <a:pt x="4837" y="400"/>
                </a:lnTo>
                <a:cubicBezTo>
                  <a:pt x="4837" y="167"/>
                  <a:pt x="4671"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7"/>
          <p:cNvSpPr/>
          <p:nvPr/>
        </p:nvSpPr>
        <p:spPr>
          <a:xfrm>
            <a:off x="7319514" y="3515875"/>
            <a:ext cx="126826" cy="13162"/>
          </a:xfrm>
          <a:custGeom>
            <a:avLst/>
            <a:gdLst/>
            <a:ahLst/>
            <a:cxnLst/>
            <a:rect l="l" t="t" r="r" b="b"/>
            <a:pathLst>
              <a:path w="4837" h="502" extrusionOk="0">
                <a:moveTo>
                  <a:pt x="434" y="1"/>
                </a:moveTo>
                <a:cubicBezTo>
                  <a:pt x="200" y="1"/>
                  <a:pt x="0" y="168"/>
                  <a:pt x="0" y="401"/>
                </a:cubicBezTo>
                <a:lnTo>
                  <a:pt x="0" y="501"/>
                </a:lnTo>
                <a:cubicBezTo>
                  <a:pt x="0" y="268"/>
                  <a:pt x="200" y="67"/>
                  <a:pt x="434" y="67"/>
                </a:cubicBezTo>
                <a:lnTo>
                  <a:pt x="4437" y="67"/>
                </a:lnTo>
                <a:cubicBezTo>
                  <a:pt x="4637" y="67"/>
                  <a:pt x="4837" y="268"/>
                  <a:pt x="4837" y="501"/>
                </a:cubicBezTo>
                <a:lnTo>
                  <a:pt x="4837" y="401"/>
                </a:lnTo>
                <a:cubicBezTo>
                  <a:pt x="4837" y="168"/>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7"/>
          <p:cNvSpPr/>
          <p:nvPr/>
        </p:nvSpPr>
        <p:spPr>
          <a:xfrm>
            <a:off x="7319514" y="3204513"/>
            <a:ext cx="126826" cy="13136"/>
          </a:xfrm>
          <a:custGeom>
            <a:avLst/>
            <a:gdLst/>
            <a:ahLst/>
            <a:cxnLst/>
            <a:rect l="l" t="t" r="r" b="b"/>
            <a:pathLst>
              <a:path w="4837" h="501" extrusionOk="0">
                <a:moveTo>
                  <a:pt x="434" y="1"/>
                </a:moveTo>
                <a:cubicBezTo>
                  <a:pt x="200" y="1"/>
                  <a:pt x="0" y="201"/>
                  <a:pt x="0" y="401"/>
                </a:cubicBezTo>
                <a:lnTo>
                  <a:pt x="0" y="501"/>
                </a:lnTo>
                <a:cubicBezTo>
                  <a:pt x="0" y="267"/>
                  <a:pt x="200" y="67"/>
                  <a:pt x="434" y="67"/>
                </a:cubicBezTo>
                <a:lnTo>
                  <a:pt x="4437" y="67"/>
                </a:lnTo>
                <a:cubicBezTo>
                  <a:pt x="4637" y="67"/>
                  <a:pt x="4837" y="267"/>
                  <a:pt x="4837" y="501"/>
                </a:cubicBezTo>
                <a:lnTo>
                  <a:pt x="4837" y="401"/>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7"/>
          <p:cNvSpPr/>
          <p:nvPr/>
        </p:nvSpPr>
        <p:spPr>
          <a:xfrm>
            <a:off x="7319514" y="3360207"/>
            <a:ext cx="126826" cy="12271"/>
          </a:xfrm>
          <a:custGeom>
            <a:avLst/>
            <a:gdLst/>
            <a:ahLst/>
            <a:cxnLst/>
            <a:rect l="l" t="t" r="r" b="b"/>
            <a:pathLst>
              <a:path w="4837" h="468" extrusionOk="0">
                <a:moveTo>
                  <a:pt x="434" y="0"/>
                </a:moveTo>
                <a:cubicBezTo>
                  <a:pt x="200" y="0"/>
                  <a:pt x="0" y="167"/>
                  <a:pt x="0" y="400"/>
                </a:cubicBezTo>
                <a:lnTo>
                  <a:pt x="0" y="467"/>
                </a:lnTo>
                <a:cubicBezTo>
                  <a:pt x="0" y="267"/>
                  <a:pt x="200" y="67"/>
                  <a:pt x="434" y="67"/>
                </a:cubicBezTo>
                <a:lnTo>
                  <a:pt x="4437" y="67"/>
                </a:lnTo>
                <a:cubicBezTo>
                  <a:pt x="4637" y="67"/>
                  <a:pt x="4837" y="267"/>
                  <a:pt x="4837" y="467"/>
                </a:cubicBezTo>
                <a:lnTo>
                  <a:pt x="4837" y="400"/>
                </a:lnTo>
                <a:cubicBezTo>
                  <a:pt x="4837" y="167"/>
                  <a:pt x="4637"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7"/>
          <p:cNvSpPr/>
          <p:nvPr/>
        </p:nvSpPr>
        <p:spPr>
          <a:xfrm>
            <a:off x="7835522" y="2967485"/>
            <a:ext cx="126852" cy="13162"/>
          </a:xfrm>
          <a:custGeom>
            <a:avLst/>
            <a:gdLst/>
            <a:ahLst/>
            <a:cxnLst/>
            <a:rect l="l" t="t" r="r" b="b"/>
            <a:pathLst>
              <a:path w="4838" h="502" extrusionOk="0">
                <a:moveTo>
                  <a:pt x="401" y="1"/>
                </a:moveTo>
                <a:cubicBezTo>
                  <a:pt x="168" y="1"/>
                  <a:pt x="1" y="201"/>
                  <a:pt x="1" y="434"/>
                </a:cubicBezTo>
                <a:lnTo>
                  <a:pt x="1" y="501"/>
                </a:lnTo>
                <a:cubicBezTo>
                  <a:pt x="1" y="268"/>
                  <a:pt x="168" y="101"/>
                  <a:pt x="401" y="101"/>
                </a:cubicBezTo>
                <a:lnTo>
                  <a:pt x="4404" y="101"/>
                </a:lnTo>
                <a:cubicBezTo>
                  <a:pt x="4637" y="101"/>
                  <a:pt x="4838" y="268"/>
                  <a:pt x="4838" y="501"/>
                </a:cubicBezTo>
                <a:lnTo>
                  <a:pt x="4838" y="434"/>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7"/>
          <p:cNvSpPr/>
          <p:nvPr/>
        </p:nvSpPr>
        <p:spPr>
          <a:xfrm>
            <a:off x="7319514" y="3061064"/>
            <a:ext cx="126826" cy="13162"/>
          </a:xfrm>
          <a:custGeom>
            <a:avLst/>
            <a:gdLst/>
            <a:ahLst/>
            <a:cxnLst/>
            <a:rect l="l" t="t" r="r" b="b"/>
            <a:pathLst>
              <a:path w="4837" h="502" extrusionOk="0">
                <a:moveTo>
                  <a:pt x="434" y="1"/>
                </a:moveTo>
                <a:cubicBezTo>
                  <a:pt x="200" y="1"/>
                  <a:pt x="0" y="201"/>
                  <a:pt x="0" y="435"/>
                </a:cubicBezTo>
                <a:lnTo>
                  <a:pt x="0" y="501"/>
                </a:lnTo>
                <a:cubicBezTo>
                  <a:pt x="0" y="268"/>
                  <a:pt x="200" y="101"/>
                  <a:pt x="434" y="101"/>
                </a:cubicBezTo>
                <a:lnTo>
                  <a:pt x="4437" y="101"/>
                </a:lnTo>
                <a:cubicBezTo>
                  <a:pt x="4637" y="101"/>
                  <a:pt x="4837" y="268"/>
                  <a:pt x="4837" y="501"/>
                </a:cubicBezTo>
                <a:lnTo>
                  <a:pt x="4837" y="435"/>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7"/>
          <p:cNvSpPr/>
          <p:nvPr/>
        </p:nvSpPr>
        <p:spPr>
          <a:xfrm>
            <a:off x="7319514" y="2967485"/>
            <a:ext cx="126826" cy="13162"/>
          </a:xfrm>
          <a:custGeom>
            <a:avLst/>
            <a:gdLst/>
            <a:ahLst/>
            <a:cxnLst/>
            <a:rect l="l" t="t" r="r" b="b"/>
            <a:pathLst>
              <a:path w="4837" h="502" extrusionOk="0">
                <a:moveTo>
                  <a:pt x="434" y="1"/>
                </a:moveTo>
                <a:cubicBezTo>
                  <a:pt x="200" y="1"/>
                  <a:pt x="0" y="201"/>
                  <a:pt x="0" y="434"/>
                </a:cubicBezTo>
                <a:lnTo>
                  <a:pt x="0" y="501"/>
                </a:lnTo>
                <a:cubicBezTo>
                  <a:pt x="0" y="268"/>
                  <a:pt x="200" y="101"/>
                  <a:pt x="434" y="101"/>
                </a:cubicBezTo>
                <a:lnTo>
                  <a:pt x="4437" y="101"/>
                </a:lnTo>
                <a:cubicBezTo>
                  <a:pt x="4637" y="101"/>
                  <a:pt x="4837" y="268"/>
                  <a:pt x="4837" y="501"/>
                </a:cubicBezTo>
                <a:lnTo>
                  <a:pt x="4837" y="434"/>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7"/>
          <p:cNvSpPr/>
          <p:nvPr/>
        </p:nvSpPr>
        <p:spPr>
          <a:xfrm>
            <a:off x="7835522" y="3671568"/>
            <a:ext cx="126852" cy="13136"/>
          </a:xfrm>
          <a:custGeom>
            <a:avLst/>
            <a:gdLst/>
            <a:ahLst/>
            <a:cxnLst/>
            <a:rect l="l" t="t" r="r" b="b"/>
            <a:pathLst>
              <a:path w="4838" h="501" extrusionOk="0">
                <a:moveTo>
                  <a:pt x="401" y="0"/>
                </a:moveTo>
                <a:cubicBezTo>
                  <a:pt x="168" y="0"/>
                  <a:pt x="1" y="167"/>
                  <a:pt x="1" y="401"/>
                </a:cubicBezTo>
                <a:lnTo>
                  <a:pt x="1" y="501"/>
                </a:lnTo>
                <a:cubicBezTo>
                  <a:pt x="1" y="267"/>
                  <a:pt x="168" y="67"/>
                  <a:pt x="401" y="67"/>
                </a:cubicBezTo>
                <a:lnTo>
                  <a:pt x="4404" y="67"/>
                </a:lnTo>
                <a:cubicBezTo>
                  <a:pt x="4637" y="67"/>
                  <a:pt x="4838" y="267"/>
                  <a:pt x="4838" y="501"/>
                </a:cubicBezTo>
                <a:lnTo>
                  <a:pt x="4838" y="401"/>
                </a:lnTo>
                <a:cubicBezTo>
                  <a:pt x="4838"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7"/>
          <p:cNvSpPr/>
          <p:nvPr/>
        </p:nvSpPr>
        <p:spPr>
          <a:xfrm>
            <a:off x="7663231" y="2967485"/>
            <a:ext cx="126852" cy="13162"/>
          </a:xfrm>
          <a:custGeom>
            <a:avLst/>
            <a:gdLst/>
            <a:ahLst/>
            <a:cxnLst/>
            <a:rect l="l" t="t" r="r" b="b"/>
            <a:pathLst>
              <a:path w="4838" h="502" extrusionOk="0">
                <a:moveTo>
                  <a:pt x="434" y="1"/>
                </a:moveTo>
                <a:cubicBezTo>
                  <a:pt x="201" y="1"/>
                  <a:pt x="0" y="201"/>
                  <a:pt x="0" y="434"/>
                </a:cubicBezTo>
                <a:lnTo>
                  <a:pt x="0" y="501"/>
                </a:lnTo>
                <a:cubicBezTo>
                  <a:pt x="0" y="268"/>
                  <a:pt x="201" y="101"/>
                  <a:pt x="434" y="101"/>
                </a:cubicBezTo>
                <a:lnTo>
                  <a:pt x="4437" y="101"/>
                </a:lnTo>
                <a:cubicBezTo>
                  <a:pt x="4637" y="101"/>
                  <a:pt x="4837" y="268"/>
                  <a:pt x="4837" y="501"/>
                </a:cubicBezTo>
                <a:lnTo>
                  <a:pt x="4837" y="434"/>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7"/>
          <p:cNvSpPr/>
          <p:nvPr/>
        </p:nvSpPr>
        <p:spPr>
          <a:xfrm>
            <a:off x="7663231" y="3204513"/>
            <a:ext cx="126852" cy="13136"/>
          </a:xfrm>
          <a:custGeom>
            <a:avLst/>
            <a:gdLst/>
            <a:ahLst/>
            <a:cxnLst/>
            <a:rect l="l" t="t" r="r" b="b"/>
            <a:pathLst>
              <a:path w="4838" h="501" extrusionOk="0">
                <a:moveTo>
                  <a:pt x="434" y="1"/>
                </a:moveTo>
                <a:cubicBezTo>
                  <a:pt x="201" y="1"/>
                  <a:pt x="0" y="167"/>
                  <a:pt x="0" y="401"/>
                </a:cubicBezTo>
                <a:lnTo>
                  <a:pt x="0" y="501"/>
                </a:lnTo>
                <a:cubicBezTo>
                  <a:pt x="0" y="267"/>
                  <a:pt x="201" y="67"/>
                  <a:pt x="434" y="67"/>
                </a:cubicBezTo>
                <a:lnTo>
                  <a:pt x="4437" y="67"/>
                </a:lnTo>
                <a:cubicBezTo>
                  <a:pt x="4637" y="67"/>
                  <a:pt x="4837" y="267"/>
                  <a:pt x="4837" y="501"/>
                </a:cubicBezTo>
                <a:lnTo>
                  <a:pt x="4837" y="401"/>
                </a:lnTo>
                <a:cubicBezTo>
                  <a:pt x="4837" y="167"/>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7"/>
          <p:cNvSpPr/>
          <p:nvPr/>
        </p:nvSpPr>
        <p:spPr>
          <a:xfrm>
            <a:off x="7663231" y="3061064"/>
            <a:ext cx="126852" cy="13162"/>
          </a:xfrm>
          <a:custGeom>
            <a:avLst/>
            <a:gdLst/>
            <a:ahLst/>
            <a:cxnLst/>
            <a:rect l="l" t="t" r="r" b="b"/>
            <a:pathLst>
              <a:path w="4838" h="502" extrusionOk="0">
                <a:moveTo>
                  <a:pt x="434" y="1"/>
                </a:moveTo>
                <a:cubicBezTo>
                  <a:pt x="201" y="1"/>
                  <a:pt x="0" y="201"/>
                  <a:pt x="0" y="435"/>
                </a:cubicBezTo>
                <a:lnTo>
                  <a:pt x="0" y="501"/>
                </a:lnTo>
                <a:cubicBezTo>
                  <a:pt x="0" y="268"/>
                  <a:pt x="201" y="101"/>
                  <a:pt x="434" y="101"/>
                </a:cubicBezTo>
                <a:lnTo>
                  <a:pt x="4437" y="101"/>
                </a:lnTo>
                <a:cubicBezTo>
                  <a:pt x="4637" y="101"/>
                  <a:pt x="4837" y="268"/>
                  <a:pt x="4837" y="501"/>
                </a:cubicBezTo>
                <a:lnTo>
                  <a:pt x="4837" y="435"/>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7"/>
          <p:cNvSpPr/>
          <p:nvPr/>
        </p:nvSpPr>
        <p:spPr>
          <a:xfrm>
            <a:off x="7663231" y="3360207"/>
            <a:ext cx="126852" cy="13136"/>
          </a:xfrm>
          <a:custGeom>
            <a:avLst/>
            <a:gdLst/>
            <a:ahLst/>
            <a:cxnLst/>
            <a:rect l="l" t="t" r="r" b="b"/>
            <a:pathLst>
              <a:path w="4838" h="501" extrusionOk="0">
                <a:moveTo>
                  <a:pt x="434" y="0"/>
                </a:moveTo>
                <a:cubicBezTo>
                  <a:pt x="201" y="0"/>
                  <a:pt x="0" y="167"/>
                  <a:pt x="0" y="400"/>
                </a:cubicBezTo>
                <a:lnTo>
                  <a:pt x="0" y="500"/>
                </a:lnTo>
                <a:cubicBezTo>
                  <a:pt x="0" y="267"/>
                  <a:pt x="201" y="67"/>
                  <a:pt x="434" y="67"/>
                </a:cubicBezTo>
                <a:lnTo>
                  <a:pt x="4437" y="67"/>
                </a:lnTo>
                <a:cubicBezTo>
                  <a:pt x="4637" y="67"/>
                  <a:pt x="4837" y="267"/>
                  <a:pt x="4837" y="500"/>
                </a:cubicBezTo>
                <a:lnTo>
                  <a:pt x="4837" y="400"/>
                </a:lnTo>
                <a:cubicBezTo>
                  <a:pt x="4837" y="167"/>
                  <a:pt x="4637"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7"/>
          <p:cNvSpPr/>
          <p:nvPr/>
        </p:nvSpPr>
        <p:spPr>
          <a:xfrm>
            <a:off x="7663231" y="3671568"/>
            <a:ext cx="126852" cy="13136"/>
          </a:xfrm>
          <a:custGeom>
            <a:avLst/>
            <a:gdLst/>
            <a:ahLst/>
            <a:cxnLst/>
            <a:rect l="l" t="t" r="r" b="b"/>
            <a:pathLst>
              <a:path w="4838" h="501" extrusionOk="0">
                <a:moveTo>
                  <a:pt x="434" y="0"/>
                </a:moveTo>
                <a:cubicBezTo>
                  <a:pt x="201" y="0"/>
                  <a:pt x="0" y="167"/>
                  <a:pt x="0" y="401"/>
                </a:cubicBezTo>
                <a:lnTo>
                  <a:pt x="0" y="501"/>
                </a:lnTo>
                <a:cubicBezTo>
                  <a:pt x="0" y="267"/>
                  <a:pt x="201" y="67"/>
                  <a:pt x="434" y="67"/>
                </a:cubicBezTo>
                <a:lnTo>
                  <a:pt x="4437" y="67"/>
                </a:lnTo>
                <a:cubicBezTo>
                  <a:pt x="4637" y="67"/>
                  <a:pt x="4837" y="267"/>
                  <a:pt x="4837" y="501"/>
                </a:cubicBezTo>
                <a:lnTo>
                  <a:pt x="4837" y="401"/>
                </a:lnTo>
                <a:cubicBezTo>
                  <a:pt x="4837" y="167"/>
                  <a:pt x="4637"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7"/>
          <p:cNvSpPr/>
          <p:nvPr/>
        </p:nvSpPr>
        <p:spPr>
          <a:xfrm>
            <a:off x="7663231" y="3515875"/>
            <a:ext cx="126852" cy="13162"/>
          </a:xfrm>
          <a:custGeom>
            <a:avLst/>
            <a:gdLst/>
            <a:ahLst/>
            <a:cxnLst/>
            <a:rect l="l" t="t" r="r" b="b"/>
            <a:pathLst>
              <a:path w="4838" h="502" extrusionOk="0">
                <a:moveTo>
                  <a:pt x="434" y="1"/>
                </a:moveTo>
                <a:cubicBezTo>
                  <a:pt x="201" y="1"/>
                  <a:pt x="0" y="168"/>
                  <a:pt x="0" y="401"/>
                </a:cubicBezTo>
                <a:lnTo>
                  <a:pt x="0" y="501"/>
                </a:lnTo>
                <a:cubicBezTo>
                  <a:pt x="0" y="268"/>
                  <a:pt x="201" y="67"/>
                  <a:pt x="434" y="67"/>
                </a:cubicBezTo>
                <a:lnTo>
                  <a:pt x="4437" y="67"/>
                </a:lnTo>
                <a:cubicBezTo>
                  <a:pt x="4637" y="67"/>
                  <a:pt x="4837" y="268"/>
                  <a:pt x="4837" y="501"/>
                </a:cubicBezTo>
                <a:lnTo>
                  <a:pt x="4837" y="401"/>
                </a:lnTo>
                <a:cubicBezTo>
                  <a:pt x="4837" y="168"/>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7"/>
          <p:cNvSpPr/>
          <p:nvPr/>
        </p:nvSpPr>
        <p:spPr>
          <a:xfrm>
            <a:off x="8006947" y="2967485"/>
            <a:ext cx="126852" cy="13162"/>
          </a:xfrm>
          <a:custGeom>
            <a:avLst/>
            <a:gdLst/>
            <a:ahLst/>
            <a:cxnLst/>
            <a:rect l="l" t="t" r="r" b="b"/>
            <a:pathLst>
              <a:path w="4838" h="502" extrusionOk="0">
                <a:moveTo>
                  <a:pt x="434" y="1"/>
                </a:moveTo>
                <a:cubicBezTo>
                  <a:pt x="201" y="1"/>
                  <a:pt x="1" y="201"/>
                  <a:pt x="1" y="434"/>
                </a:cubicBezTo>
                <a:lnTo>
                  <a:pt x="1" y="501"/>
                </a:lnTo>
                <a:cubicBezTo>
                  <a:pt x="1" y="268"/>
                  <a:pt x="201" y="101"/>
                  <a:pt x="434" y="101"/>
                </a:cubicBezTo>
                <a:lnTo>
                  <a:pt x="4437" y="101"/>
                </a:lnTo>
                <a:cubicBezTo>
                  <a:pt x="4671" y="101"/>
                  <a:pt x="4838" y="268"/>
                  <a:pt x="4838" y="501"/>
                </a:cubicBezTo>
                <a:lnTo>
                  <a:pt x="4838" y="434"/>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7"/>
          <p:cNvSpPr/>
          <p:nvPr/>
        </p:nvSpPr>
        <p:spPr>
          <a:xfrm>
            <a:off x="7835522" y="3515875"/>
            <a:ext cx="126852" cy="13162"/>
          </a:xfrm>
          <a:custGeom>
            <a:avLst/>
            <a:gdLst/>
            <a:ahLst/>
            <a:cxnLst/>
            <a:rect l="l" t="t" r="r" b="b"/>
            <a:pathLst>
              <a:path w="4838" h="502" extrusionOk="0">
                <a:moveTo>
                  <a:pt x="401" y="1"/>
                </a:moveTo>
                <a:cubicBezTo>
                  <a:pt x="168" y="1"/>
                  <a:pt x="1" y="168"/>
                  <a:pt x="1" y="401"/>
                </a:cubicBezTo>
                <a:lnTo>
                  <a:pt x="1" y="501"/>
                </a:lnTo>
                <a:cubicBezTo>
                  <a:pt x="1" y="268"/>
                  <a:pt x="168" y="67"/>
                  <a:pt x="401" y="67"/>
                </a:cubicBezTo>
                <a:lnTo>
                  <a:pt x="4404" y="67"/>
                </a:lnTo>
                <a:cubicBezTo>
                  <a:pt x="4637" y="67"/>
                  <a:pt x="4838" y="268"/>
                  <a:pt x="4838" y="501"/>
                </a:cubicBezTo>
                <a:lnTo>
                  <a:pt x="4838" y="401"/>
                </a:lnTo>
                <a:cubicBezTo>
                  <a:pt x="4838"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7"/>
          <p:cNvSpPr/>
          <p:nvPr/>
        </p:nvSpPr>
        <p:spPr>
          <a:xfrm>
            <a:off x="7491805" y="2967485"/>
            <a:ext cx="126852" cy="13162"/>
          </a:xfrm>
          <a:custGeom>
            <a:avLst/>
            <a:gdLst/>
            <a:ahLst/>
            <a:cxnLst/>
            <a:rect l="l" t="t" r="r" b="b"/>
            <a:pathLst>
              <a:path w="4838" h="502" extrusionOk="0">
                <a:moveTo>
                  <a:pt x="401" y="1"/>
                </a:moveTo>
                <a:cubicBezTo>
                  <a:pt x="167" y="1"/>
                  <a:pt x="0" y="201"/>
                  <a:pt x="0" y="434"/>
                </a:cubicBezTo>
                <a:lnTo>
                  <a:pt x="0" y="501"/>
                </a:lnTo>
                <a:cubicBezTo>
                  <a:pt x="0" y="268"/>
                  <a:pt x="167" y="101"/>
                  <a:pt x="401" y="101"/>
                </a:cubicBezTo>
                <a:lnTo>
                  <a:pt x="4404" y="101"/>
                </a:lnTo>
                <a:cubicBezTo>
                  <a:pt x="4637" y="101"/>
                  <a:pt x="4837" y="268"/>
                  <a:pt x="4837" y="501"/>
                </a:cubicBezTo>
                <a:lnTo>
                  <a:pt x="4837" y="434"/>
                </a:lnTo>
                <a:cubicBezTo>
                  <a:pt x="4837"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7"/>
          <p:cNvSpPr/>
          <p:nvPr/>
        </p:nvSpPr>
        <p:spPr>
          <a:xfrm>
            <a:off x="7835522" y="3204513"/>
            <a:ext cx="298279" cy="13136"/>
          </a:xfrm>
          <a:custGeom>
            <a:avLst/>
            <a:gdLst/>
            <a:ahLst/>
            <a:cxnLst/>
            <a:rect l="l" t="t" r="r" b="b"/>
            <a:pathLst>
              <a:path w="11376" h="501" extrusionOk="0">
                <a:moveTo>
                  <a:pt x="401" y="1"/>
                </a:moveTo>
                <a:cubicBezTo>
                  <a:pt x="168" y="1"/>
                  <a:pt x="1" y="167"/>
                  <a:pt x="1" y="401"/>
                </a:cubicBezTo>
                <a:lnTo>
                  <a:pt x="1" y="501"/>
                </a:lnTo>
                <a:cubicBezTo>
                  <a:pt x="1" y="267"/>
                  <a:pt x="168" y="67"/>
                  <a:pt x="401" y="67"/>
                </a:cubicBezTo>
                <a:lnTo>
                  <a:pt x="10975" y="67"/>
                </a:lnTo>
                <a:cubicBezTo>
                  <a:pt x="11209" y="67"/>
                  <a:pt x="11376" y="267"/>
                  <a:pt x="11376" y="501"/>
                </a:cubicBezTo>
                <a:lnTo>
                  <a:pt x="11376" y="401"/>
                </a:lnTo>
                <a:cubicBezTo>
                  <a:pt x="11376" y="167"/>
                  <a:pt x="11209" y="1"/>
                  <a:pt x="10975"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7"/>
          <p:cNvSpPr/>
          <p:nvPr/>
        </p:nvSpPr>
        <p:spPr>
          <a:xfrm>
            <a:off x="7835522" y="3061064"/>
            <a:ext cx="298279" cy="13162"/>
          </a:xfrm>
          <a:custGeom>
            <a:avLst/>
            <a:gdLst/>
            <a:ahLst/>
            <a:cxnLst/>
            <a:rect l="l" t="t" r="r" b="b"/>
            <a:pathLst>
              <a:path w="11376" h="502" extrusionOk="0">
                <a:moveTo>
                  <a:pt x="401" y="1"/>
                </a:moveTo>
                <a:cubicBezTo>
                  <a:pt x="168" y="1"/>
                  <a:pt x="1" y="201"/>
                  <a:pt x="1" y="435"/>
                </a:cubicBezTo>
                <a:lnTo>
                  <a:pt x="1" y="501"/>
                </a:lnTo>
                <a:cubicBezTo>
                  <a:pt x="1" y="268"/>
                  <a:pt x="168" y="101"/>
                  <a:pt x="401" y="101"/>
                </a:cubicBezTo>
                <a:lnTo>
                  <a:pt x="10975" y="101"/>
                </a:lnTo>
                <a:cubicBezTo>
                  <a:pt x="11209" y="101"/>
                  <a:pt x="11376" y="268"/>
                  <a:pt x="11376" y="501"/>
                </a:cubicBezTo>
                <a:lnTo>
                  <a:pt x="11376" y="435"/>
                </a:lnTo>
                <a:cubicBezTo>
                  <a:pt x="11376" y="201"/>
                  <a:pt x="11209" y="1"/>
                  <a:pt x="10975"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7"/>
          <p:cNvSpPr/>
          <p:nvPr/>
        </p:nvSpPr>
        <p:spPr>
          <a:xfrm>
            <a:off x="8006947" y="3515875"/>
            <a:ext cx="126852" cy="13162"/>
          </a:xfrm>
          <a:custGeom>
            <a:avLst/>
            <a:gdLst/>
            <a:ahLst/>
            <a:cxnLst/>
            <a:rect l="l" t="t" r="r" b="b"/>
            <a:pathLst>
              <a:path w="4838" h="502" extrusionOk="0">
                <a:moveTo>
                  <a:pt x="434" y="1"/>
                </a:moveTo>
                <a:cubicBezTo>
                  <a:pt x="201" y="1"/>
                  <a:pt x="1" y="168"/>
                  <a:pt x="1" y="401"/>
                </a:cubicBezTo>
                <a:lnTo>
                  <a:pt x="1" y="501"/>
                </a:lnTo>
                <a:cubicBezTo>
                  <a:pt x="1" y="268"/>
                  <a:pt x="201" y="67"/>
                  <a:pt x="434" y="67"/>
                </a:cubicBezTo>
                <a:lnTo>
                  <a:pt x="4437" y="67"/>
                </a:lnTo>
                <a:cubicBezTo>
                  <a:pt x="4671" y="67"/>
                  <a:pt x="4838" y="268"/>
                  <a:pt x="4838" y="501"/>
                </a:cubicBezTo>
                <a:lnTo>
                  <a:pt x="4838" y="401"/>
                </a:lnTo>
                <a:cubicBezTo>
                  <a:pt x="4838" y="168"/>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7"/>
          <p:cNvSpPr/>
          <p:nvPr/>
        </p:nvSpPr>
        <p:spPr>
          <a:xfrm>
            <a:off x="7835522" y="3360207"/>
            <a:ext cx="126852" cy="13136"/>
          </a:xfrm>
          <a:custGeom>
            <a:avLst/>
            <a:gdLst/>
            <a:ahLst/>
            <a:cxnLst/>
            <a:rect l="l" t="t" r="r" b="b"/>
            <a:pathLst>
              <a:path w="4838" h="501" extrusionOk="0">
                <a:moveTo>
                  <a:pt x="401" y="0"/>
                </a:moveTo>
                <a:cubicBezTo>
                  <a:pt x="168" y="0"/>
                  <a:pt x="1" y="167"/>
                  <a:pt x="1" y="400"/>
                </a:cubicBezTo>
                <a:lnTo>
                  <a:pt x="1" y="500"/>
                </a:lnTo>
                <a:cubicBezTo>
                  <a:pt x="1" y="267"/>
                  <a:pt x="168" y="67"/>
                  <a:pt x="401" y="67"/>
                </a:cubicBezTo>
                <a:lnTo>
                  <a:pt x="4404" y="67"/>
                </a:lnTo>
                <a:cubicBezTo>
                  <a:pt x="4637" y="67"/>
                  <a:pt x="4838" y="267"/>
                  <a:pt x="4838" y="500"/>
                </a:cubicBezTo>
                <a:lnTo>
                  <a:pt x="4838" y="400"/>
                </a:lnTo>
                <a:cubicBezTo>
                  <a:pt x="4838"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7"/>
          <p:cNvSpPr/>
          <p:nvPr/>
        </p:nvSpPr>
        <p:spPr>
          <a:xfrm>
            <a:off x="8006947" y="3671568"/>
            <a:ext cx="126852" cy="13136"/>
          </a:xfrm>
          <a:custGeom>
            <a:avLst/>
            <a:gdLst/>
            <a:ahLst/>
            <a:cxnLst/>
            <a:rect l="l" t="t" r="r" b="b"/>
            <a:pathLst>
              <a:path w="4838" h="501" extrusionOk="0">
                <a:moveTo>
                  <a:pt x="434" y="0"/>
                </a:moveTo>
                <a:cubicBezTo>
                  <a:pt x="201" y="0"/>
                  <a:pt x="1" y="167"/>
                  <a:pt x="1" y="401"/>
                </a:cubicBezTo>
                <a:lnTo>
                  <a:pt x="1" y="501"/>
                </a:lnTo>
                <a:cubicBezTo>
                  <a:pt x="1" y="267"/>
                  <a:pt x="201" y="67"/>
                  <a:pt x="434" y="67"/>
                </a:cubicBezTo>
                <a:lnTo>
                  <a:pt x="4437" y="67"/>
                </a:lnTo>
                <a:cubicBezTo>
                  <a:pt x="4671" y="67"/>
                  <a:pt x="4838" y="267"/>
                  <a:pt x="4838" y="501"/>
                </a:cubicBezTo>
                <a:lnTo>
                  <a:pt x="4838" y="401"/>
                </a:lnTo>
                <a:cubicBezTo>
                  <a:pt x="4838" y="167"/>
                  <a:pt x="4671"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7"/>
          <p:cNvSpPr/>
          <p:nvPr/>
        </p:nvSpPr>
        <p:spPr>
          <a:xfrm>
            <a:off x="7491805" y="3360207"/>
            <a:ext cx="126852" cy="13136"/>
          </a:xfrm>
          <a:custGeom>
            <a:avLst/>
            <a:gdLst/>
            <a:ahLst/>
            <a:cxnLst/>
            <a:rect l="l" t="t" r="r" b="b"/>
            <a:pathLst>
              <a:path w="4838" h="501" extrusionOk="0">
                <a:moveTo>
                  <a:pt x="401" y="0"/>
                </a:moveTo>
                <a:cubicBezTo>
                  <a:pt x="167" y="0"/>
                  <a:pt x="0" y="167"/>
                  <a:pt x="0" y="400"/>
                </a:cubicBezTo>
                <a:lnTo>
                  <a:pt x="0" y="500"/>
                </a:lnTo>
                <a:cubicBezTo>
                  <a:pt x="0" y="267"/>
                  <a:pt x="167" y="67"/>
                  <a:pt x="401" y="67"/>
                </a:cubicBezTo>
                <a:lnTo>
                  <a:pt x="4404" y="67"/>
                </a:lnTo>
                <a:cubicBezTo>
                  <a:pt x="4637" y="67"/>
                  <a:pt x="4837" y="267"/>
                  <a:pt x="4837" y="500"/>
                </a:cubicBezTo>
                <a:lnTo>
                  <a:pt x="4837" y="400"/>
                </a:lnTo>
                <a:cubicBezTo>
                  <a:pt x="4837"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7"/>
          <p:cNvSpPr/>
          <p:nvPr/>
        </p:nvSpPr>
        <p:spPr>
          <a:xfrm>
            <a:off x="7491805" y="3515875"/>
            <a:ext cx="126852" cy="13162"/>
          </a:xfrm>
          <a:custGeom>
            <a:avLst/>
            <a:gdLst/>
            <a:ahLst/>
            <a:cxnLst/>
            <a:rect l="l" t="t" r="r" b="b"/>
            <a:pathLst>
              <a:path w="4838" h="502" extrusionOk="0">
                <a:moveTo>
                  <a:pt x="401" y="1"/>
                </a:moveTo>
                <a:cubicBezTo>
                  <a:pt x="167" y="1"/>
                  <a:pt x="0" y="168"/>
                  <a:pt x="0" y="401"/>
                </a:cubicBezTo>
                <a:lnTo>
                  <a:pt x="0" y="501"/>
                </a:lnTo>
                <a:cubicBezTo>
                  <a:pt x="0" y="268"/>
                  <a:pt x="167" y="67"/>
                  <a:pt x="401" y="67"/>
                </a:cubicBezTo>
                <a:lnTo>
                  <a:pt x="4404" y="67"/>
                </a:lnTo>
                <a:cubicBezTo>
                  <a:pt x="4637" y="67"/>
                  <a:pt x="4837" y="268"/>
                  <a:pt x="4837" y="501"/>
                </a:cubicBezTo>
                <a:lnTo>
                  <a:pt x="4837" y="401"/>
                </a:lnTo>
                <a:cubicBezTo>
                  <a:pt x="4837"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7"/>
          <p:cNvSpPr/>
          <p:nvPr/>
        </p:nvSpPr>
        <p:spPr>
          <a:xfrm>
            <a:off x="7491805" y="3061064"/>
            <a:ext cx="126852" cy="13162"/>
          </a:xfrm>
          <a:custGeom>
            <a:avLst/>
            <a:gdLst/>
            <a:ahLst/>
            <a:cxnLst/>
            <a:rect l="l" t="t" r="r" b="b"/>
            <a:pathLst>
              <a:path w="4838" h="502" extrusionOk="0">
                <a:moveTo>
                  <a:pt x="401" y="1"/>
                </a:moveTo>
                <a:cubicBezTo>
                  <a:pt x="167" y="1"/>
                  <a:pt x="0" y="201"/>
                  <a:pt x="0" y="435"/>
                </a:cubicBezTo>
                <a:lnTo>
                  <a:pt x="0" y="501"/>
                </a:lnTo>
                <a:cubicBezTo>
                  <a:pt x="0" y="268"/>
                  <a:pt x="167" y="101"/>
                  <a:pt x="401" y="101"/>
                </a:cubicBezTo>
                <a:lnTo>
                  <a:pt x="4404" y="101"/>
                </a:lnTo>
                <a:cubicBezTo>
                  <a:pt x="4637" y="101"/>
                  <a:pt x="4837" y="268"/>
                  <a:pt x="4837" y="501"/>
                </a:cubicBezTo>
                <a:lnTo>
                  <a:pt x="4837" y="435"/>
                </a:lnTo>
                <a:cubicBezTo>
                  <a:pt x="4837"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7"/>
          <p:cNvSpPr/>
          <p:nvPr/>
        </p:nvSpPr>
        <p:spPr>
          <a:xfrm>
            <a:off x="7491805" y="3204513"/>
            <a:ext cx="126852" cy="13136"/>
          </a:xfrm>
          <a:custGeom>
            <a:avLst/>
            <a:gdLst/>
            <a:ahLst/>
            <a:cxnLst/>
            <a:rect l="l" t="t" r="r" b="b"/>
            <a:pathLst>
              <a:path w="4838" h="501" extrusionOk="0">
                <a:moveTo>
                  <a:pt x="401" y="1"/>
                </a:moveTo>
                <a:cubicBezTo>
                  <a:pt x="167" y="1"/>
                  <a:pt x="0" y="167"/>
                  <a:pt x="0" y="401"/>
                </a:cubicBezTo>
                <a:lnTo>
                  <a:pt x="0" y="501"/>
                </a:lnTo>
                <a:cubicBezTo>
                  <a:pt x="0" y="267"/>
                  <a:pt x="167" y="67"/>
                  <a:pt x="401" y="67"/>
                </a:cubicBezTo>
                <a:lnTo>
                  <a:pt x="4404" y="67"/>
                </a:lnTo>
                <a:cubicBezTo>
                  <a:pt x="4637" y="67"/>
                  <a:pt x="4837" y="267"/>
                  <a:pt x="4837" y="501"/>
                </a:cubicBezTo>
                <a:lnTo>
                  <a:pt x="4837" y="401"/>
                </a:lnTo>
                <a:cubicBezTo>
                  <a:pt x="4837" y="167"/>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7"/>
          <p:cNvSpPr/>
          <p:nvPr/>
        </p:nvSpPr>
        <p:spPr>
          <a:xfrm>
            <a:off x="8162641" y="2772461"/>
            <a:ext cx="111986" cy="114581"/>
          </a:xfrm>
          <a:custGeom>
            <a:avLst/>
            <a:gdLst/>
            <a:ahLst/>
            <a:cxnLst/>
            <a:rect l="l" t="t" r="r" b="b"/>
            <a:pathLst>
              <a:path w="4271" h="4370" extrusionOk="0">
                <a:moveTo>
                  <a:pt x="2135" y="0"/>
                </a:moveTo>
                <a:cubicBezTo>
                  <a:pt x="968" y="0"/>
                  <a:pt x="0" y="967"/>
                  <a:pt x="0" y="2168"/>
                </a:cubicBezTo>
                <a:cubicBezTo>
                  <a:pt x="0" y="3403"/>
                  <a:pt x="968" y="4370"/>
                  <a:pt x="2135" y="4370"/>
                </a:cubicBezTo>
                <a:cubicBezTo>
                  <a:pt x="3336" y="4370"/>
                  <a:pt x="4270" y="3403"/>
                  <a:pt x="4270" y="2168"/>
                </a:cubicBezTo>
                <a:cubicBezTo>
                  <a:pt x="4270" y="967"/>
                  <a:pt x="3336" y="0"/>
                  <a:pt x="2135" y="0"/>
                </a:cubicBezTo>
                <a:close/>
              </a:path>
            </a:pathLst>
          </a:custGeom>
          <a:solidFill>
            <a:srgbClr val="E0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7"/>
          <p:cNvSpPr/>
          <p:nvPr/>
        </p:nvSpPr>
        <p:spPr>
          <a:xfrm>
            <a:off x="8162641" y="2772461"/>
            <a:ext cx="111986" cy="111959"/>
          </a:xfrm>
          <a:custGeom>
            <a:avLst/>
            <a:gdLst/>
            <a:ahLst/>
            <a:cxnLst/>
            <a:rect l="l" t="t" r="r" b="b"/>
            <a:pathLst>
              <a:path w="4271" h="4270" extrusionOk="0">
                <a:moveTo>
                  <a:pt x="2135" y="0"/>
                </a:moveTo>
                <a:cubicBezTo>
                  <a:pt x="968" y="0"/>
                  <a:pt x="0" y="934"/>
                  <a:pt x="0" y="2135"/>
                </a:cubicBezTo>
                <a:cubicBezTo>
                  <a:pt x="0" y="3302"/>
                  <a:pt x="968" y="4270"/>
                  <a:pt x="2135" y="4270"/>
                </a:cubicBezTo>
                <a:cubicBezTo>
                  <a:pt x="3336" y="4270"/>
                  <a:pt x="4270" y="3302"/>
                  <a:pt x="4270" y="2135"/>
                </a:cubicBezTo>
                <a:cubicBezTo>
                  <a:pt x="4270" y="934"/>
                  <a:pt x="3336" y="0"/>
                  <a:pt x="2135" y="0"/>
                </a:cubicBezTo>
                <a:close/>
              </a:path>
            </a:pathLst>
          </a:custGeom>
          <a:solidFill>
            <a:srgbClr val="B6BA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7"/>
          <p:cNvSpPr/>
          <p:nvPr/>
        </p:nvSpPr>
        <p:spPr>
          <a:xfrm>
            <a:off x="8173129" y="2782084"/>
            <a:ext cx="91875" cy="92714"/>
          </a:xfrm>
          <a:custGeom>
            <a:avLst/>
            <a:gdLst/>
            <a:ahLst/>
            <a:cxnLst/>
            <a:rect l="l" t="t" r="r" b="b"/>
            <a:pathLst>
              <a:path w="3504" h="3536" extrusionOk="0">
                <a:moveTo>
                  <a:pt x="1735" y="0"/>
                </a:moveTo>
                <a:cubicBezTo>
                  <a:pt x="768" y="0"/>
                  <a:pt x="1" y="801"/>
                  <a:pt x="1" y="1768"/>
                </a:cubicBezTo>
                <a:cubicBezTo>
                  <a:pt x="1" y="2735"/>
                  <a:pt x="768" y="3536"/>
                  <a:pt x="1735" y="3536"/>
                </a:cubicBezTo>
                <a:cubicBezTo>
                  <a:pt x="2703" y="3536"/>
                  <a:pt x="3503" y="2735"/>
                  <a:pt x="3503" y="1768"/>
                </a:cubicBezTo>
                <a:cubicBezTo>
                  <a:pt x="3503" y="801"/>
                  <a:pt x="2703" y="0"/>
                  <a:pt x="1735" y="0"/>
                </a:cubicBezTo>
                <a:close/>
              </a:path>
            </a:pathLst>
          </a:custGeom>
          <a:solidFill>
            <a:srgbClr val="D0D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7"/>
          <p:cNvSpPr/>
          <p:nvPr/>
        </p:nvSpPr>
        <p:spPr>
          <a:xfrm>
            <a:off x="8173129" y="2827549"/>
            <a:ext cx="91875" cy="47248"/>
          </a:xfrm>
          <a:custGeom>
            <a:avLst/>
            <a:gdLst/>
            <a:ahLst/>
            <a:cxnLst/>
            <a:rect l="l" t="t" r="r" b="b"/>
            <a:pathLst>
              <a:path w="3504" h="1802" extrusionOk="0">
                <a:moveTo>
                  <a:pt x="1" y="1"/>
                </a:moveTo>
                <a:cubicBezTo>
                  <a:pt x="1" y="1"/>
                  <a:pt x="1" y="34"/>
                  <a:pt x="1" y="34"/>
                </a:cubicBezTo>
                <a:cubicBezTo>
                  <a:pt x="1" y="1001"/>
                  <a:pt x="768" y="1802"/>
                  <a:pt x="1735" y="1802"/>
                </a:cubicBezTo>
                <a:cubicBezTo>
                  <a:pt x="2703" y="1802"/>
                  <a:pt x="3503" y="1001"/>
                  <a:pt x="3503" y="34"/>
                </a:cubicBezTo>
                <a:cubicBezTo>
                  <a:pt x="3503" y="34"/>
                  <a:pt x="3503" y="34"/>
                  <a:pt x="3503" y="1"/>
                </a:cubicBezTo>
                <a:cubicBezTo>
                  <a:pt x="3503" y="968"/>
                  <a:pt x="2703" y="1735"/>
                  <a:pt x="1735" y="1735"/>
                </a:cubicBezTo>
                <a:cubicBezTo>
                  <a:pt x="768" y="1735"/>
                  <a:pt x="1" y="968"/>
                  <a:pt x="1" y="1"/>
                </a:cubicBezTo>
                <a:close/>
              </a:path>
            </a:pathLst>
          </a:custGeom>
          <a:solidFill>
            <a:srgbClr val="E0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7"/>
          <p:cNvSpPr/>
          <p:nvPr/>
        </p:nvSpPr>
        <p:spPr>
          <a:xfrm>
            <a:off x="5646147" y="2701671"/>
            <a:ext cx="68916" cy="31575"/>
          </a:xfrm>
          <a:custGeom>
            <a:avLst/>
            <a:gdLst/>
            <a:ahLst/>
            <a:cxnLst/>
            <a:rect l="l" t="t" r="r" b="b"/>
            <a:pathLst>
              <a:path w="2259" h="1035" extrusionOk="0">
                <a:moveTo>
                  <a:pt x="125" y="899"/>
                </a:moveTo>
                <a:lnTo>
                  <a:pt x="125" y="899"/>
                </a:lnTo>
                <a:cubicBezTo>
                  <a:pt x="132" y="943"/>
                  <a:pt x="142" y="989"/>
                  <a:pt x="157" y="1035"/>
                </a:cubicBezTo>
                <a:cubicBezTo>
                  <a:pt x="157" y="1001"/>
                  <a:pt x="157" y="1001"/>
                  <a:pt x="157" y="1001"/>
                </a:cubicBezTo>
                <a:cubicBezTo>
                  <a:pt x="144" y="967"/>
                  <a:pt x="133" y="933"/>
                  <a:pt x="125" y="899"/>
                </a:cubicBezTo>
                <a:close/>
                <a:moveTo>
                  <a:pt x="891" y="1"/>
                </a:moveTo>
                <a:cubicBezTo>
                  <a:pt x="329" y="1"/>
                  <a:pt x="1" y="409"/>
                  <a:pt x="125" y="899"/>
                </a:cubicBezTo>
                <a:lnTo>
                  <a:pt x="125" y="899"/>
                </a:lnTo>
                <a:cubicBezTo>
                  <a:pt x="49" y="429"/>
                  <a:pt x="373" y="67"/>
                  <a:pt x="891" y="67"/>
                </a:cubicBezTo>
                <a:cubicBezTo>
                  <a:pt x="1491" y="67"/>
                  <a:pt x="2091" y="501"/>
                  <a:pt x="2258" y="1035"/>
                </a:cubicBezTo>
                <a:cubicBezTo>
                  <a:pt x="2258" y="1001"/>
                  <a:pt x="2258" y="1001"/>
                  <a:pt x="2258" y="1001"/>
                </a:cubicBezTo>
                <a:cubicBezTo>
                  <a:pt x="2091" y="468"/>
                  <a:pt x="1458" y="1"/>
                  <a:pt x="891" y="1"/>
                </a:cubicBezTo>
                <a:close/>
              </a:path>
            </a:pathLst>
          </a:custGeom>
          <a:solidFill>
            <a:srgbClr val="FFFF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7"/>
          <p:cNvSpPr/>
          <p:nvPr/>
        </p:nvSpPr>
        <p:spPr>
          <a:xfrm>
            <a:off x="5764205" y="2701671"/>
            <a:ext cx="68886" cy="31575"/>
          </a:xfrm>
          <a:custGeom>
            <a:avLst/>
            <a:gdLst/>
            <a:ahLst/>
            <a:cxnLst/>
            <a:rect l="l" t="t" r="r" b="b"/>
            <a:pathLst>
              <a:path w="2258" h="1035" extrusionOk="0">
                <a:moveTo>
                  <a:pt x="124" y="899"/>
                </a:moveTo>
                <a:cubicBezTo>
                  <a:pt x="131" y="943"/>
                  <a:pt x="142" y="989"/>
                  <a:pt x="156" y="1035"/>
                </a:cubicBezTo>
                <a:cubicBezTo>
                  <a:pt x="156" y="1001"/>
                  <a:pt x="156" y="1001"/>
                  <a:pt x="156" y="1001"/>
                </a:cubicBezTo>
                <a:cubicBezTo>
                  <a:pt x="143" y="967"/>
                  <a:pt x="133" y="933"/>
                  <a:pt x="124" y="899"/>
                </a:cubicBezTo>
                <a:close/>
                <a:moveTo>
                  <a:pt x="890" y="1"/>
                </a:moveTo>
                <a:cubicBezTo>
                  <a:pt x="328" y="1"/>
                  <a:pt x="0" y="409"/>
                  <a:pt x="124" y="899"/>
                </a:cubicBezTo>
                <a:lnTo>
                  <a:pt x="124" y="899"/>
                </a:lnTo>
                <a:cubicBezTo>
                  <a:pt x="49" y="429"/>
                  <a:pt x="372" y="67"/>
                  <a:pt x="890" y="67"/>
                </a:cubicBezTo>
                <a:cubicBezTo>
                  <a:pt x="1490" y="67"/>
                  <a:pt x="2091" y="501"/>
                  <a:pt x="2258" y="1035"/>
                </a:cubicBezTo>
                <a:cubicBezTo>
                  <a:pt x="2258" y="1001"/>
                  <a:pt x="2258" y="1001"/>
                  <a:pt x="2258" y="1001"/>
                </a:cubicBezTo>
                <a:cubicBezTo>
                  <a:pt x="2091" y="468"/>
                  <a:pt x="1457" y="1"/>
                  <a:pt x="890" y="1"/>
                </a:cubicBezTo>
                <a:close/>
              </a:path>
            </a:pathLst>
          </a:custGeom>
          <a:solidFill>
            <a:srgbClr val="FF52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7"/>
          <p:cNvSpPr/>
          <p:nvPr/>
        </p:nvSpPr>
        <p:spPr>
          <a:xfrm>
            <a:off x="5882232" y="2701671"/>
            <a:ext cx="68916" cy="31575"/>
          </a:xfrm>
          <a:custGeom>
            <a:avLst/>
            <a:gdLst/>
            <a:ahLst/>
            <a:cxnLst/>
            <a:rect l="l" t="t" r="r" b="b"/>
            <a:pathLst>
              <a:path w="2259" h="1035" extrusionOk="0">
                <a:moveTo>
                  <a:pt x="124" y="899"/>
                </a:moveTo>
                <a:cubicBezTo>
                  <a:pt x="131" y="943"/>
                  <a:pt x="142" y="989"/>
                  <a:pt x="157" y="1035"/>
                </a:cubicBezTo>
                <a:cubicBezTo>
                  <a:pt x="157" y="1001"/>
                  <a:pt x="157" y="1001"/>
                  <a:pt x="157" y="1001"/>
                </a:cubicBezTo>
                <a:cubicBezTo>
                  <a:pt x="144" y="967"/>
                  <a:pt x="133" y="933"/>
                  <a:pt x="124" y="899"/>
                </a:cubicBezTo>
                <a:close/>
                <a:moveTo>
                  <a:pt x="890" y="1"/>
                </a:moveTo>
                <a:cubicBezTo>
                  <a:pt x="329" y="1"/>
                  <a:pt x="1" y="409"/>
                  <a:pt x="124" y="899"/>
                </a:cubicBezTo>
                <a:lnTo>
                  <a:pt x="124" y="899"/>
                </a:lnTo>
                <a:cubicBezTo>
                  <a:pt x="49" y="429"/>
                  <a:pt x="372" y="67"/>
                  <a:pt x="890" y="67"/>
                </a:cubicBezTo>
                <a:cubicBezTo>
                  <a:pt x="1491" y="67"/>
                  <a:pt x="2091" y="501"/>
                  <a:pt x="2258" y="1035"/>
                </a:cubicBezTo>
                <a:cubicBezTo>
                  <a:pt x="2258" y="1001"/>
                  <a:pt x="2258" y="1001"/>
                  <a:pt x="2258" y="1001"/>
                </a:cubicBezTo>
                <a:cubicBezTo>
                  <a:pt x="2091" y="468"/>
                  <a:pt x="1491" y="1"/>
                  <a:pt x="890" y="1"/>
                </a:cubicBezTo>
                <a:close/>
              </a:path>
            </a:pathLst>
          </a:custGeom>
          <a:solidFill>
            <a:srgbClr val="45FF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7"/>
          <p:cNvSpPr/>
          <p:nvPr/>
        </p:nvSpPr>
        <p:spPr>
          <a:xfrm>
            <a:off x="7158576" y="2327273"/>
            <a:ext cx="26" cy="52492"/>
          </a:xfrm>
          <a:custGeom>
            <a:avLst/>
            <a:gdLst/>
            <a:ahLst/>
            <a:cxnLst/>
            <a:rect l="l" t="t" r="r" b="b"/>
            <a:pathLst>
              <a:path w="1" h="2002" extrusionOk="0">
                <a:moveTo>
                  <a:pt x="0" y="2002"/>
                </a:moveTo>
                <a:lnTo>
                  <a:pt x="0" y="0"/>
                </a:lnTo>
              </a:path>
            </a:pathLst>
          </a:custGeom>
          <a:solidFill>
            <a:srgbClr val="1FFF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7"/>
          <p:cNvSpPr/>
          <p:nvPr/>
        </p:nvSpPr>
        <p:spPr>
          <a:xfrm>
            <a:off x="7807545" y="2334545"/>
            <a:ext cx="107607" cy="32408"/>
          </a:xfrm>
          <a:custGeom>
            <a:avLst/>
            <a:gdLst/>
            <a:ahLst/>
            <a:cxnLst/>
            <a:rect l="l" t="t" r="r" b="b"/>
            <a:pathLst>
              <a:path w="4104" h="1236" extrusionOk="0">
                <a:moveTo>
                  <a:pt x="634" y="1"/>
                </a:moveTo>
                <a:cubicBezTo>
                  <a:pt x="301" y="1"/>
                  <a:pt x="0" y="268"/>
                  <a:pt x="0" y="601"/>
                </a:cubicBezTo>
                <a:cubicBezTo>
                  <a:pt x="0"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7"/>
          <p:cNvSpPr/>
          <p:nvPr/>
        </p:nvSpPr>
        <p:spPr>
          <a:xfrm>
            <a:off x="7935236" y="2334545"/>
            <a:ext cx="107607" cy="32408"/>
          </a:xfrm>
          <a:custGeom>
            <a:avLst/>
            <a:gdLst/>
            <a:ahLst/>
            <a:cxnLst/>
            <a:rect l="l" t="t" r="r" b="b"/>
            <a:pathLst>
              <a:path w="4104" h="1236" extrusionOk="0">
                <a:moveTo>
                  <a:pt x="634" y="1"/>
                </a:moveTo>
                <a:cubicBezTo>
                  <a:pt x="301" y="1"/>
                  <a:pt x="1" y="268"/>
                  <a:pt x="1" y="601"/>
                </a:cubicBezTo>
                <a:cubicBezTo>
                  <a:pt x="1"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7"/>
          <p:cNvSpPr/>
          <p:nvPr/>
        </p:nvSpPr>
        <p:spPr>
          <a:xfrm>
            <a:off x="7646607" y="2523460"/>
            <a:ext cx="697111" cy="32408"/>
          </a:xfrm>
          <a:custGeom>
            <a:avLst/>
            <a:gdLst/>
            <a:ahLst/>
            <a:cxnLst/>
            <a:rect l="l" t="t" r="r" b="b"/>
            <a:pathLst>
              <a:path w="26587" h="1236" extrusionOk="0">
                <a:moveTo>
                  <a:pt x="634" y="1"/>
                </a:moveTo>
                <a:cubicBezTo>
                  <a:pt x="301" y="1"/>
                  <a:pt x="1" y="268"/>
                  <a:pt x="1" y="601"/>
                </a:cubicBezTo>
                <a:cubicBezTo>
                  <a:pt x="1" y="968"/>
                  <a:pt x="301" y="1235"/>
                  <a:pt x="634" y="1235"/>
                </a:cubicBezTo>
                <a:lnTo>
                  <a:pt x="25953" y="1235"/>
                </a:lnTo>
                <a:cubicBezTo>
                  <a:pt x="26286" y="1235"/>
                  <a:pt x="26586" y="968"/>
                  <a:pt x="26586" y="601"/>
                </a:cubicBezTo>
                <a:cubicBezTo>
                  <a:pt x="26586" y="268"/>
                  <a:pt x="26286" y="1"/>
                  <a:pt x="25953" y="1"/>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7"/>
          <p:cNvSpPr/>
          <p:nvPr/>
        </p:nvSpPr>
        <p:spPr>
          <a:xfrm>
            <a:off x="8170507" y="2589954"/>
            <a:ext cx="136475" cy="33247"/>
          </a:xfrm>
          <a:custGeom>
            <a:avLst/>
            <a:gdLst/>
            <a:ahLst/>
            <a:cxnLst/>
            <a:rect l="l" t="t" r="r" b="b"/>
            <a:pathLst>
              <a:path w="5205" h="1268" extrusionOk="0">
                <a:moveTo>
                  <a:pt x="634" y="0"/>
                </a:moveTo>
                <a:cubicBezTo>
                  <a:pt x="267" y="0"/>
                  <a:pt x="1" y="300"/>
                  <a:pt x="1" y="634"/>
                </a:cubicBezTo>
                <a:cubicBezTo>
                  <a:pt x="1" y="1001"/>
                  <a:pt x="267" y="1268"/>
                  <a:pt x="634" y="1268"/>
                </a:cubicBezTo>
                <a:lnTo>
                  <a:pt x="4571" y="1268"/>
                </a:lnTo>
                <a:cubicBezTo>
                  <a:pt x="4937" y="1268"/>
                  <a:pt x="5204" y="1001"/>
                  <a:pt x="5204" y="634"/>
                </a:cubicBezTo>
                <a:cubicBezTo>
                  <a:pt x="5204" y="300"/>
                  <a:pt x="4937" y="0"/>
                  <a:pt x="4571" y="0"/>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7"/>
          <p:cNvSpPr/>
          <p:nvPr/>
        </p:nvSpPr>
        <p:spPr>
          <a:xfrm>
            <a:off x="8027084" y="2589954"/>
            <a:ext cx="123339" cy="33247"/>
          </a:xfrm>
          <a:custGeom>
            <a:avLst/>
            <a:gdLst/>
            <a:ahLst/>
            <a:cxnLst/>
            <a:rect l="l" t="t" r="r" b="b"/>
            <a:pathLst>
              <a:path w="4704" h="1268" extrusionOk="0">
                <a:moveTo>
                  <a:pt x="634" y="0"/>
                </a:moveTo>
                <a:cubicBezTo>
                  <a:pt x="300" y="0"/>
                  <a:pt x="0" y="300"/>
                  <a:pt x="0" y="634"/>
                </a:cubicBezTo>
                <a:cubicBezTo>
                  <a:pt x="0" y="1001"/>
                  <a:pt x="300" y="1268"/>
                  <a:pt x="634" y="1268"/>
                </a:cubicBezTo>
                <a:lnTo>
                  <a:pt x="4070" y="1268"/>
                </a:lnTo>
                <a:cubicBezTo>
                  <a:pt x="4437" y="1268"/>
                  <a:pt x="4703" y="1001"/>
                  <a:pt x="4703" y="634"/>
                </a:cubicBezTo>
                <a:cubicBezTo>
                  <a:pt x="4703" y="300"/>
                  <a:pt x="4403" y="0"/>
                  <a:pt x="4070" y="0"/>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7"/>
          <p:cNvSpPr/>
          <p:nvPr/>
        </p:nvSpPr>
        <p:spPr>
          <a:xfrm>
            <a:off x="7916882" y="2122898"/>
            <a:ext cx="649863" cy="545796"/>
          </a:xfrm>
          <a:custGeom>
            <a:avLst/>
            <a:gdLst/>
            <a:ahLst/>
            <a:cxnLst/>
            <a:rect l="l" t="t" r="r" b="b"/>
            <a:pathLst>
              <a:path w="24785" h="20816" extrusionOk="0">
                <a:moveTo>
                  <a:pt x="20815" y="0"/>
                </a:moveTo>
                <a:lnTo>
                  <a:pt x="0" y="20815"/>
                </a:lnTo>
                <a:lnTo>
                  <a:pt x="4303" y="20815"/>
                </a:lnTo>
                <a:lnTo>
                  <a:pt x="24584" y="534"/>
                </a:lnTo>
                <a:lnTo>
                  <a:pt x="24784" y="0"/>
                </a:lnTo>
                <a:close/>
              </a:path>
            </a:pathLst>
          </a:custGeom>
          <a:solidFill>
            <a:srgbClr val="E1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7"/>
          <p:cNvSpPr/>
          <p:nvPr/>
        </p:nvSpPr>
        <p:spPr>
          <a:xfrm>
            <a:off x="4992525" y="1047062"/>
            <a:ext cx="2624530" cy="1703569"/>
          </a:xfrm>
          <a:custGeom>
            <a:avLst/>
            <a:gdLst/>
            <a:ahLst/>
            <a:cxnLst/>
            <a:rect l="l" t="t" r="r" b="b"/>
            <a:pathLst>
              <a:path w="86029" h="55841" extrusionOk="0">
                <a:moveTo>
                  <a:pt x="2102" y="1"/>
                </a:moveTo>
                <a:cubicBezTo>
                  <a:pt x="935" y="1"/>
                  <a:pt x="1" y="935"/>
                  <a:pt x="1" y="2102"/>
                </a:cubicBezTo>
                <a:lnTo>
                  <a:pt x="1" y="53739"/>
                </a:lnTo>
                <a:cubicBezTo>
                  <a:pt x="1" y="54907"/>
                  <a:pt x="935" y="55841"/>
                  <a:pt x="2102" y="55841"/>
                </a:cubicBezTo>
                <a:lnTo>
                  <a:pt x="83894" y="55841"/>
                </a:lnTo>
                <a:cubicBezTo>
                  <a:pt x="85062" y="55841"/>
                  <a:pt x="86029" y="54907"/>
                  <a:pt x="86029" y="53739"/>
                </a:cubicBezTo>
                <a:lnTo>
                  <a:pt x="86029" y="2102"/>
                </a:lnTo>
                <a:cubicBezTo>
                  <a:pt x="86029" y="935"/>
                  <a:pt x="85062" y="1"/>
                  <a:pt x="83894" y="1"/>
                </a:cubicBezTo>
                <a:close/>
              </a:path>
            </a:pathLst>
          </a:custGeom>
          <a:solidFill>
            <a:srgbClr val="B8B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7"/>
          <p:cNvSpPr/>
          <p:nvPr/>
        </p:nvSpPr>
        <p:spPr>
          <a:xfrm>
            <a:off x="4992525" y="1047062"/>
            <a:ext cx="2624530" cy="274812"/>
          </a:xfrm>
          <a:custGeom>
            <a:avLst/>
            <a:gdLst/>
            <a:ahLst/>
            <a:cxnLst/>
            <a:rect l="l" t="t" r="r" b="b"/>
            <a:pathLst>
              <a:path w="86029" h="9008" extrusionOk="0">
                <a:moveTo>
                  <a:pt x="2436" y="1"/>
                </a:moveTo>
                <a:cubicBezTo>
                  <a:pt x="1102" y="1"/>
                  <a:pt x="1" y="1068"/>
                  <a:pt x="1" y="2436"/>
                </a:cubicBezTo>
                <a:lnTo>
                  <a:pt x="1" y="9007"/>
                </a:lnTo>
                <a:lnTo>
                  <a:pt x="86029" y="9007"/>
                </a:lnTo>
                <a:lnTo>
                  <a:pt x="86029" y="2436"/>
                </a:lnTo>
                <a:cubicBezTo>
                  <a:pt x="86029" y="1102"/>
                  <a:pt x="84928" y="1"/>
                  <a:pt x="835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7"/>
          <p:cNvSpPr/>
          <p:nvPr/>
        </p:nvSpPr>
        <p:spPr>
          <a:xfrm>
            <a:off x="5098380" y="1404255"/>
            <a:ext cx="2417933" cy="1256817"/>
          </a:xfrm>
          <a:custGeom>
            <a:avLst/>
            <a:gdLst/>
            <a:ahLst/>
            <a:cxnLst/>
            <a:rect l="l" t="t" r="r" b="b"/>
            <a:pathLst>
              <a:path w="79257" h="41197" extrusionOk="0">
                <a:moveTo>
                  <a:pt x="77522" y="41196"/>
                </a:moveTo>
                <a:lnTo>
                  <a:pt x="1735" y="41196"/>
                </a:lnTo>
                <a:cubicBezTo>
                  <a:pt x="767" y="41196"/>
                  <a:pt x="0" y="40429"/>
                  <a:pt x="0" y="39462"/>
                </a:cubicBezTo>
                <a:lnTo>
                  <a:pt x="0" y="1735"/>
                </a:lnTo>
                <a:cubicBezTo>
                  <a:pt x="0" y="768"/>
                  <a:pt x="767" y="0"/>
                  <a:pt x="1735" y="0"/>
                </a:cubicBezTo>
                <a:lnTo>
                  <a:pt x="77522" y="0"/>
                </a:lnTo>
                <a:cubicBezTo>
                  <a:pt x="78489" y="0"/>
                  <a:pt x="79257" y="768"/>
                  <a:pt x="79257" y="1735"/>
                </a:cubicBezTo>
                <a:lnTo>
                  <a:pt x="79257" y="39462"/>
                </a:lnTo>
                <a:cubicBezTo>
                  <a:pt x="79257" y="40429"/>
                  <a:pt x="78489" y="41196"/>
                  <a:pt x="77522" y="41196"/>
                </a:cubicBezTo>
                <a:close/>
              </a:path>
            </a:pathLst>
          </a:custGeom>
          <a:solidFill>
            <a:srgbClr val="240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7"/>
          <p:cNvSpPr/>
          <p:nvPr/>
        </p:nvSpPr>
        <p:spPr>
          <a:xfrm>
            <a:off x="5168574" y="1477530"/>
            <a:ext cx="57019" cy="116020"/>
          </a:xfrm>
          <a:custGeom>
            <a:avLst/>
            <a:gdLst/>
            <a:ahLst/>
            <a:cxnLst/>
            <a:rect l="l" t="t" r="r" b="b"/>
            <a:pathLst>
              <a:path w="1869" h="3803" fill="none" extrusionOk="0">
                <a:moveTo>
                  <a:pt x="1869" y="0"/>
                </a:moveTo>
                <a:lnTo>
                  <a:pt x="1" y="1901"/>
                </a:lnTo>
                <a:lnTo>
                  <a:pt x="1869" y="3803"/>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7"/>
          <p:cNvSpPr/>
          <p:nvPr/>
        </p:nvSpPr>
        <p:spPr>
          <a:xfrm>
            <a:off x="5371072" y="1477530"/>
            <a:ext cx="58056" cy="116020"/>
          </a:xfrm>
          <a:custGeom>
            <a:avLst/>
            <a:gdLst/>
            <a:ahLst/>
            <a:cxnLst/>
            <a:rect l="l" t="t" r="r" b="b"/>
            <a:pathLst>
              <a:path w="1903" h="3803" fill="none" extrusionOk="0">
                <a:moveTo>
                  <a:pt x="1" y="0"/>
                </a:moveTo>
                <a:lnTo>
                  <a:pt x="1902" y="1901"/>
                </a:lnTo>
                <a:lnTo>
                  <a:pt x="1" y="3803"/>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7"/>
          <p:cNvSpPr/>
          <p:nvPr/>
        </p:nvSpPr>
        <p:spPr>
          <a:xfrm>
            <a:off x="5274399" y="1477530"/>
            <a:ext cx="45822" cy="126210"/>
          </a:xfrm>
          <a:custGeom>
            <a:avLst/>
            <a:gdLst/>
            <a:ahLst/>
            <a:cxnLst/>
            <a:rect l="l" t="t" r="r" b="b"/>
            <a:pathLst>
              <a:path w="1502" h="4137" fill="none" extrusionOk="0">
                <a:moveTo>
                  <a:pt x="1" y="4136"/>
                </a:moveTo>
                <a:lnTo>
                  <a:pt x="1502" y="0"/>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7"/>
          <p:cNvSpPr/>
          <p:nvPr/>
        </p:nvSpPr>
        <p:spPr>
          <a:xfrm>
            <a:off x="5473847" y="1588419"/>
            <a:ext cx="32613" cy="32613"/>
          </a:xfrm>
          <a:custGeom>
            <a:avLst/>
            <a:gdLst/>
            <a:ahLst/>
            <a:cxnLst/>
            <a:rect l="l" t="t" r="r" b="b"/>
            <a:pathLst>
              <a:path w="1069" h="1069" extrusionOk="0">
                <a:moveTo>
                  <a:pt x="535" y="1"/>
                </a:moveTo>
                <a:cubicBezTo>
                  <a:pt x="234" y="1"/>
                  <a:pt x="1" y="234"/>
                  <a:pt x="1" y="535"/>
                </a:cubicBezTo>
                <a:cubicBezTo>
                  <a:pt x="1" y="802"/>
                  <a:pt x="234" y="1068"/>
                  <a:pt x="535" y="1068"/>
                </a:cubicBezTo>
                <a:cubicBezTo>
                  <a:pt x="835" y="1068"/>
                  <a:pt x="1068" y="802"/>
                  <a:pt x="1068" y="535"/>
                </a:cubicBezTo>
                <a:cubicBezTo>
                  <a:pt x="1068" y="234"/>
                  <a:pt x="835" y="1"/>
                  <a:pt x="535"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7"/>
          <p:cNvSpPr/>
          <p:nvPr/>
        </p:nvSpPr>
        <p:spPr>
          <a:xfrm>
            <a:off x="5521684" y="1588419"/>
            <a:ext cx="32582" cy="32613"/>
          </a:xfrm>
          <a:custGeom>
            <a:avLst/>
            <a:gdLst/>
            <a:ahLst/>
            <a:cxnLst/>
            <a:rect l="l" t="t" r="r" b="b"/>
            <a:pathLst>
              <a:path w="1068" h="1069" extrusionOk="0">
                <a:moveTo>
                  <a:pt x="534" y="1"/>
                </a:moveTo>
                <a:cubicBezTo>
                  <a:pt x="267" y="1"/>
                  <a:pt x="0" y="234"/>
                  <a:pt x="0" y="535"/>
                </a:cubicBezTo>
                <a:cubicBezTo>
                  <a:pt x="0" y="802"/>
                  <a:pt x="267" y="1068"/>
                  <a:pt x="534" y="1068"/>
                </a:cubicBezTo>
                <a:cubicBezTo>
                  <a:pt x="834" y="1068"/>
                  <a:pt x="1068" y="802"/>
                  <a:pt x="1068" y="535"/>
                </a:cubicBezTo>
                <a:cubicBezTo>
                  <a:pt x="1068" y="234"/>
                  <a:pt x="834" y="1"/>
                  <a:pt x="534"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7"/>
          <p:cNvSpPr/>
          <p:nvPr/>
        </p:nvSpPr>
        <p:spPr>
          <a:xfrm>
            <a:off x="5589864" y="1588419"/>
            <a:ext cx="32582" cy="32613"/>
          </a:xfrm>
          <a:custGeom>
            <a:avLst/>
            <a:gdLst/>
            <a:ahLst/>
            <a:cxnLst/>
            <a:rect l="l" t="t" r="r" b="b"/>
            <a:pathLst>
              <a:path w="1068" h="1069" extrusionOk="0">
                <a:moveTo>
                  <a:pt x="534" y="1"/>
                </a:moveTo>
                <a:cubicBezTo>
                  <a:pt x="234" y="1"/>
                  <a:pt x="0" y="234"/>
                  <a:pt x="0" y="535"/>
                </a:cubicBezTo>
                <a:cubicBezTo>
                  <a:pt x="0" y="802"/>
                  <a:pt x="234" y="1068"/>
                  <a:pt x="534" y="1068"/>
                </a:cubicBezTo>
                <a:cubicBezTo>
                  <a:pt x="834" y="1068"/>
                  <a:pt x="1068" y="802"/>
                  <a:pt x="1068" y="535"/>
                </a:cubicBezTo>
                <a:cubicBezTo>
                  <a:pt x="1068" y="234"/>
                  <a:pt x="834" y="1"/>
                  <a:pt x="534"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7"/>
          <p:cNvSpPr/>
          <p:nvPr/>
        </p:nvSpPr>
        <p:spPr>
          <a:xfrm>
            <a:off x="5197067" y="1721730"/>
            <a:ext cx="1737158" cy="31"/>
          </a:xfrm>
          <a:custGeom>
            <a:avLst/>
            <a:gdLst/>
            <a:ahLst/>
            <a:cxnLst/>
            <a:rect l="l" t="t" r="r" b="b"/>
            <a:pathLst>
              <a:path w="56942" h="1" fill="none" extrusionOk="0">
                <a:moveTo>
                  <a:pt x="1" y="1"/>
                </a:moveTo>
                <a:lnTo>
                  <a:pt x="56941"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7"/>
          <p:cNvSpPr/>
          <p:nvPr/>
        </p:nvSpPr>
        <p:spPr>
          <a:xfrm>
            <a:off x="7038920" y="1721730"/>
            <a:ext cx="134355" cy="31"/>
          </a:xfrm>
          <a:custGeom>
            <a:avLst/>
            <a:gdLst/>
            <a:ahLst/>
            <a:cxnLst/>
            <a:rect l="l" t="t" r="r" b="b"/>
            <a:pathLst>
              <a:path w="4404" h="1" fill="none" extrusionOk="0">
                <a:moveTo>
                  <a:pt x="0" y="1"/>
                </a:moveTo>
                <a:lnTo>
                  <a:pt x="4403"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7"/>
          <p:cNvSpPr/>
          <p:nvPr/>
        </p:nvSpPr>
        <p:spPr>
          <a:xfrm>
            <a:off x="7247520" y="1721730"/>
            <a:ext cx="170995" cy="31"/>
          </a:xfrm>
          <a:custGeom>
            <a:avLst/>
            <a:gdLst/>
            <a:ahLst/>
            <a:cxnLst/>
            <a:rect l="l" t="t" r="r" b="b"/>
            <a:pathLst>
              <a:path w="5605" h="1" fill="none" extrusionOk="0">
                <a:moveTo>
                  <a:pt x="0" y="1"/>
                </a:moveTo>
                <a:lnTo>
                  <a:pt x="5604"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7"/>
          <p:cNvSpPr/>
          <p:nvPr/>
        </p:nvSpPr>
        <p:spPr>
          <a:xfrm>
            <a:off x="5197067" y="1858091"/>
            <a:ext cx="1086891" cy="31"/>
          </a:xfrm>
          <a:custGeom>
            <a:avLst/>
            <a:gdLst/>
            <a:ahLst/>
            <a:cxnLst/>
            <a:rect l="l" t="t" r="r" b="b"/>
            <a:pathLst>
              <a:path w="35627" h="1" fill="none" extrusionOk="0">
                <a:moveTo>
                  <a:pt x="1" y="1"/>
                </a:moveTo>
                <a:lnTo>
                  <a:pt x="35626"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7"/>
          <p:cNvSpPr/>
          <p:nvPr/>
        </p:nvSpPr>
        <p:spPr>
          <a:xfrm>
            <a:off x="6444635" y="1858091"/>
            <a:ext cx="195431" cy="31"/>
          </a:xfrm>
          <a:custGeom>
            <a:avLst/>
            <a:gdLst/>
            <a:ahLst/>
            <a:cxnLst/>
            <a:rect l="l" t="t" r="r" b="b"/>
            <a:pathLst>
              <a:path w="6406" h="1" fill="none" extrusionOk="0">
                <a:moveTo>
                  <a:pt x="1" y="1"/>
                </a:moveTo>
                <a:lnTo>
                  <a:pt x="6405"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7"/>
          <p:cNvSpPr/>
          <p:nvPr/>
        </p:nvSpPr>
        <p:spPr>
          <a:xfrm>
            <a:off x="6110870" y="1936461"/>
            <a:ext cx="529214" cy="31"/>
          </a:xfrm>
          <a:custGeom>
            <a:avLst/>
            <a:gdLst/>
            <a:ahLst/>
            <a:cxnLst/>
            <a:rect l="l" t="t" r="r" b="b"/>
            <a:pathLst>
              <a:path w="17347" h="1" fill="none" extrusionOk="0">
                <a:moveTo>
                  <a:pt x="17346"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7"/>
          <p:cNvSpPr/>
          <p:nvPr/>
        </p:nvSpPr>
        <p:spPr>
          <a:xfrm>
            <a:off x="5931770" y="1936461"/>
            <a:ext cx="106898" cy="31"/>
          </a:xfrm>
          <a:custGeom>
            <a:avLst/>
            <a:gdLst/>
            <a:ahLst/>
            <a:cxnLst/>
            <a:rect l="l" t="t" r="r" b="b"/>
            <a:pathLst>
              <a:path w="3504" h="1" fill="none" extrusionOk="0">
                <a:moveTo>
                  <a:pt x="3503"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7"/>
          <p:cNvSpPr/>
          <p:nvPr/>
        </p:nvSpPr>
        <p:spPr>
          <a:xfrm>
            <a:off x="5740468" y="1936461"/>
            <a:ext cx="106868" cy="31"/>
          </a:xfrm>
          <a:custGeom>
            <a:avLst/>
            <a:gdLst/>
            <a:ahLst/>
            <a:cxnLst/>
            <a:rect l="l" t="t" r="r" b="b"/>
            <a:pathLst>
              <a:path w="3503" h="1" fill="none" extrusionOk="0">
                <a:moveTo>
                  <a:pt x="3503"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7"/>
          <p:cNvSpPr/>
          <p:nvPr/>
        </p:nvSpPr>
        <p:spPr>
          <a:xfrm>
            <a:off x="5550172" y="1936461"/>
            <a:ext cx="105861" cy="31"/>
          </a:xfrm>
          <a:custGeom>
            <a:avLst/>
            <a:gdLst/>
            <a:ahLst/>
            <a:cxnLst/>
            <a:rect l="l" t="t" r="r" b="b"/>
            <a:pathLst>
              <a:path w="3470" h="1" fill="none" extrusionOk="0">
                <a:moveTo>
                  <a:pt x="3470"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7"/>
          <p:cNvSpPr/>
          <p:nvPr/>
        </p:nvSpPr>
        <p:spPr>
          <a:xfrm>
            <a:off x="5358870" y="1936461"/>
            <a:ext cx="105861" cy="31"/>
          </a:xfrm>
          <a:custGeom>
            <a:avLst/>
            <a:gdLst/>
            <a:ahLst/>
            <a:cxnLst/>
            <a:rect l="l" t="t" r="r" b="b"/>
            <a:pathLst>
              <a:path w="3470" h="1" fill="none" extrusionOk="0">
                <a:moveTo>
                  <a:pt x="3470"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7"/>
          <p:cNvSpPr/>
          <p:nvPr/>
        </p:nvSpPr>
        <p:spPr>
          <a:xfrm>
            <a:off x="5358870" y="2032097"/>
            <a:ext cx="1647588" cy="31"/>
          </a:xfrm>
          <a:custGeom>
            <a:avLst/>
            <a:gdLst/>
            <a:ahLst/>
            <a:cxnLst/>
            <a:rect l="l" t="t" r="r" b="b"/>
            <a:pathLst>
              <a:path w="54006" h="1" fill="none" extrusionOk="0">
                <a:moveTo>
                  <a:pt x="54006" y="1"/>
                </a:moveTo>
                <a:lnTo>
                  <a:pt x="0"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7"/>
          <p:cNvSpPr/>
          <p:nvPr/>
        </p:nvSpPr>
        <p:spPr>
          <a:xfrm>
            <a:off x="5197067" y="1936461"/>
            <a:ext cx="38714" cy="31"/>
          </a:xfrm>
          <a:custGeom>
            <a:avLst/>
            <a:gdLst/>
            <a:ahLst/>
            <a:cxnLst/>
            <a:rect l="l" t="t" r="r" b="b"/>
            <a:pathLst>
              <a:path w="1269" h="1" fill="none" extrusionOk="0">
                <a:moveTo>
                  <a:pt x="1268"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7"/>
          <p:cNvSpPr/>
          <p:nvPr/>
        </p:nvSpPr>
        <p:spPr>
          <a:xfrm>
            <a:off x="5197067" y="2032097"/>
            <a:ext cx="38714" cy="31"/>
          </a:xfrm>
          <a:custGeom>
            <a:avLst/>
            <a:gdLst/>
            <a:ahLst/>
            <a:cxnLst/>
            <a:rect l="l" t="t" r="r" b="b"/>
            <a:pathLst>
              <a:path w="1269" h="1" fill="none" extrusionOk="0">
                <a:moveTo>
                  <a:pt x="1268" y="1"/>
                </a:moveTo>
                <a:lnTo>
                  <a:pt x="1"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7"/>
          <p:cNvSpPr/>
          <p:nvPr/>
        </p:nvSpPr>
        <p:spPr>
          <a:xfrm>
            <a:off x="5197067" y="2127763"/>
            <a:ext cx="38714" cy="31"/>
          </a:xfrm>
          <a:custGeom>
            <a:avLst/>
            <a:gdLst/>
            <a:ahLst/>
            <a:cxnLst/>
            <a:rect l="l" t="t" r="r" b="b"/>
            <a:pathLst>
              <a:path w="1269" h="1" fill="none" extrusionOk="0">
                <a:moveTo>
                  <a:pt x="1268"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7"/>
          <p:cNvSpPr/>
          <p:nvPr/>
        </p:nvSpPr>
        <p:spPr>
          <a:xfrm>
            <a:off x="5197067" y="2223399"/>
            <a:ext cx="38714" cy="31"/>
          </a:xfrm>
          <a:custGeom>
            <a:avLst/>
            <a:gdLst/>
            <a:ahLst/>
            <a:cxnLst/>
            <a:rect l="l" t="t" r="r" b="b"/>
            <a:pathLst>
              <a:path w="1269" h="1" fill="none" extrusionOk="0">
                <a:moveTo>
                  <a:pt x="1268" y="1"/>
                </a:moveTo>
                <a:lnTo>
                  <a:pt x="1"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7"/>
          <p:cNvSpPr/>
          <p:nvPr/>
        </p:nvSpPr>
        <p:spPr>
          <a:xfrm>
            <a:off x="7106064" y="2032097"/>
            <a:ext cx="226976" cy="31"/>
          </a:xfrm>
          <a:custGeom>
            <a:avLst/>
            <a:gdLst/>
            <a:ahLst/>
            <a:cxnLst/>
            <a:rect l="l" t="t" r="r" b="b"/>
            <a:pathLst>
              <a:path w="7440" h="1" fill="none" extrusionOk="0">
                <a:moveTo>
                  <a:pt x="1" y="1"/>
                </a:moveTo>
                <a:lnTo>
                  <a:pt x="7439"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7"/>
          <p:cNvSpPr/>
          <p:nvPr/>
        </p:nvSpPr>
        <p:spPr>
          <a:xfrm>
            <a:off x="5354813" y="2127763"/>
            <a:ext cx="455935" cy="31"/>
          </a:xfrm>
          <a:custGeom>
            <a:avLst/>
            <a:gdLst/>
            <a:ahLst/>
            <a:cxnLst/>
            <a:rect l="l" t="t" r="r" b="b"/>
            <a:pathLst>
              <a:path w="14945" h="1" fill="none" extrusionOk="0">
                <a:moveTo>
                  <a:pt x="0" y="0"/>
                </a:moveTo>
                <a:lnTo>
                  <a:pt x="14944" y="0"/>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7"/>
          <p:cNvSpPr/>
          <p:nvPr/>
        </p:nvSpPr>
        <p:spPr>
          <a:xfrm>
            <a:off x="5354813" y="2225443"/>
            <a:ext cx="455935" cy="31"/>
          </a:xfrm>
          <a:custGeom>
            <a:avLst/>
            <a:gdLst/>
            <a:ahLst/>
            <a:cxnLst/>
            <a:rect l="l" t="t" r="r" b="b"/>
            <a:pathLst>
              <a:path w="14945" h="1" fill="none" extrusionOk="0">
                <a:moveTo>
                  <a:pt x="0" y="1"/>
                </a:moveTo>
                <a:lnTo>
                  <a:pt x="14944"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7"/>
          <p:cNvSpPr/>
          <p:nvPr/>
        </p:nvSpPr>
        <p:spPr>
          <a:xfrm>
            <a:off x="5354813" y="2324160"/>
            <a:ext cx="455935" cy="31"/>
          </a:xfrm>
          <a:custGeom>
            <a:avLst/>
            <a:gdLst/>
            <a:ahLst/>
            <a:cxnLst/>
            <a:rect l="l" t="t" r="r" b="b"/>
            <a:pathLst>
              <a:path w="14945" h="1" fill="none" extrusionOk="0">
                <a:moveTo>
                  <a:pt x="0" y="0"/>
                </a:moveTo>
                <a:lnTo>
                  <a:pt x="14944" y="0"/>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7"/>
          <p:cNvSpPr/>
          <p:nvPr/>
        </p:nvSpPr>
        <p:spPr>
          <a:xfrm>
            <a:off x="5354813" y="2421840"/>
            <a:ext cx="455935" cy="31"/>
          </a:xfrm>
          <a:custGeom>
            <a:avLst/>
            <a:gdLst/>
            <a:ahLst/>
            <a:cxnLst/>
            <a:rect l="l" t="t" r="r" b="b"/>
            <a:pathLst>
              <a:path w="14945" h="1" fill="none" extrusionOk="0">
                <a:moveTo>
                  <a:pt x="0" y="1"/>
                </a:moveTo>
                <a:lnTo>
                  <a:pt x="14944"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7"/>
          <p:cNvSpPr/>
          <p:nvPr/>
        </p:nvSpPr>
        <p:spPr>
          <a:xfrm>
            <a:off x="6110870" y="2421840"/>
            <a:ext cx="928130" cy="31"/>
          </a:xfrm>
          <a:custGeom>
            <a:avLst/>
            <a:gdLst/>
            <a:ahLst/>
            <a:cxnLst/>
            <a:rect l="l" t="t" r="r" b="b"/>
            <a:pathLst>
              <a:path w="30423" h="1" fill="none" extrusionOk="0">
                <a:moveTo>
                  <a:pt x="0" y="1"/>
                </a:moveTo>
                <a:lnTo>
                  <a:pt x="30422" y="1"/>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7"/>
          <p:cNvSpPr/>
          <p:nvPr/>
        </p:nvSpPr>
        <p:spPr>
          <a:xfrm>
            <a:off x="6661380" y="2324160"/>
            <a:ext cx="377591" cy="31"/>
          </a:xfrm>
          <a:custGeom>
            <a:avLst/>
            <a:gdLst/>
            <a:ahLst/>
            <a:cxnLst/>
            <a:rect l="l" t="t" r="r" b="b"/>
            <a:pathLst>
              <a:path w="12377" h="1" fill="none" extrusionOk="0">
                <a:moveTo>
                  <a:pt x="1" y="0"/>
                </a:moveTo>
                <a:lnTo>
                  <a:pt x="12376" y="0"/>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7"/>
          <p:cNvSpPr/>
          <p:nvPr/>
        </p:nvSpPr>
        <p:spPr>
          <a:xfrm>
            <a:off x="6889319" y="2223399"/>
            <a:ext cx="149639" cy="31"/>
          </a:xfrm>
          <a:custGeom>
            <a:avLst/>
            <a:gdLst/>
            <a:ahLst/>
            <a:cxnLst/>
            <a:rect l="l" t="t" r="r" b="b"/>
            <a:pathLst>
              <a:path w="4905" h="1" fill="none" extrusionOk="0">
                <a:moveTo>
                  <a:pt x="1" y="1"/>
                </a:moveTo>
                <a:lnTo>
                  <a:pt x="4904" y="1"/>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7"/>
          <p:cNvSpPr/>
          <p:nvPr/>
        </p:nvSpPr>
        <p:spPr>
          <a:xfrm>
            <a:off x="7602007" y="1310369"/>
            <a:ext cx="1114298" cy="1734401"/>
          </a:xfrm>
          <a:custGeom>
            <a:avLst/>
            <a:gdLst/>
            <a:ahLst/>
            <a:cxnLst/>
            <a:rect l="l" t="t" r="r" b="b"/>
            <a:pathLst>
              <a:path w="42498" h="66148" extrusionOk="0">
                <a:moveTo>
                  <a:pt x="2169" y="1"/>
                </a:moveTo>
                <a:cubicBezTo>
                  <a:pt x="968" y="1"/>
                  <a:pt x="0" y="968"/>
                  <a:pt x="0" y="2169"/>
                </a:cubicBezTo>
                <a:lnTo>
                  <a:pt x="0" y="63980"/>
                </a:lnTo>
                <a:cubicBezTo>
                  <a:pt x="0" y="65181"/>
                  <a:pt x="968" y="66148"/>
                  <a:pt x="2169" y="66148"/>
                </a:cubicBezTo>
                <a:lnTo>
                  <a:pt x="40329" y="66148"/>
                </a:lnTo>
                <a:cubicBezTo>
                  <a:pt x="41530" y="66148"/>
                  <a:pt x="42497" y="65181"/>
                  <a:pt x="42497" y="63980"/>
                </a:cubicBezTo>
                <a:lnTo>
                  <a:pt x="42497" y="2169"/>
                </a:lnTo>
                <a:cubicBezTo>
                  <a:pt x="42497" y="968"/>
                  <a:pt x="41530" y="1"/>
                  <a:pt x="403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7"/>
          <p:cNvSpPr/>
          <p:nvPr/>
        </p:nvSpPr>
        <p:spPr>
          <a:xfrm>
            <a:off x="7602007" y="1310369"/>
            <a:ext cx="1114298" cy="157451"/>
          </a:xfrm>
          <a:custGeom>
            <a:avLst/>
            <a:gdLst/>
            <a:ahLst/>
            <a:cxnLst/>
            <a:rect l="l" t="t" r="r" b="b"/>
            <a:pathLst>
              <a:path w="42498" h="6005" extrusionOk="0">
                <a:moveTo>
                  <a:pt x="1635" y="1"/>
                </a:moveTo>
                <a:cubicBezTo>
                  <a:pt x="734" y="1"/>
                  <a:pt x="0" y="734"/>
                  <a:pt x="0" y="1635"/>
                </a:cubicBezTo>
                <a:lnTo>
                  <a:pt x="0" y="6005"/>
                </a:lnTo>
                <a:lnTo>
                  <a:pt x="42497" y="6005"/>
                </a:lnTo>
                <a:lnTo>
                  <a:pt x="42497" y="1635"/>
                </a:lnTo>
                <a:cubicBezTo>
                  <a:pt x="42497" y="734"/>
                  <a:pt x="41764" y="1"/>
                  <a:pt x="408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7"/>
          <p:cNvSpPr/>
          <p:nvPr/>
        </p:nvSpPr>
        <p:spPr>
          <a:xfrm>
            <a:off x="7662365" y="1515042"/>
            <a:ext cx="996203" cy="1478126"/>
          </a:xfrm>
          <a:custGeom>
            <a:avLst/>
            <a:gdLst/>
            <a:ahLst/>
            <a:cxnLst/>
            <a:rect l="l" t="t" r="r" b="b"/>
            <a:pathLst>
              <a:path w="37994" h="56374" extrusionOk="0">
                <a:moveTo>
                  <a:pt x="36259" y="56374"/>
                </a:moveTo>
                <a:lnTo>
                  <a:pt x="1768" y="56374"/>
                </a:lnTo>
                <a:cubicBezTo>
                  <a:pt x="801" y="56374"/>
                  <a:pt x="0" y="55607"/>
                  <a:pt x="0" y="54639"/>
                </a:cubicBezTo>
                <a:lnTo>
                  <a:pt x="0" y="1735"/>
                </a:lnTo>
                <a:cubicBezTo>
                  <a:pt x="0" y="767"/>
                  <a:pt x="801" y="0"/>
                  <a:pt x="1768" y="0"/>
                </a:cubicBezTo>
                <a:lnTo>
                  <a:pt x="36259" y="0"/>
                </a:lnTo>
                <a:cubicBezTo>
                  <a:pt x="37227" y="0"/>
                  <a:pt x="37994" y="767"/>
                  <a:pt x="37994" y="1735"/>
                </a:cubicBezTo>
                <a:lnTo>
                  <a:pt x="37994" y="54639"/>
                </a:lnTo>
                <a:cubicBezTo>
                  <a:pt x="37994" y="55607"/>
                  <a:pt x="37227" y="56374"/>
                  <a:pt x="36259" y="56374"/>
                </a:cubicBezTo>
                <a:close/>
              </a:path>
            </a:pathLst>
          </a:custGeom>
          <a:solidFill>
            <a:srgbClr val="240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7"/>
          <p:cNvSpPr/>
          <p:nvPr/>
        </p:nvSpPr>
        <p:spPr>
          <a:xfrm>
            <a:off x="7905503" y="1362835"/>
            <a:ext cx="53384" cy="27164"/>
          </a:xfrm>
          <a:custGeom>
            <a:avLst/>
            <a:gdLst/>
            <a:ahLst/>
            <a:cxnLst/>
            <a:rect l="l" t="t" r="r" b="b"/>
            <a:pathLst>
              <a:path w="2036" h="1036" extrusionOk="0">
                <a:moveTo>
                  <a:pt x="1001" y="1"/>
                </a:moveTo>
                <a:cubicBezTo>
                  <a:pt x="434" y="1"/>
                  <a:pt x="0" y="435"/>
                  <a:pt x="0" y="1002"/>
                </a:cubicBezTo>
                <a:lnTo>
                  <a:pt x="0" y="1035"/>
                </a:lnTo>
                <a:cubicBezTo>
                  <a:pt x="0" y="468"/>
                  <a:pt x="434" y="1"/>
                  <a:pt x="1001" y="1"/>
                </a:cubicBezTo>
                <a:close/>
                <a:moveTo>
                  <a:pt x="1001" y="1"/>
                </a:moveTo>
                <a:cubicBezTo>
                  <a:pt x="1568" y="1"/>
                  <a:pt x="2035" y="468"/>
                  <a:pt x="2035" y="1035"/>
                </a:cubicBezTo>
                <a:lnTo>
                  <a:pt x="2035" y="1002"/>
                </a:lnTo>
                <a:cubicBezTo>
                  <a:pt x="2035" y="435"/>
                  <a:pt x="1568" y="1"/>
                  <a:pt x="1001" y="1"/>
                </a:cubicBezTo>
                <a:close/>
              </a:path>
            </a:pathLst>
          </a:custGeom>
          <a:solidFill>
            <a:srgbClr val="84FA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7"/>
          <p:cNvSpPr/>
          <p:nvPr/>
        </p:nvSpPr>
        <p:spPr>
          <a:xfrm>
            <a:off x="7710453" y="1688198"/>
            <a:ext cx="707599" cy="16650"/>
          </a:xfrm>
          <a:custGeom>
            <a:avLst/>
            <a:gdLst/>
            <a:ahLst/>
            <a:cxnLst/>
            <a:rect l="l" t="t" r="r" b="b"/>
            <a:pathLst>
              <a:path w="26987" h="635" extrusionOk="0">
                <a:moveTo>
                  <a:pt x="334" y="1"/>
                </a:moveTo>
                <a:cubicBezTo>
                  <a:pt x="134" y="1"/>
                  <a:pt x="1" y="134"/>
                  <a:pt x="1" y="301"/>
                </a:cubicBezTo>
                <a:cubicBezTo>
                  <a:pt x="1" y="501"/>
                  <a:pt x="134" y="635"/>
                  <a:pt x="334" y="635"/>
                </a:cubicBezTo>
                <a:lnTo>
                  <a:pt x="26686" y="635"/>
                </a:lnTo>
                <a:cubicBezTo>
                  <a:pt x="26853" y="635"/>
                  <a:pt x="26987" y="501"/>
                  <a:pt x="26987" y="301"/>
                </a:cubicBezTo>
                <a:cubicBezTo>
                  <a:pt x="26987" y="134"/>
                  <a:pt x="26853" y="1"/>
                  <a:pt x="2668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7"/>
          <p:cNvSpPr/>
          <p:nvPr/>
        </p:nvSpPr>
        <p:spPr>
          <a:xfrm>
            <a:off x="8461758" y="1688198"/>
            <a:ext cx="68251" cy="16650"/>
          </a:xfrm>
          <a:custGeom>
            <a:avLst/>
            <a:gdLst/>
            <a:ahLst/>
            <a:cxnLst/>
            <a:rect l="l" t="t" r="r" b="b"/>
            <a:pathLst>
              <a:path w="2603" h="635" extrusionOk="0">
                <a:moveTo>
                  <a:pt x="301" y="1"/>
                </a:moveTo>
                <a:cubicBezTo>
                  <a:pt x="134" y="1"/>
                  <a:pt x="1" y="134"/>
                  <a:pt x="1" y="301"/>
                </a:cubicBezTo>
                <a:cubicBezTo>
                  <a:pt x="1" y="501"/>
                  <a:pt x="134" y="635"/>
                  <a:pt x="301" y="635"/>
                </a:cubicBezTo>
                <a:lnTo>
                  <a:pt x="2269" y="635"/>
                </a:lnTo>
                <a:cubicBezTo>
                  <a:pt x="2436" y="635"/>
                  <a:pt x="2602" y="501"/>
                  <a:pt x="2602" y="301"/>
                </a:cubicBezTo>
                <a:cubicBezTo>
                  <a:pt x="2602" y="134"/>
                  <a:pt x="2436" y="1"/>
                  <a:pt x="2269"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7"/>
          <p:cNvSpPr/>
          <p:nvPr/>
        </p:nvSpPr>
        <p:spPr>
          <a:xfrm>
            <a:off x="8556228" y="1688198"/>
            <a:ext cx="55114" cy="16650"/>
          </a:xfrm>
          <a:custGeom>
            <a:avLst/>
            <a:gdLst/>
            <a:ahLst/>
            <a:cxnLst/>
            <a:rect l="l" t="t" r="r" b="b"/>
            <a:pathLst>
              <a:path w="2102" h="635" extrusionOk="0">
                <a:moveTo>
                  <a:pt x="300" y="1"/>
                </a:moveTo>
                <a:cubicBezTo>
                  <a:pt x="134" y="1"/>
                  <a:pt x="0" y="134"/>
                  <a:pt x="0" y="301"/>
                </a:cubicBezTo>
                <a:cubicBezTo>
                  <a:pt x="0" y="501"/>
                  <a:pt x="134" y="635"/>
                  <a:pt x="300" y="635"/>
                </a:cubicBezTo>
                <a:lnTo>
                  <a:pt x="1768" y="635"/>
                </a:lnTo>
                <a:cubicBezTo>
                  <a:pt x="1968" y="635"/>
                  <a:pt x="2102" y="501"/>
                  <a:pt x="2102" y="301"/>
                </a:cubicBezTo>
                <a:cubicBezTo>
                  <a:pt x="2102" y="134"/>
                  <a:pt x="1968" y="1"/>
                  <a:pt x="1768"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7"/>
          <p:cNvSpPr/>
          <p:nvPr/>
        </p:nvSpPr>
        <p:spPr>
          <a:xfrm>
            <a:off x="7710453" y="1766045"/>
            <a:ext cx="404994" cy="16650"/>
          </a:xfrm>
          <a:custGeom>
            <a:avLst/>
            <a:gdLst/>
            <a:ahLst/>
            <a:cxnLst/>
            <a:rect l="l" t="t" r="r" b="b"/>
            <a:pathLst>
              <a:path w="15446" h="635" extrusionOk="0">
                <a:moveTo>
                  <a:pt x="334" y="1"/>
                </a:moveTo>
                <a:cubicBezTo>
                  <a:pt x="134" y="1"/>
                  <a:pt x="1" y="134"/>
                  <a:pt x="1" y="334"/>
                </a:cubicBezTo>
                <a:cubicBezTo>
                  <a:pt x="1" y="501"/>
                  <a:pt x="134" y="634"/>
                  <a:pt x="334" y="634"/>
                </a:cubicBezTo>
                <a:lnTo>
                  <a:pt x="15112" y="634"/>
                </a:lnTo>
                <a:cubicBezTo>
                  <a:pt x="15312" y="634"/>
                  <a:pt x="15445" y="501"/>
                  <a:pt x="15445" y="334"/>
                </a:cubicBezTo>
                <a:cubicBezTo>
                  <a:pt x="15445" y="134"/>
                  <a:pt x="15312" y="1"/>
                  <a:pt x="15112"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7"/>
          <p:cNvSpPr/>
          <p:nvPr/>
        </p:nvSpPr>
        <p:spPr>
          <a:xfrm>
            <a:off x="8122394" y="1766045"/>
            <a:ext cx="127744" cy="16650"/>
          </a:xfrm>
          <a:custGeom>
            <a:avLst/>
            <a:gdLst/>
            <a:ahLst/>
            <a:cxnLst/>
            <a:rect l="l" t="t" r="r" b="b"/>
            <a:pathLst>
              <a:path w="4872" h="635" extrusionOk="0">
                <a:moveTo>
                  <a:pt x="301" y="1"/>
                </a:moveTo>
                <a:cubicBezTo>
                  <a:pt x="134" y="1"/>
                  <a:pt x="1" y="134"/>
                  <a:pt x="1" y="334"/>
                </a:cubicBezTo>
                <a:cubicBezTo>
                  <a:pt x="1" y="501"/>
                  <a:pt x="134" y="634"/>
                  <a:pt x="301" y="634"/>
                </a:cubicBezTo>
                <a:lnTo>
                  <a:pt x="4571" y="634"/>
                </a:lnTo>
                <a:cubicBezTo>
                  <a:pt x="4738" y="634"/>
                  <a:pt x="4871" y="501"/>
                  <a:pt x="4871" y="334"/>
                </a:cubicBezTo>
                <a:cubicBezTo>
                  <a:pt x="4871" y="134"/>
                  <a:pt x="4738" y="1"/>
                  <a:pt x="4571"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7"/>
          <p:cNvSpPr/>
          <p:nvPr/>
        </p:nvSpPr>
        <p:spPr>
          <a:xfrm>
            <a:off x="8164398" y="1810645"/>
            <a:ext cx="85739" cy="17515"/>
          </a:xfrm>
          <a:custGeom>
            <a:avLst/>
            <a:gdLst/>
            <a:ahLst/>
            <a:cxnLst/>
            <a:rect l="l" t="t" r="r" b="b"/>
            <a:pathLst>
              <a:path w="3270" h="668" extrusionOk="0">
                <a:moveTo>
                  <a:pt x="334" y="1"/>
                </a:moveTo>
                <a:cubicBezTo>
                  <a:pt x="134" y="1"/>
                  <a:pt x="0" y="168"/>
                  <a:pt x="0" y="334"/>
                </a:cubicBezTo>
                <a:cubicBezTo>
                  <a:pt x="0" y="535"/>
                  <a:pt x="134" y="668"/>
                  <a:pt x="334" y="668"/>
                </a:cubicBezTo>
                <a:lnTo>
                  <a:pt x="2969" y="668"/>
                </a:lnTo>
                <a:cubicBezTo>
                  <a:pt x="3136" y="668"/>
                  <a:pt x="3269" y="501"/>
                  <a:pt x="3269" y="334"/>
                </a:cubicBezTo>
                <a:cubicBezTo>
                  <a:pt x="3269" y="168"/>
                  <a:pt x="3136" y="1"/>
                  <a:pt x="2969"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7"/>
          <p:cNvSpPr/>
          <p:nvPr/>
        </p:nvSpPr>
        <p:spPr>
          <a:xfrm>
            <a:off x="8122394" y="1810645"/>
            <a:ext cx="25407" cy="17515"/>
          </a:xfrm>
          <a:custGeom>
            <a:avLst/>
            <a:gdLst/>
            <a:ahLst/>
            <a:cxnLst/>
            <a:rect l="l" t="t" r="r" b="b"/>
            <a:pathLst>
              <a:path w="969" h="668" extrusionOk="0">
                <a:moveTo>
                  <a:pt x="335" y="1"/>
                </a:moveTo>
                <a:cubicBezTo>
                  <a:pt x="168" y="1"/>
                  <a:pt x="1" y="168"/>
                  <a:pt x="1" y="334"/>
                </a:cubicBezTo>
                <a:cubicBezTo>
                  <a:pt x="1" y="535"/>
                  <a:pt x="168" y="668"/>
                  <a:pt x="335" y="668"/>
                </a:cubicBezTo>
                <a:lnTo>
                  <a:pt x="635" y="668"/>
                </a:lnTo>
                <a:cubicBezTo>
                  <a:pt x="802" y="668"/>
                  <a:pt x="968" y="501"/>
                  <a:pt x="968" y="334"/>
                </a:cubicBezTo>
                <a:cubicBezTo>
                  <a:pt x="968" y="168"/>
                  <a:pt x="835" y="1"/>
                  <a:pt x="635"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7"/>
          <p:cNvSpPr/>
          <p:nvPr/>
        </p:nvSpPr>
        <p:spPr>
          <a:xfrm>
            <a:off x="8021814" y="1810645"/>
            <a:ext cx="77008" cy="17515"/>
          </a:xfrm>
          <a:custGeom>
            <a:avLst/>
            <a:gdLst/>
            <a:ahLst/>
            <a:cxnLst/>
            <a:rect l="l" t="t" r="r" b="b"/>
            <a:pathLst>
              <a:path w="2937" h="668" extrusionOk="0">
                <a:moveTo>
                  <a:pt x="301" y="1"/>
                </a:moveTo>
                <a:cubicBezTo>
                  <a:pt x="134" y="1"/>
                  <a:pt x="1" y="168"/>
                  <a:pt x="1" y="334"/>
                </a:cubicBezTo>
                <a:cubicBezTo>
                  <a:pt x="1" y="535"/>
                  <a:pt x="134" y="668"/>
                  <a:pt x="301" y="668"/>
                </a:cubicBezTo>
                <a:lnTo>
                  <a:pt x="2636" y="668"/>
                </a:lnTo>
                <a:cubicBezTo>
                  <a:pt x="2803" y="668"/>
                  <a:pt x="2936" y="501"/>
                  <a:pt x="2936" y="334"/>
                </a:cubicBezTo>
                <a:cubicBezTo>
                  <a:pt x="2936" y="168"/>
                  <a:pt x="2803" y="1"/>
                  <a:pt x="2636"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7"/>
          <p:cNvSpPr/>
          <p:nvPr/>
        </p:nvSpPr>
        <p:spPr>
          <a:xfrm>
            <a:off x="7912503" y="1810645"/>
            <a:ext cx="77873" cy="17515"/>
          </a:xfrm>
          <a:custGeom>
            <a:avLst/>
            <a:gdLst/>
            <a:ahLst/>
            <a:cxnLst/>
            <a:rect l="l" t="t" r="r" b="b"/>
            <a:pathLst>
              <a:path w="2970" h="668" extrusionOk="0">
                <a:moveTo>
                  <a:pt x="300" y="1"/>
                </a:moveTo>
                <a:cubicBezTo>
                  <a:pt x="134" y="1"/>
                  <a:pt x="0" y="168"/>
                  <a:pt x="0" y="334"/>
                </a:cubicBezTo>
                <a:cubicBezTo>
                  <a:pt x="0" y="535"/>
                  <a:pt x="134" y="668"/>
                  <a:pt x="300" y="668"/>
                </a:cubicBezTo>
                <a:lnTo>
                  <a:pt x="2635" y="668"/>
                </a:lnTo>
                <a:cubicBezTo>
                  <a:pt x="2802" y="668"/>
                  <a:pt x="2969" y="501"/>
                  <a:pt x="2936" y="334"/>
                </a:cubicBezTo>
                <a:cubicBezTo>
                  <a:pt x="2936" y="168"/>
                  <a:pt x="2802" y="1"/>
                  <a:pt x="2635"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7"/>
          <p:cNvSpPr/>
          <p:nvPr/>
        </p:nvSpPr>
        <p:spPr>
          <a:xfrm>
            <a:off x="7803166" y="1810645"/>
            <a:ext cx="77873" cy="17515"/>
          </a:xfrm>
          <a:custGeom>
            <a:avLst/>
            <a:gdLst/>
            <a:ahLst/>
            <a:cxnLst/>
            <a:rect l="l" t="t" r="r" b="b"/>
            <a:pathLst>
              <a:path w="2970" h="668" extrusionOk="0">
                <a:moveTo>
                  <a:pt x="301" y="1"/>
                </a:moveTo>
                <a:cubicBezTo>
                  <a:pt x="134" y="1"/>
                  <a:pt x="1" y="168"/>
                  <a:pt x="1" y="334"/>
                </a:cubicBezTo>
                <a:cubicBezTo>
                  <a:pt x="1" y="535"/>
                  <a:pt x="134" y="668"/>
                  <a:pt x="301" y="668"/>
                </a:cubicBezTo>
                <a:lnTo>
                  <a:pt x="2636" y="668"/>
                </a:lnTo>
                <a:cubicBezTo>
                  <a:pt x="2803" y="668"/>
                  <a:pt x="2969" y="501"/>
                  <a:pt x="2969" y="334"/>
                </a:cubicBezTo>
                <a:cubicBezTo>
                  <a:pt x="2969" y="168"/>
                  <a:pt x="2803" y="1"/>
                  <a:pt x="2636"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7"/>
          <p:cNvSpPr/>
          <p:nvPr/>
        </p:nvSpPr>
        <p:spPr>
          <a:xfrm>
            <a:off x="7803166" y="1865759"/>
            <a:ext cx="656863" cy="16650"/>
          </a:xfrm>
          <a:custGeom>
            <a:avLst/>
            <a:gdLst/>
            <a:ahLst/>
            <a:cxnLst/>
            <a:rect l="l" t="t" r="r" b="b"/>
            <a:pathLst>
              <a:path w="25052" h="635" extrusionOk="0">
                <a:moveTo>
                  <a:pt x="301" y="0"/>
                </a:moveTo>
                <a:cubicBezTo>
                  <a:pt x="134" y="0"/>
                  <a:pt x="1" y="134"/>
                  <a:pt x="1" y="334"/>
                </a:cubicBezTo>
                <a:cubicBezTo>
                  <a:pt x="1" y="501"/>
                  <a:pt x="134" y="634"/>
                  <a:pt x="301" y="634"/>
                </a:cubicBezTo>
                <a:lnTo>
                  <a:pt x="24718" y="634"/>
                </a:lnTo>
                <a:cubicBezTo>
                  <a:pt x="24885" y="634"/>
                  <a:pt x="25052" y="501"/>
                  <a:pt x="25018" y="334"/>
                </a:cubicBezTo>
                <a:cubicBezTo>
                  <a:pt x="25018" y="134"/>
                  <a:pt x="24885" y="0"/>
                  <a:pt x="247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7"/>
          <p:cNvSpPr/>
          <p:nvPr/>
        </p:nvSpPr>
        <p:spPr>
          <a:xfrm>
            <a:off x="7710453" y="1810645"/>
            <a:ext cx="39382" cy="17515"/>
          </a:xfrm>
          <a:custGeom>
            <a:avLst/>
            <a:gdLst/>
            <a:ahLst/>
            <a:cxnLst/>
            <a:rect l="l" t="t" r="r" b="b"/>
            <a:pathLst>
              <a:path w="1502" h="668" extrusionOk="0">
                <a:moveTo>
                  <a:pt x="334" y="1"/>
                </a:moveTo>
                <a:cubicBezTo>
                  <a:pt x="134" y="1"/>
                  <a:pt x="1" y="168"/>
                  <a:pt x="1" y="334"/>
                </a:cubicBezTo>
                <a:cubicBezTo>
                  <a:pt x="1" y="535"/>
                  <a:pt x="134" y="668"/>
                  <a:pt x="334" y="668"/>
                </a:cubicBezTo>
                <a:lnTo>
                  <a:pt x="1168" y="668"/>
                </a:lnTo>
                <a:cubicBezTo>
                  <a:pt x="1335" y="668"/>
                  <a:pt x="1502" y="501"/>
                  <a:pt x="1468" y="334"/>
                </a:cubicBezTo>
                <a:cubicBezTo>
                  <a:pt x="1468" y="168"/>
                  <a:pt x="1335" y="1"/>
                  <a:pt x="1168"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7"/>
          <p:cNvSpPr/>
          <p:nvPr/>
        </p:nvSpPr>
        <p:spPr>
          <a:xfrm>
            <a:off x="7710453" y="1865759"/>
            <a:ext cx="39382" cy="16650"/>
          </a:xfrm>
          <a:custGeom>
            <a:avLst/>
            <a:gdLst/>
            <a:ahLst/>
            <a:cxnLst/>
            <a:rect l="l" t="t" r="r" b="b"/>
            <a:pathLst>
              <a:path w="1502" h="635" extrusionOk="0">
                <a:moveTo>
                  <a:pt x="334" y="0"/>
                </a:moveTo>
                <a:cubicBezTo>
                  <a:pt x="134" y="0"/>
                  <a:pt x="1" y="134"/>
                  <a:pt x="1" y="334"/>
                </a:cubicBezTo>
                <a:cubicBezTo>
                  <a:pt x="1" y="501"/>
                  <a:pt x="134" y="634"/>
                  <a:pt x="334" y="634"/>
                </a:cubicBezTo>
                <a:lnTo>
                  <a:pt x="1168" y="634"/>
                </a:lnTo>
                <a:cubicBezTo>
                  <a:pt x="1335" y="634"/>
                  <a:pt x="1502" y="501"/>
                  <a:pt x="1468" y="334"/>
                </a:cubicBezTo>
                <a:cubicBezTo>
                  <a:pt x="1468" y="134"/>
                  <a:pt x="1335" y="0"/>
                  <a:pt x="11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7"/>
          <p:cNvSpPr/>
          <p:nvPr/>
        </p:nvSpPr>
        <p:spPr>
          <a:xfrm>
            <a:off x="7710453" y="1919982"/>
            <a:ext cx="39382" cy="17515"/>
          </a:xfrm>
          <a:custGeom>
            <a:avLst/>
            <a:gdLst/>
            <a:ahLst/>
            <a:cxnLst/>
            <a:rect l="l" t="t" r="r" b="b"/>
            <a:pathLst>
              <a:path w="1502" h="668" extrusionOk="0">
                <a:moveTo>
                  <a:pt x="334" y="1"/>
                </a:moveTo>
                <a:cubicBezTo>
                  <a:pt x="134" y="1"/>
                  <a:pt x="1" y="167"/>
                  <a:pt x="1" y="334"/>
                </a:cubicBezTo>
                <a:cubicBezTo>
                  <a:pt x="1" y="501"/>
                  <a:pt x="134" y="668"/>
                  <a:pt x="334" y="668"/>
                </a:cubicBezTo>
                <a:lnTo>
                  <a:pt x="1168" y="668"/>
                </a:lnTo>
                <a:cubicBezTo>
                  <a:pt x="1335" y="668"/>
                  <a:pt x="1502" y="501"/>
                  <a:pt x="1468" y="334"/>
                </a:cubicBezTo>
                <a:cubicBezTo>
                  <a:pt x="1468" y="167"/>
                  <a:pt x="1335" y="1"/>
                  <a:pt x="1168"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7"/>
          <p:cNvSpPr/>
          <p:nvPr/>
        </p:nvSpPr>
        <p:spPr>
          <a:xfrm>
            <a:off x="7710453" y="1975097"/>
            <a:ext cx="39382" cy="16623"/>
          </a:xfrm>
          <a:custGeom>
            <a:avLst/>
            <a:gdLst/>
            <a:ahLst/>
            <a:cxnLst/>
            <a:rect l="l" t="t" r="r" b="b"/>
            <a:pathLst>
              <a:path w="1502" h="634" extrusionOk="0">
                <a:moveTo>
                  <a:pt x="334" y="0"/>
                </a:moveTo>
                <a:cubicBezTo>
                  <a:pt x="134" y="0"/>
                  <a:pt x="1" y="133"/>
                  <a:pt x="1" y="300"/>
                </a:cubicBezTo>
                <a:cubicBezTo>
                  <a:pt x="1" y="500"/>
                  <a:pt x="134" y="634"/>
                  <a:pt x="334" y="634"/>
                </a:cubicBezTo>
                <a:lnTo>
                  <a:pt x="1168" y="634"/>
                </a:lnTo>
                <a:cubicBezTo>
                  <a:pt x="1335" y="634"/>
                  <a:pt x="1502" y="500"/>
                  <a:pt x="1468" y="300"/>
                </a:cubicBezTo>
                <a:cubicBezTo>
                  <a:pt x="1468" y="133"/>
                  <a:pt x="1335" y="0"/>
                  <a:pt x="11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7"/>
          <p:cNvSpPr/>
          <p:nvPr/>
        </p:nvSpPr>
        <p:spPr>
          <a:xfrm>
            <a:off x="8500249" y="1865759"/>
            <a:ext cx="96227" cy="16650"/>
          </a:xfrm>
          <a:custGeom>
            <a:avLst/>
            <a:gdLst/>
            <a:ahLst/>
            <a:cxnLst/>
            <a:rect l="l" t="t" r="r" b="b"/>
            <a:pathLst>
              <a:path w="3670" h="635" extrusionOk="0">
                <a:moveTo>
                  <a:pt x="300" y="0"/>
                </a:moveTo>
                <a:cubicBezTo>
                  <a:pt x="134" y="0"/>
                  <a:pt x="0" y="134"/>
                  <a:pt x="0" y="334"/>
                </a:cubicBezTo>
                <a:cubicBezTo>
                  <a:pt x="0" y="501"/>
                  <a:pt x="134" y="634"/>
                  <a:pt x="300" y="634"/>
                </a:cubicBezTo>
                <a:lnTo>
                  <a:pt x="3336" y="634"/>
                </a:lnTo>
                <a:cubicBezTo>
                  <a:pt x="3503" y="634"/>
                  <a:pt x="3670" y="501"/>
                  <a:pt x="3670" y="334"/>
                </a:cubicBezTo>
                <a:cubicBezTo>
                  <a:pt x="3670" y="134"/>
                  <a:pt x="3536" y="0"/>
                  <a:pt x="33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7"/>
          <p:cNvSpPr/>
          <p:nvPr/>
        </p:nvSpPr>
        <p:spPr>
          <a:xfrm>
            <a:off x="7800544" y="1919982"/>
            <a:ext cx="277276" cy="17515"/>
          </a:xfrm>
          <a:custGeom>
            <a:avLst/>
            <a:gdLst/>
            <a:ahLst/>
            <a:cxnLst/>
            <a:rect l="l" t="t" r="r" b="b"/>
            <a:pathLst>
              <a:path w="10575" h="668" extrusionOk="0">
                <a:moveTo>
                  <a:pt x="334" y="1"/>
                </a:moveTo>
                <a:cubicBezTo>
                  <a:pt x="134" y="1"/>
                  <a:pt x="1" y="167"/>
                  <a:pt x="1" y="334"/>
                </a:cubicBezTo>
                <a:cubicBezTo>
                  <a:pt x="1" y="501"/>
                  <a:pt x="134" y="668"/>
                  <a:pt x="334" y="668"/>
                </a:cubicBezTo>
                <a:lnTo>
                  <a:pt x="10275" y="668"/>
                </a:lnTo>
                <a:cubicBezTo>
                  <a:pt x="10441" y="668"/>
                  <a:pt x="10575" y="501"/>
                  <a:pt x="10575" y="334"/>
                </a:cubicBezTo>
                <a:cubicBezTo>
                  <a:pt x="10575" y="167"/>
                  <a:pt x="10441" y="1"/>
                  <a:pt x="102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7"/>
          <p:cNvSpPr/>
          <p:nvPr/>
        </p:nvSpPr>
        <p:spPr>
          <a:xfrm>
            <a:off x="8164398" y="2087921"/>
            <a:ext cx="314011" cy="17515"/>
          </a:xfrm>
          <a:custGeom>
            <a:avLst/>
            <a:gdLst/>
            <a:ahLst/>
            <a:cxnLst/>
            <a:rect l="l" t="t" r="r" b="b"/>
            <a:pathLst>
              <a:path w="11976" h="668" extrusionOk="0">
                <a:moveTo>
                  <a:pt x="300" y="0"/>
                </a:moveTo>
                <a:cubicBezTo>
                  <a:pt x="134" y="0"/>
                  <a:pt x="0" y="134"/>
                  <a:pt x="0" y="334"/>
                </a:cubicBezTo>
                <a:cubicBezTo>
                  <a:pt x="0" y="500"/>
                  <a:pt x="134" y="667"/>
                  <a:pt x="300" y="667"/>
                </a:cubicBezTo>
                <a:lnTo>
                  <a:pt x="11642" y="667"/>
                </a:lnTo>
                <a:cubicBezTo>
                  <a:pt x="11842" y="667"/>
                  <a:pt x="11975" y="500"/>
                  <a:pt x="11975" y="334"/>
                </a:cubicBezTo>
                <a:cubicBezTo>
                  <a:pt x="11975" y="134"/>
                  <a:pt x="11842" y="0"/>
                  <a:pt x="116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7"/>
          <p:cNvSpPr/>
          <p:nvPr/>
        </p:nvSpPr>
        <p:spPr>
          <a:xfrm>
            <a:off x="8245732" y="2031941"/>
            <a:ext cx="232676" cy="17515"/>
          </a:xfrm>
          <a:custGeom>
            <a:avLst/>
            <a:gdLst/>
            <a:ahLst/>
            <a:cxnLst/>
            <a:rect l="l" t="t" r="r" b="b"/>
            <a:pathLst>
              <a:path w="8874" h="668" extrusionOk="0">
                <a:moveTo>
                  <a:pt x="334" y="0"/>
                </a:moveTo>
                <a:cubicBezTo>
                  <a:pt x="134" y="0"/>
                  <a:pt x="0" y="134"/>
                  <a:pt x="0" y="334"/>
                </a:cubicBezTo>
                <a:cubicBezTo>
                  <a:pt x="0" y="501"/>
                  <a:pt x="134" y="667"/>
                  <a:pt x="334" y="667"/>
                </a:cubicBezTo>
                <a:lnTo>
                  <a:pt x="8540" y="667"/>
                </a:lnTo>
                <a:cubicBezTo>
                  <a:pt x="8740" y="667"/>
                  <a:pt x="8873" y="501"/>
                  <a:pt x="8873" y="334"/>
                </a:cubicBezTo>
                <a:cubicBezTo>
                  <a:pt x="8873" y="134"/>
                  <a:pt x="8740" y="0"/>
                  <a:pt x="85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7"/>
          <p:cNvSpPr/>
          <p:nvPr/>
        </p:nvSpPr>
        <p:spPr>
          <a:xfrm>
            <a:off x="8376045" y="1975097"/>
            <a:ext cx="102363" cy="16623"/>
          </a:xfrm>
          <a:custGeom>
            <a:avLst/>
            <a:gdLst/>
            <a:ahLst/>
            <a:cxnLst/>
            <a:rect l="l" t="t" r="r" b="b"/>
            <a:pathLst>
              <a:path w="3904" h="634" extrusionOk="0">
                <a:moveTo>
                  <a:pt x="301" y="0"/>
                </a:moveTo>
                <a:cubicBezTo>
                  <a:pt x="134" y="0"/>
                  <a:pt x="1" y="133"/>
                  <a:pt x="1" y="300"/>
                </a:cubicBezTo>
                <a:cubicBezTo>
                  <a:pt x="1" y="500"/>
                  <a:pt x="134" y="634"/>
                  <a:pt x="301" y="634"/>
                </a:cubicBezTo>
                <a:lnTo>
                  <a:pt x="3570" y="634"/>
                </a:lnTo>
                <a:cubicBezTo>
                  <a:pt x="3770" y="634"/>
                  <a:pt x="3903" y="500"/>
                  <a:pt x="3903" y="300"/>
                </a:cubicBezTo>
                <a:cubicBezTo>
                  <a:pt x="3903" y="133"/>
                  <a:pt x="3770" y="0"/>
                  <a:pt x="35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7"/>
          <p:cNvSpPr/>
          <p:nvPr/>
        </p:nvSpPr>
        <p:spPr>
          <a:xfrm>
            <a:off x="7710453" y="1612108"/>
            <a:ext cx="328012" cy="16650"/>
          </a:xfrm>
          <a:custGeom>
            <a:avLst/>
            <a:gdLst/>
            <a:ahLst/>
            <a:cxnLst/>
            <a:rect l="l" t="t" r="r" b="b"/>
            <a:pathLst>
              <a:path w="12510" h="635" extrusionOk="0">
                <a:moveTo>
                  <a:pt x="334" y="1"/>
                </a:moveTo>
                <a:cubicBezTo>
                  <a:pt x="134" y="1"/>
                  <a:pt x="1" y="134"/>
                  <a:pt x="1" y="334"/>
                </a:cubicBezTo>
                <a:cubicBezTo>
                  <a:pt x="1" y="501"/>
                  <a:pt x="134" y="635"/>
                  <a:pt x="334" y="635"/>
                </a:cubicBezTo>
                <a:lnTo>
                  <a:pt x="12176" y="635"/>
                </a:lnTo>
                <a:cubicBezTo>
                  <a:pt x="12376" y="635"/>
                  <a:pt x="12510" y="501"/>
                  <a:pt x="12510" y="334"/>
                </a:cubicBezTo>
                <a:cubicBezTo>
                  <a:pt x="12510" y="134"/>
                  <a:pt x="12376" y="1"/>
                  <a:pt x="121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7"/>
          <p:cNvSpPr/>
          <p:nvPr/>
        </p:nvSpPr>
        <p:spPr>
          <a:xfrm>
            <a:off x="7710453" y="2220856"/>
            <a:ext cx="530064" cy="17515"/>
          </a:xfrm>
          <a:custGeom>
            <a:avLst/>
            <a:gdLst/>
            <a:ahLst/>
            <a:cxnLst/>
            <a:rect l="l" t="t" r="r" b="b"/>
            <a:pathLst>
              <a:path w="20216" h="668" extrusionOk="0">
                <a:moveTo>
                  <a:pt x="334" y="0"/>
                </a:moveTo>
                <a:cubicBezTo>
                  <a:pt x="134" y="0"/>
                  <a:pt x="1" y="134"/>
                  <a:pt x="1" y="334"/>
                </a:cubicBezTo>
                <a:cubicBezTo>
                  <a:pt x="1" y="501"/>
                  <a:pt x="134" y="668"/>
                  <a:pt x="334" y="668"/>
                </a:cubicBezTo>
                <a:lnTo>
                  <a:pt x="19882" y="668"/>
                </a:lnTo>
                <a:cubicBezTo>
                  <a:pt x="20048" y="668"/>
                  <a:pt x="20215" y="501"/>
                  <a:pt x="20182" y="334"/>
                </a:cubicBezTo>
                <a:cubicBezTo>
                  <a:pt x="20182" y="134"/>
                  <a:pt x="20048" y="0"/>
                  <a:pt x="198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7"/>
          <p:cNvSpPr/>
          <p:nvPr/>
        </p:nvSpPr>
        <p:spPr>
          <a:xfrm>
            <a:off x="7710453" y="2288189"/>
            <a:ext cx="530064" cy="17541"/>
          </a:xfrm>
          <a:custGeom>
            <a:avLst/>
            <a:gdLst/>
            <a:ahLst/>
            <a:cxnLst/>
            <a:rect l="l" t="t" r="r" b="b"/>
            <a:pathLst>
              <a:path w="20216" h="669" extrusionOk="0">
                <a:moveTo>
                  <a:pt x="334" y="1"/>
                </a:moveTo>
                <a:cubicBezTo>
                  <a:pt x="134" y="1"/>
                  <a:pt x="1" y="134"/>
                  <a:pt x="1" y="334"/>
                </a:cubicBezTo>
                <a:cubicBezTo>
                  <a:pt x="1" y="501"/>
                  <a:pt x="134" y="668"/>
                  <a:pt x="334" y="668"/>
                </a:cubicBezTo>
                <a:lnTo>
                  <a:pt x="19882" y="668"/>
                </a:lnTo>
                <a:cubicBezTo>
                  <a:pt x="20048" y="668"/>
                  <a:pt x="20215" y="501"/>
                  <a:pt x="20182" y="334"/>
                </a:cubicBezTo>
                <a:cubicBezTo>
                  <a:pt x="20182" y="134"/>
                  <a:pt x="20048" y="1"/>
                  <a:pt x="198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7"/>
          <p:cNvSpPr/>
          <p:nvPr/>
        </p:nvSpPr>
        <p:spPr>
          <a:xfrm>
            <a:off x="7710453" y="2355548"/>
            <a:ext cx="529172" cy="17515"/>
          </a:xfrm>
          <a:custGeom>
            <a:avLst/>
            <a:gdLst/>
            <a:ahLst/>
            <a:cxnLst/>
            <a:rect l="l" t="t" r="r" b="b"/>
            <a:pathLst>
              <a:path w="20182" h="668" extrusionOk="0">
                <a:moveTo>
                  <a:pt x="334" y="0"/>
                </a:moveTo>
                <a:cubicBezTo>
                  <a:pt x="134" y="0"/>
                  <a:pt x="1" y="167"/>
                  <a:pt x="1" y="334"/>
                </a:cubicBezTo>
                <a:cubicBezTo>
                  <a:pt x="1" y="501"/>
                  <a:pt x="134" y="668"/>
                  <a:pt x="334" y="668"/>
                </a:cubicBezTo>
                <a:lnTo>
                  <a:pt x="19882" y="668"/>
                </a:lnTo>
                <a:cubicBezTo>
                  <a:pt x="20048" y="668"/>
                  <a:pt x="20182" y="501"/>
                  <a:pt x="20182" y="334"/>
                </a:cubicBezTo>
                <a:cubicBezTo>
                  <a:pt x="20182" y="167"/>
                  <a:pt x="20048" y="0"/>
                  <a:pt x="198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7"/>
          <p:cNvSpPr/>
          <p:nvPr/>
        </p:nvSpPr>
        <p:spPr>
          <a:xfrm>
            <a:off x="7710453" y="2757866"/>
            <a:ext cx="529172" cy="16650"/>
          </a:xfrm>
          <a:custGeom>
            <a:avLst/>
            <a:gdLst/>
            <a:ahLst/>
            <a:cxnLst/>
            <a:rect l="l" t="t" r="r" b="b"/>
            <a:pathLst>
              <a:path w="20182" h="635" extrusionOk="0">
                <a:moveTo>
                  <a:pt x="334" y="1"/>
                </a:moveTo>
                <a:cubicBezTo>
                  <a:pt x="134" y="1"/>
                  <a:pt x="1" y="134"/>
                  <a:pt x="1" y="334"/>
                </a:cubicBezTo>
                <a:cubicBezTo>
                  <a:pt x="1" y="501"/>
                  <a:pt x="134" y="635"/>
                  <a:pt x="334" y="635"/>
                </a:cubicBezTo>
                <a:lnTo>
                  <a:pt x="19882" y="635"/>
                </a:lnTo>
                <a:cubicBezTo>
                  <a:pt x="20048" y="635"/>
                  <a:pt x="20182" y="501"/>
                  <a:pt x="20182" y="334"/>
                </a:cubicBezTo>
                <a:cubicBezTo>
                  <a:pt x="20182" y="134"/>
                  <a:pt x="20048" y="1"/>
                  <a:pt x="198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7"/>
          <p:cNvSpPr/>
          <p:nvPr/>
        </p:nvSpPr>
        <p:spPr>
          <a:xfrm>
            <a:off x="8192375" y="2143009"/>
            <a:ext cx="157451" cy="16650"/>
          </a:xfrm>
          <a:custGeom>
            <a:avLst/>
            <a:gdLst/>
            <a:ahLst/>
            <a:cxnLst/>
            <a:rect l="l" t="t" r="r" b="b"/>
            <a:pathLst>
              <a:path w="6005" h="635" extrusionOk="0">
                <a:moveTo>
                  <a:pt x="334" y="1"/>
                </a:moveTo>
                <a:cubicBezTo>
                  <a:pt x="167" y="1"/>
                  <a:pt x="1" y="134"/>
                  <a:pt x="1" y="334"/>
                </a:cubicBezTo>
                <a:cubicBezTo>
                  <a:pt x="1" y="501"/>
                  <a:pt x="167" y="634"/>
                  <a:pt x="334" y="634"/>
                </a:cubicBezTo>
                <a:lnTo>
                  <a:pt x="5671" y="634"/>
                </a:lnTo>
                <a:cubicBezTo>
                  <a:pt x="5838" y="634"/>
                  <a:pt x="6005" y="501"/>
                  <a:pt x="6005" y="334"/>
                </a:cubicBezTo>
                <a:cubicBezTo>
                  <a:pt x="6005" y="134"/>
                  <a:pt x="5838" y="1"/>
                  <a:pt x="5671"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7"/>
          <p:cNvSpPr/>
          <p:nvPr/>
        </p:nvSpPr>
        <p:spPr>
          <a:xfrm>
            <a:off x="8401400" y="2143009"/>
            <a:ext cx="209944" cy="16650"/>
          </a:xfrm>
          <a:custGeom>
            <a:avLst/>
            <a:gdLst/>
            <a:ahLst/>
            <a:cxnLst/>
            <a:rect l="l" t="t" r="r" b="b"/>
            <a:pathLst>
              <a:path w="8007" h="635" extrusionOk="0">
                <a:moveTo>
                  <a:pt x="334" y="1"/>
                </a:moveTo>
                <a:cubicBezTo>
                  <a:pt x="134" y="1"/>
                  <a:pt x="1" y="134"/>
                  <a:pt x="1" y="334"/>
                </a:cubicBezTo>
                <a:cubicBezTo>
                  <a:pt x="1" y="501"/>
                  <a:pt x="134" y="634"/>
                  <a:pt x="334" y="634"/>
                </a:cubicBezTo>
                <a:lnTo>
                  <a:pt x="7673" y="634"/>
                </a:lnTo>
                <a:cubicBezTo>
                  <a:pt x="7873" y="634"/>
                  <a:pt x="8007" y="501"/>
                  <a:pt x="8007" y="334"/>
                </a:cubicBezTo>
                <a:cubicBezTo>
                  <a:pt x="8007" y="134"/>
                  <a:pt x="7873" y="1"/>
                  <a:pt x="7673"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7"/>
          <p:cNvSpPr/>
          <p:nvPr/>
        </p:nvSpPr>
        <p:spPr>
          <a:xfrm>
            <a:off x="8401400" y="2220856"/>
            <a:ext cx="209944" cy="17515"/>
          </a:xfrm>
          <a:custGeom>
            <a:avLst/>
            <a:gdLst/>
            <a:ahLst/>
            <a:cxnLst/>
            <a:rect l="l" t="t" r="r" b="b"/>
            <a:pathLst>
              <a:path w="8007" h="668" extrusionOk="0">
                <a:moveTo>
                  <a:pt x="334" y="0"/>
                </a:moveTo>
                <a:cubicBezTo>
                  <a:pt x="134" y="0"/>
                  <a:pt x="1" y="134"/>
                  <a:pt x="1" y="334"/>
                </a:cubicBezTo>
                <a:cubicBezTo>
                  <a:pt x="1" y="501"/>
                  <a:pt x="134" y="668"/>
                  <a:pt x="334" y="668"/>
                </a:cubicBezTo>
                <a:lnTo>
                  <a:pt x="7673" y="668"/>
                </a:lnTo>
                <a:cubicBezTo>
                  <a:pt x="7873" y="668"/>
                  <a:pt x="8007" y="501"/>
                  <a:pt x="8007" y="334"/>
                </a:cubicBezTo>
                <a:cubicBezTo>
                  <a:pt x="8007" y="134"/>
                  <a:pt x="7873" y="0"/>
                  <a:pt x="7673"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7"/>
          <p:cNvSpPr/>
          <p:nvPr/>
        </p:nvSpPr>
        <p:spPr>
          <a:xfrm>
            <a:off x="7710453" y="2860202"/>
            <a:ext cx="80495" cy="16650"/>
          </a:xfrm>
          <a:custGeom>
            <a:avLst/>
            <a:gdLst/>
            <a:ahLst/>
            <a:cxnLst/>
            <a:rect l="l" t="t" r="r" b="b"/>
            <a:pathLst>
              <a:path w="3070" h="635" extrusionOk="0">
                <a:moveTo>
                  <a:pt x="334" y="1"/>
                </a:moveTo>
                <a:cubicBezTo>
                  <a:pt x="134" y="1"/>
                  <a:pt x="1" y="134"/>
                  <a:pt x="1" y="301"/>
                </a:cubicBezTo>
                <a:cubicBezTo>
                  <a:pt x="1" y="501"/>
                  <a:pt x="134" y="634"/>
                  <a:pt x="334" y="634"/>
                </a:cubicBezTo>
                <a:lnTo>
                  <a:pt x="2736" y="634"/>
                </a:lnTo>
                <a:cubicBezTo>
                  <a:pt x="2903" y="634"/>
                  <a:pt x="3070" y="501"/>
                  <a:pt x="3070" y="301"/>
                </a:cubicBezTo>
                <a:cubicBezTo>
                  <a:pt x="3070"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7"/>
          <p:cNvSpPr/>
          <p:nvPr/>
        </p:nvSpPr>
        <p:spPr>
          <a:xfrm>
            <a:off x="7710453" y="2910938"/>
            <a:ext cx="80495" cy="17515"/>
          </a:xfrm>
          <a:custGeom>
            <a:avLst/>
            <a:gdLst/>
            <a:ahLst/>
            <a:cxnLst/>
            <a:rect l="l" t="t" r="r" b="b"/>
            <a:pathLst>
              <a:path w="3070" h="668" extrusionOk="0">
                <a:moveTo>
                  <a:pt x="334" y="0"/>
                </a:moveTo>
                <a:cubicBezTo>
                  <a:pt x="134" y="0"/>
                  <a:pt x="1" y="167"/>
                  <a:pt x="1" y="334"/>
                </a:cubicBezTo>
                <a:cubicBezTo>
                  <a:pt x="1" y="501"/>
                  <a:pt x="134" y="667"/>
                  <a:pt x="334" y="667"/>
                </a:cubicBezTo>
                <a:lnTo>
                  <a:pt x="2736" y="667"/>
                </a:lnTo>
                <a:cubicBezTo>
                  <a:pt x="2903" y="667"/>
                  <a:pt x="3070" y="501"/>
                  <a:pt x="3070" y="334"/>
                </a:cubicBezTo>
                <a:cubicBezTo>
                  <a:pt x="3070" y="167"/>
                  <a:pt x="2903" y="0"/>
                  <a:pt x="2736"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7"/>
          <p:cNvSpPr/>
          <p:nvPr/>
        </p:nvSpPr>
        <p:spPr>
          <a:xfrm>
            <a:off x="7811924" y="2910938"/>
            <a:ext cx="492438" cy="17515"/>
          </a:xfrm>
          <a:custGeom>
            <a:avLst/>
            <a:gdLst/>
            <a:ahLst/>
            <a:cxnLst/>
            <a:rect l="l" t="t" r="r" b="b"/>
            <a:pathLst>
              <a:path w="18781" h="668" extrusionOk="0">
                <a:moveTo>
                  <a:pt x="300" y="0"/>
                </a:moveTo>
                <a:cubicBezTo>
                  <a:pt x="134" y="0"/>
                  <a:pt x="0" y="167"/>
                  <a:pt x="0" y="334"/>
                </a:cubicBezTo>
                <a:cubicBezTo>
                  <a:pt x="0" y="501"/>
                  <a:pt x="134" y="667"/>
                  <a:pt x="300" y="667"/>
                </a:cubicBezTo>
                <a:lnTo>
                  <a:pt x="18447" y="667"/>
                </a:lnTo>
                <a:cubicBezTo>
                  <a:pt x="18647" y="667"/>
                  <a:pt x="18780" y="501"/>
                  <a:pt x="18780" y="334"/>
                </a:cubicBezTo>
                <a:cubicBezTo>
                  <a:pt x="18780" y="167"/>
                  <a:pt x="18647" y="0"/>
                  <a:pt x="18447"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7"/>
          <p:cNvSpPr/>
          <p:nvPr/>
        </p:nvSpPr>
        <p:spPr>
          <a:xfrm>
            <a:off x="7834656" y="2860202"/>
            <a:ext cx="79604" cy="16650"/>
          </a:xfrm>
          <a:custGeom>
            <a:avLst/>
            <a:gdLst/>
            <a:ahLst/>
            <a:cxnLst/>
            <a:rect l="l" t="t" r="r" b="b"/>
            <a:pathLst>
              <a:path w="3036" h="635" extrusionOk="0">
                <a:moveTo>
                  <a:pt x="301" y="1"/>
                </a:moveTo>
                <a:cubicBezTo>
                  <a:pt x="134" y="1"/>
                  <a:pt x="0" y="134"/>
                  <a:pt x="0" y="301"/>
                </a:cubicBezTo>
                <a:cubicBezTo>
                  <a:pt x="0" y="501"/>
                  <a:pt x="134" y="634"/>
                  <a:pt x="301"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7"/>
          <p:cNvSpPr/>
          <p:nvPr/>
        </p:nvSpPr>
        <p:spPr>
          <a:xfrm>
            <a:off x="7957969" y="2860202"/>
            <a:ext cx="80495" cy="16650"/>
          </a:xfrm>
          <a:custGeom>
            <a:avLst/>
            <a:gdLst/>
            <a:ahLst/>
            <a:cxnLst/>
            <a:rect l="l" t="t" r="r" b="b"/>
            <a:pathLst>
              <a:path w="3070" h="635" extrusionOk="0">
                <a:moveTo>
                  <a:pt x="334" y="1"/>
                </a:moveTo>
                <a:cubicBezTo>
                  <a:pt x="168" y="1"/>
                  <a:pt x="1" y="134"/>
                  <a:pt x="1" y="301"/>
                </a:cubicBezTo>
                <a:cubicBezTo>
                  <a:pt x="1" y="501"/>
                  <a:pt x="168" y="634"/>
                  <a:pt x="334" y="634"/>
                </a:cubicBezTo>
                <a:lnTo>
                  <a:pt x="2736" y="634"/>
                </a:lnTo>
                <a:cubicBezTo>
                  <a:pt x="2936" y="634"/>
                  <a:pt x="3070" y="501"/>
                  <a:pt x="3070" y="301"/>
                </a:cubicBezTo>
                <a:cubicBezTo>
                  <a:pt x="3070" y="134"/>
                  <a:pt x="2936"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7"/>
          <p:cNvSpPr/>
          <p:nvPr/>
        </p:nvSpPr>
        <p:spPr>
          <a:xfrm>
            <a:off x="8082172" y="2860202"/>
            <a:ext cx="79630" cy="16650"/>
          </a:xfrm>
          <a:custGeom>
            <a:avLst/>
            <a:gdLst/>
            <a:ahLst/>
            <a:cxnLst/>
            <a:rect l="l" t="t" r="r" b="b"/>
            <a:pathLst>
              <a:path w="3037" h="635" extrusionOk="0">
                <a:moveTo>
                  <a:pt x="334" y="1"/>
                </a:moveTo>
                <a:cubicBezTo>
                  <a:pt x="134" y="1"/>
                  <a:pt x="1" y="134"/>
                  <a:pt x="1" y="301"/>
                </a:cubicBezTo>
                <a:cubicBezTo>
                  <a:pt x="1" y="501"/>
                  <a:pt x="134" y="634"/>
                  <a:pt x="334"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7"/>
          <p:cNvSpPr/>
          <p:nvPr/>
        </p:nvSpPr>
        <p:spPr>
          <a:xfrm>
            <a:off x="8206376" y="2860202"/>
            <a:ext cx="79604" cy="16650"/>
          </a:xfrm>
          <a:custGeom>
            <a:avLst/>
            <a:gdLst/>
            <a:ahLst/>
            <a:cxnLst/>
            <a:rect l="l" t="t" r="r" b="b"/>
            <a:pathLst>
              <a:path w="3036" h="635" extrusionOk="0">
                <a:moveTo>
                  <a:pt x="300" y="1"/>
                </a:moveTo>
                <a:cubicBezTo>
                  <a:pt x="134" y="1"/>
                  <a:pt x="0" y="134"/>
                  <a:pt x="0" y="301"/>
                </a:cubicBezTo>
                <a:cubicBezTo>
                  <a:pt x="0" y="501"/>
                  <a:pt x="134" y="634"/>
                  <a:pt x="300" y="634"/>
                </a:cubicBezTo>
                <a:lnTo>
                  <a:pt x="2702" y="634"/>
                </a:lnTo>
                <a:cubicBezTo>
                  <a:pt x="2902" y="634"/>
                  <a:pt x="3036" y="501"/>
                  <a:pt x="3036" y="301"/>
                </a:cubicBezTo>
                <a:cubicBezTo>
                  <a:pt x="3036" y="134"/>
                  <a:pt x="2902" y="1"/>
                  <a:pt x="2702"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7"/>
          <p:cNvSpPr/>
          <p:nvPr/>
        </p:nvSpPr>
        <p:spPr>
          <a:xfrm>
            <a:off x="8329688" y="2860202"/>
            <a:ext cx="80495" cy="16650"/>
          </a:xfrm>
          <a:custGeom>
            <a:avLst/>
            <a:gdLst/>
            <a:ahLst/>
            <a:cxnLst/>
            <a:rect l="l" t="t" r="r" b="b"/>
            <a:pathLst>
              <a:path w="3070" h="635" extrusionOk="0">
                <a:moveTo>
                  <a:pt x="334" y="1"/>
                </a:moveTo>
                <a:cubicBezTo>
                  <a:pt x="134" y="1"/>
                  <a:pt x="1" y="134"/>
                  <a:pt x="1" y="301"/>
                </a:cubicBezTo>
                <a:cubicBezTo>
                  <a:pt x="1" y="501"/>
                  <a:pt x="134" y="634"/>
                  <a:pt x="334" y="634"/>
                </a:cubicBezTo>
                <a:lnTo>
                  <a:pt x="2736" y="634"/>
                </a:lnTo>
                <a:cubicBezTo>
                  <a:pt x="2903" y="634"/>
                  <a:pt x="3069" y="501"/>
                  <a:pt x="3069" y="301"/>
                </a:cubicBezTo>
                <a:cubicBezTo>
                  <a:pt x="3069"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7"/>
          <p:cNvSpPr/>
          <p:nvPr/>
        </p:nvSpPr>
        <p:spPr>
          <a:xfrm>
            <a:off x="8453892" y="2860202"/>
            <a:ext cx="54249" cy="16650"/>
          </a:xfrm>
          <a:custGeom>
            <a:avLst/>
            <a:gdLst/>
            <a:ahLst/>
            <a:cxnLst/>
            <a:rect l="l" t="t" r="r" b="b"/>
            <a:pathLst>
              <a:path w="2069" h="635" extrusionOk="0">
                <a:moveTo>
                  <a:pt x="301" y="1"/>
                </a:moveTo>
                <a:cubicBezTo>
                  <a:pt x="134" y="1"/>
                  <a:pt x="0" y="134"/>
                  <a:pt x="0" y="301"/>
                </a:cubicBezTo>
                <a:cubicBezTo>
                  <a:pt x="0" y="501"/>
                  <a:pt x="134" y="634"/>
                  <a:pt x="301" y="634"/>
                </a:cubicBezTo>
                <a:lnTo>
                  <a:pt x="1768" y="634"/>
                </a:lnTo>
                <a:cubicBezTo>
                  <a:pt x="1935" y="634"/>
                  <a:pt x="2068" y="501"/>
                  <a:pt x="2068" y="301"/>
                </a:cubicBezTo>
                <a:cubicBezTo>
                  <a:pt x="2068" y="134"/>
                  <a:pt x="1935" y="1"/>
                  <a:pt x="1768"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7"/>
          <p:cNvSpPr/>
          <p:nvPr/>
        </p:nvSpPr>
        <p:spPr>
          <a:xfrm>
            <a:off x="8287710" y="826690"/>
            <a:ext cx="856293" cy="784581"/>
          </a:xfrm>
          <a:custGeom>
            <a:avLst/>
            <a:gdLst/>
            <a:ahLst/>
            <a:cxnLst/>
            <a:rect l="l" t="t" r="r" b="b"/>
            <a:pathLst>
              <a:path w="32658" h="29923" extrusionOk="0">
                <a:moveTo>
                  <a:pt x="1335" y="1"/>
                </a:moveTo>
                <a:cubicBezTo>
                  <a:pt x="601" y="1"/>
                  <a:pt x="0" y="601"/>
                  <a:pt x="0" y="1302"/>
                </a:cubicBezTo>
                <a:lnTo>
                  <a:pt x="0" y="28621"/>
                </a:lnTo>
                <a:cubicBezTo>
                  <a:pt x="0" y="29355"/>
                  <a:pt x="601" y="29922"/>
                  <a:pt x="1335" y="29922"/>
                </a:cubicBezTo>
                <a:lnTo>
                  <a:pt x="31356" y="29922"/>
                </a:lnTo>
                <a:cubicBezTo>
                  <a:pt x="32090" y="29922"/>
                  <a:pt x="32657" y="29355"/>
                  <a:pt x="32657" y="28621"/>
                </a:cubicBezTo>
                <a:lnTo>
                  <a:pt x="32657" y="1302"/>
                </a:lnTo>
                <a:cubicBezTo>
                  <a:pt x="32657" y="601"/>
                  <a:pt x="32090" y="1"/>
                  <a:pt x="31356" y="1"/>
                </a:cubicBezTo>
                <a:close/>
              </a:path>
            </a:pathLst>
          </a:custGeom>
          <a:solidFill>
            <a:srgbClr val="B8B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7"/>
          <p:cNvSpPr/>
          <p:nvPr/>
        </p:nvSpPr>
        <p:spPr>
          <a:xfrm>
            <a:off x="8287710" y="819716"/>
            <a:ext cx="856293" cy="39382"/>
          </a:xfrm>
          <a:custGeom>
            <a:avLst/>
            <a:gdLst/>
            <a:ahLst/>
            <a:cxnLst/>
            <a:rect l="l" t="t" r="r" b="b"/>
            <a:pathLst>
              <a:path w="32658" h="1502" extrusionOk="0">
                <a:moveTo>
                  <a:pt x="1268" y="0"/>
                </a:moveTo>
                <a:cubicBezTo>
                  <a:pt x="568" y="0"/>
                  <a:pt x="0" y="567"/>
                  <a:pt x="0" y="1234"/>
                </a:cubicBezTo>
                <a:lnTo>
                  <a:pt x="0" y="1501"/>
                </a:lnTo>
                <a:cubicBezTo>
                  <a:pt x="0" y="834"/>
                  <a:pt x="568" y="267"/>
                  <a:pt x="1268" y="267"/>
                </a:cubicBezTo>
                <a:lnTo>
                  <a:pt x="31423" y="267"/>
                </a:lnTo>
                <a:cubicBezTo>
                  <a:pt x="32123" y="267"/>
                  <a:pt x="32657" y="834"/>
                  <a:pt x="32657" y="1501"/>
                </a:cubicBezTo>
                <a:lnTo>
                  <a:pt x="32657" y="1234"/>
                </a:lnTo>
                <a:cubicBezTo>
                  <a:pt x="32657" y="567"/>
                  <a:pt x="32123" y="0"/>
                  <a:pt x="31423" y="0"/>
                </a:cubicBezTo>
                <a:close/>
              </a:path>
            </a:pathLst>
          </a:custGeom>
          <a:solidFill>
            <a:srgbClr val="00A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7"/>
          <p:cNvSpPr/>
          <p:nvPr/>
        </p:nvSpPr>
        <p:spPr>
          <a:xfrm>
            <a:off x="8287710" y="826690"/>
            <a:ext cx="856293" cy="120743"/>
          </a:xfrm>
          <a:custGeom>
            <a:avLst/>
            <a:gdLst/>
            <a:ahLst/>
            <a:cxnLst/>
            <a:rect l="l" t="t" r="r" b="b"/>
            <a:pathLst>
              <a:path w="32658" h="4605" extrusionOk="0">
                <a:moveTo>
                  <a:pt x="1268" y="1"/>
                </a:moveTo>
                <a:cubicBezTo>
                  <a:pt x="568" y="1"/>
                  <a:pt x="0" y="568"/>
                  <a:pt x="0" y="1235"/>
                </a:cubicBezTo>
                <a:lnTo>
                  <a:pt x="0" y="4604"/>
                </a:lnTo>
                <a:lnTo>
                  <a:pt x="32657" y="4604"/>
                </a:lnTo>
                <a:lnTo>
                  <a:pt x="32657" y="1235"/>
                </a:lnTo>
                <a:cubicBezTo>
                  <a:pt x="32657" y="568"/>
                  <a:pt x="32123" y="1"/>
                  <a:pt x="31423" y="1"/>
                </a:cubicBezTo>
                <a:close/>
              </a:path>
            </a:pathLst>
          </a:custGeom>
          <a:solidFill>
            <a:srgbClr val="469A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7"/>
          <p:cNvSpPr/>
          <p:nvPr/>
        </p:nvSpPr>
        <p:spPr>
          <a:xfrm>
            <a:off x="8334932" y="983249"/>
            <a:ext cx="765336" cy="588665"/>
          </a:xfrm>
          <a:custGeom>
            <a:avLst/>
            <a:gdLst/>
            <a:ahLst/>
            <a:cxnLst/>
            <a:rect l="l" t="t" r="r" b="b"/>
            <a:pathLst>
              <a:path w="29189" h="22451" extrusionOk="0">
                <a:moveTo>
                  <a:pt x="28188" y="22450"/>
                </a:moveTo>
                <a:lnTo>
                  <a:pt x="1001" y="22450"/>
                </a:lnTo>
                <a:cubicBezTo>
                  <a:pt x="434" y="22450"/>
                  <a:pt x="1" y="22017"/>
                  <a:pt x="1" y="21450"/>
                </a:cubicBezTo>
                <a:lnTo>
                  <a:pt x="1" y="1002"/>
                </a:lnTo>
                <a:cubicBezTo>
                  <a:pt x="1" y="468"/>
                  <a:pt x="434" y="1"/>
                  <a:pt x="1001" y="1"/>
                </a:cubicBezTo>
                <a:lnTo>
                  <a:pt x="28188" y="1"/>
                </a:lnTo>
                <a:cubicBezTo>
                  <a:pt x="28755" y="1"/>
                  <a:pt x="29188" y="468"/>
                  <a:pt x="29188" y="1002"/>
                </a:cubicBezTo>
                <a:lnTo>
                  <a:pt x="29188" y="21450"/>
                </a:lnTo>
                <a:cubicBezTo>
                  <a:pt x="29188" y="22017"/>
                  <a:pt x="28755" y="22450"/>
                  <a:pt x="28188" y="22450"/>
                </a:cubicBezTo>
                <a:close/>
              </a:path>
            </a:pathLst>
          </a:custGeom>
          <a:solidFill>
            <a:srgbClr val="240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7"/>
          <p:cNvSpPr/>
          <p:nvPr/>
        </p:nvSpPr>
        <p:spPr>
          <a:xfrm>
            <a:off x="8371666" y="1116211"/>
            <a:ext cx="544039" cy="13136"/>
          </a:xfrm>
          <a:custGeom>
            <a:avLst/>
            <a:gdLst/>
            <a:ahLst/>
            <a:cxnLst/>
            <a:rect l="l" t="t" r="r" b="b"/>
            <a:pathLst>
              <a:path w="20749" h="501" extrusionOk="0">
                <a:moveTo>
                  <a:pt x="234" y="0"/>
                </a:moveTo>
                <a:cubicBezTo>
                  <a:pt x="101" y="0"/>
                  <a:pt x="1" y="134"/>
                  <a:pt x="1" y="267"/>
                </a:cubicBezTo>
                <a:cubicBezTo>
                  <a:pt x="1" y="401"/>
                  <a:pt x="101" y="501"/>
                  <a:pt x="234" y="501"/>
                </a:cubicBezTo>
                <a:lnTo>
                  <a:pt x="20482" y="501"/>
                </a:lnTo>
                <a:cubicBezTo>
                  <a:pt x="20615" y="501"/>
                  <a:pt x="20749" y="401"/>
                  <a:pt x="20716" y="267"/>
                </a:cubicBezTo>
                <a:cubicBezTo>
                  <a:pt x="20716" y="134"/>
                  <a:pt x="20615" y="0"/>
                  <a:pt x="20482"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7"/>
          <p:cNvSpPr/>
          <p:nvPr/>
        </p:nvSpPr>
        <p:spPr>
          <a:xfrm>
            <a:off x="8948924" y="1116211"/>
            <a:ext cx="52492" cy="13136"/>
          </a:xfrm>
          <a:custGeom>
            <a:avLst/>
            <a:gdLst/>
            <a:ahLst/>
            <a:cxnLst/>
            <a:rect l="l" t="t" r="r" b="b"/>
            <a:pathLst>
              <a:path w="2002" h="501" extrusionOk="0">
                <a:moveTo>
                  <a:pt x="234" y="0"/>
                </a:moveTo>
                <a:cubicBezTo>
                  <a:pt x="101" y="0"/>
                  <a:pt x="0" y="134"/>
                  <a:pt x="0" y="267"/>
                </a:cubicBezTo>
                <a:cubicBezTo>
                  <a:pt x="0" y="401"/>
                  <a:pt x="101" y="501"/>
                  <a:pt x="234" y="501"/>
                </a:cubicBezTo>
                <a:lnTo>
                  <a:pt x="1735" y="501"/>
                </a:lnTo>
                <a:cubicBezTo>
                  <a:pt x="1868" y="501"/>
                  <a:pt x="2002" y="401"/>
                  <a:pt x="2002" y="267"/>
                </a:cubicBezTo>
                <a:cubicBezTo>
                  <a:pt x="2002" y="134"/>
                  <a:pt x="1868" y="0"/>
                  <a:pt x="173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7"/>
          <p:cNvSpPr/>
          <p:nvPr/>
        </p:nvSpPr>
        <p:spPr>
          <a:xfrm>
            <a:off x="9021527" y="1116211"/>
            <a:ext cx="42004" cy="13136"/>
          </a:xfrm>
          <a:custGeom>
            <a:avLst/>
            <a:gdLst/>
            <a:ahLst/>
            <a:cxnLst/>
            <a:rect l="l" t="t" r="r" b="b"/>
            <a:pathLst>
              <a:path w="1602" h="501" extrusionOk="0">
                <a:moveTo>
                  <a:pt x="234" y="0"/>
                </a:moveTo>
                <a:cubicBezTo>
                  <a:pt x="100" y="0"/>
                  <a:pt x="0" y="134"/>
                  <a:pt x="0" y="267"/>
                </a:cubicBezTo>
                <a:cubicBezTo>
                  <a:pt x="0" y="401"/>
                  <a:pt x="100" y="501"/>
                  <a:pt x="234" y="501"/>
                </a:cubicBezTo>
                <a:lnTo>
                  <a:pt x="1368" y="501"/>
                </a:lnTo>
                <a:cubicBezTo>
                  <a:pt x="1501" y="501"/>
                  <a:pt x="1601" y="401"/>
                  <a:pt x="1601" y="267"/>
                </a:cubicBezTo>
                <a:cubicBezTo>
                  <a:pt x="1601" y="134"/>
                  <a:pt x="1501" y="0"/>
                  <a:pt x="1368"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7"/>
          <p:cNvSpPr/>
          <p:nvPr/>
        </p:nvSpPr>
        <p:spPr>
          <a:xfrm>
            <a:off x="8371666" y="1176543"/>
            <a:ext cx="311389" cy="13162"/>
          </a:xfrm>
          <a:custGeom>
            <a:avLst/>
            <a:gdLst/>
            <a:ahLst/>
            <a:cxnLst/>
            <a:rect l="l" t="t" r="r" b="b"/>
            <a:pathLst>
              <a:path w="11876" h="502" extrusionOk="0">
                <a:moveTo>
                  <a:pt x="234" y="1"/>
                </a:moveTo>
                <a:cubicBezTo>
                  <a:pt x="101" y="1"/>
                  <a:pt x="1" y="134"/>
                  <a:pt x="1" y="268"/>
                </a:cubicBezTo>
                <a:cubicBezTo>
                  <a:pt x="1" y="401"/>
                  <a:pt x="101" y="501"/>
                  <a:pt x="234" y="501"/>
                </a:cubicBezTo>
                <a:lnTo>
                  <a:pt x="11609" y="501"/>
                </a:lnTo>
                <a:cubicBezTo>
                  <a:pt x="11742" y="501"/>
                  <a:pt x="11876" y="401"/>
                  <a:pt x="11876" y="268"/>
                </a:cubicBezTo>
                <a:cubicBezTo>
                  <a:pt x="11876" y="134"/>
                  <a:pt x="11742" y="1"/>
                  <a:pt x="11609"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7"/>
          <p:cNvSpPr/>
          <p:nvPr/>
        </p:nvSpPr>
        <p:spPr>
          <a:xfrm>
            <a:off x="8687406" y="1176543"/>
            <a:ext cx="98876" cy="13162"/>
          </a:xfrm>
          <a:custGeom>
            <a:avLst/>
            <a:gdLst/>
            <a:ahLst/>
            <a:cxnLst/>
            <a:rect l="l" t="t" r="r" b="b"/>
            <a:pathLst>
              <a:path w="3771" h="502" extrusionOk="0">
                <a:moveTo>
                  <a:pt x="268" y="1"/>
                </a:moveTo>
                <a:cubicBezTo>
                  <a:pt x="134" y="1"/>
                  <a:pt x="1" y="134"/>
                  <a:pt x="1" y="268"/>
                </a:cubicBezTo>
                <a:cubicBezTo>
                  <a:pt x="1" y="401"/>
                  <a:pt x="134" y="501"/>
                  <a:pt x="268" y="501"/>
                </a:cubicBezTo>
                <a:lnTo>
                  <a:pt x="3537" y="501"/>
                </a:lnTo>
                <a:cubicBezTo>
                  <a:pt x="3670" y="501"/>
                  <a:pt x="3770" y="401"/>
                  <a:pt x="3770" y="268"/>
                </a:cubicBezTo>
                <a:cubicBezTo>
                  <a:pt x="3770" y="134"/>
                  <a:pt x="3670" y="1"/>
                  <a:pt x="3537"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7"/>
          <p:cNvSpPr/>
          <p:nvPr/>
        </p:nvSpPr>
        <p:spPr>
          <a:xfrm>
            <a:off x="8720653" y="1211546"/>
            <a:ext cx="65629" cy="12271"/>
          </a:xfrm>
          <a:custGeom>
            <a:avLst/>
            <a:gdLst/>
            <a:ahLst/>
            <a:cxnLst/>
            <a:rect l="l" t="t" r="r" b="b"/>
            <a:pathLst>
              <a:path w="2503" h="468" extrusionOk="0">
                <a:moveTo>
                  <a:pt x="234" y="0"/>
                </a:moveTo>
                <a:cubicBezTo>
                  <a:pt x="100" y="0"/>
                  <a:pt x="0" y="100"/>
                  <a:pt x="0" y="234"/>
                </a:cubicBezTo>
                <a:cubicBezTo>
                  <a:pt x="0" y="367"/>
                  <a:pt x="100" y="467"/>
                  <a:pt x="234" y="467"/>
                </a:cubicBezTo>
                <a:lnTo>
                  <a:pt x="2269" y="467"/>
                </a:lnTo>
                <a:cubicBezTo>
                  <a:pt x="2402" y="467"/>
                  <a:pt x="2502" y="367"/>
                  <a:pt x="2502" y="234"/>
                </a:cubicBezTo>
                <a:cubicBezTo>
                  <a:pt x="2502" y="100"/>
                  <a:pt x="2402" y="0"/>
                  <a:pt x="2269"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7"/>
          <p:cNvSpPr/>
          <p:nvPr/>
        </p:nvSpPr>
        <p:spPr>
          <a:xfrm>
            <a:off x="8688298" y="1211546"/>
            <a:ext cx="19245" cy="12271"/>
          </a:xfrm>
          <a:custGeom>
            <a:avLst/>
            <a:gdLst/>
            <a:ahLst/>
            <a:cxnLst/>
            <a:rect l="l" t="t" r="r" b="b"/>
            <a:pathLst>
              <a:path w="734" h="468" extrusionOk="0">
                <a:moveTo>
                  <a:pt x="234" y="0"/>
                </a:moveTo>
                <a:cubicBezTo>
                  <a:pt x="100" y="0"/>
                  <a:pt x="0" y="100"/>
                  <a:pt x="0" y="234"/>
                </a:cubicBezTo>
                <a:cubicBezTo>
                  <a:pt x="0" y="367"/>
                  <a:pt x="100" y="467"/>
                  <a:pt x="234" y="467"/>
                </a:cubicBezTo>
                <a:lnTo>
                  <a:pt x="467" y="467"/>
                </a:lnTo>
                <a:cubicBezTo>
                  <a:pt x="600" y="467"/>
                  <a:pt x="734" y="367"/>
                  <a:pt x="734" y="234"/>
                </a:cubicBezTo>
                <a:cubicBezTo>
                  <a:pt x="734" y="100"/>
                  <a:pt x="600" y="0"/>
                  <a:pt x="467"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7"/>
          <p:cNvSpPr/>
          <p:nvPr/>
        </p:nvSpPr>
        <p:spPr>
          <a:xfrm>
            <a:off x="8610451" y="1211546"/>
            <a:ext cx="59493" cy="12271"/>
          </a:xfrm>
          <a:custGeom>
            <a:avLst/>
            <a:gdLst/>
            <a:ahLst/>
            <a:cxnLst/>
            <a:rect l="l" t="t" r="r" b="b"/>
            <a:pathLst>
              <a:path w="2269" h="468" extrusionOk="0">
                <a:moveTo>
                  <a:pt x="234" y="0"/>
                </a:moveTo>
                <a:cubicBezTo>
                  <a:pt x="100" y="0"/>
                  <a:pt x="0" y="100"/>
                  <a:pt x="0" y="234"/>
                </a:cubicBezTo>
                <a:cubicBezTo>
                  <a:pt x="0" y="367"/>
                  <a:pt x="100" y="467"/>
                  <a:pt x="234" y="467"/>
                </a:cubicBezTo>
                <a:lnTo>
                  <a:pt x="2035" y="467"/>
                </a:lnTo>
                <a:cubicBezTo>
                  <a:pt x="2168" y="467"/>
                  <a:pt x="2269" y="367"/>
                  <a:pt x="2269" y="234"/>
                </a:cubicBezTo>
                <a:cubicBezTo>
                  <a:pt x="2269" y="100"/>
                  <a:pt x="2168" y="0"/>
                  <a:pt x="2035"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7"/>
          <p:cNvSpPr/>
          <p:nvPr/>
        </p:nvSpPr>
        <p:spPr>
          <a:xfrm>
            <a:off x="8526469" y="1211546"/>
            <a:ext cx="59519" cy="12271"/>
          </a:xfrm>
          <a:custGeom>
            <a:avLst/>
            <a:gdLst/>
            <a:ahLst/>
            <a:cxnLst/>
            <a:rect l="l" t="t" r="r" b="b"/>
            <a:pathLst>
              <a:path w="2270" h="468" extrusionOk="0">
                <a:moveTo>
                  <a:pt x="234" y="0"/>
                </a:moveTo>
                <a:cubicBezTo>
                  <a:pt x="101" y="0"/>
                  <a:pt x="1" y="100"/>
                  <a:pt x="1" y="234"/>
                </a:cubicBezTo>
                <a:cubicBezTo>
                  <a:pt x="1" y="367"/>
                  <a:pt x="101" y="467"/>
                  <a:pt x="234" y="467"/>
                </a:cubicBezTo>
                <a:lnTo>
                  <a:pt x="2036" y="467"/>
                </a:lnTo>
                <a:cubicBezTo>
                  <a:pt x="2169" y="467"/>
                  <a:pt x="2269" y="367"/>
                  <a:pt x="2269" y="234"/>
                </a:cubicBezTo>
                <a:cubicBezTo>
                  <a:pt x="2269" y="100"/>
                  <a:pt x="2169" y="0"/>
                  <a:pt x="2036"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7"/>
          <p:cNvSpPr/>
          <p:nvPr/>
        </p:nvSpPr>
        <p:spPr>
          <a:xfrm>
            <a:off x="8442513" y="1211546"/>
            <a:ext cx="59493" cy="12271"/>
          </a:xfrm>
          <a:custGeom>
            <a:avLst/>
            <a:gdLst/>
            <a:ahLst/>
            <a:cxnLst/>
            <a:rect l="l" t="t" r="r" b="b"/>
            <a:pathLst>
              <a:path w="2269" h="468" extrusionOk="0">
                <a:moveTo>
                  <a:pt x="234" y="0"/>
                </a:moveTo>
                <a:cubicBezTo>
                  <a:pt x="101" y="0"/>
                  <a:pt x="1" y="100"/>
                  <a:pt x="1" y="234"/>
                </a:cubicBezTo>
                <a:cubicBezTo>
                  <a:pt x="1" y="367"/>
                  <a:pt x="101" y="467"/>
                  <a:pt x="234" y="467"/>
                </a:cubicBezTo>
                <a:lnTo>
                  <a:pt x="2035" y="467"/>
                </a:lnTo>
                <a:cubicBezTo>
                  <a:pt x="2169" y="467"/>
                  <a:pt x="2269" y="367"/>
                  <a:pt x="2269" y="234"/>
                </a:cubicBezTo>
                <a:cubicBezTo>
                  <a:pt x="2269" y="100"/>
                  <a:pt x="2169" y="0"/>
                  <a:pt x="2035"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7"/>
          <p:cNvSpPr/>
          <p:nvPr/>
        </p:nvSpPr>
        <p:spPr>
          <a:xfrm>
            <a:off x="8442513" y="1253524"/>
            <a:ext cx="504683" cy="12271"/>
          </a:xfrm>
          <a:custGeom>
            <a:avLst/>
            <a:gdLst/>
            <a:ahLst/>
            <a:cxnLst/>
            <a:rect l="l" t="t" r="r" b="b"/>
            <a:pathLst>
              <a:path w="19248" h="468" extrusionOk="0">
                <a:moveTo>
                  <a:pt x="234" y="0"/>
                </a:moveTo>
                <a:cubicBezTo>
                  <a:pt x="101" y="0"/>
                  <a:pt x="1" y="100"/>
                  <a:pt x="1" y="234"/>
                </a:cubicBezTo>
                <a:cubicBezTo>
                  <a:pt x="1" y="367"/>
                  <a:pt x="101" y="467"/>
                  <a:pt x="234" y="467"/>
                </a:cubicBezTo>
                <a:lnTo>
                  <a:pt x="19014" y="467"/>
                </a:lnTo>
                <a:cubicBezTo>
                  <a:pt x="19148" y="467"/>
                  <a:pt x="19248" y="367"/>
                  <a:pt x="19248" y="234"/>
                </a:cubicBezTo>
                <a:cubicBezTo>
                  <a:pt x="19248" y="100"/>
                  <a:pt x="19148" y="0"/>
                  <a:pt x="190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7"/>
          <p:cNvSpPr/>
          <p:nvPr/>
        </p:nvSpPr>
        <p:spPr>
          <a:xfrm>
            <a:off x="8371666" y="1211546"/>
            <a:ext cx="29760" cy="12271"/>
          </a:xfrm>
          <a:custGeom>
            <a:avLst/>
            <a:gdLst/>
            <a:ahLst/>
            <a:cxnLst/>
            <a:rect l="l" t="t" r="r" b="b"/>
            <a:pathLst>
              <a:path w="1135" h="468" extrusionOk="0">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7"/>
          <p:cNvSpPr/>
          <p:nvPr/>
        </p:nvSpPr>
        <p:spPr>
          <a:xfrm>
            <a:off x="8371666" y="1253524"/>
            <a:ext cx="29760" cy="12271"/>
          </a:xfrm>
          <a:custGeom>
            <a:avLst/>
            <a:gdLst/>
            <a:ahLst/>
            <a:cxnLst/>
            <a:rect l="l" t="t" r="r" b="b"/>
            <a:pathLst>
              <a:path w="1135" h="468" extrusionOk="0">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7"/>
          <p:cNvSpPr/>
          <p:nvPr/>
        </p:nvSpPr>
        <p:spPr>
          <a:xfrm>
            <a:off x="8371666" y="1295502"/>
            <a:ext cx="29760" cy="12271"/>
          </a:xfrm>
          <a:custGeom>
            <a:avLst/>
            <a:gdLst/>
            <a:ahLst/>
            <a:cxnLst/>
            <a:rect l="l" t="t" r="r" b="b"/>
            <a:pathLst>
              <a:path w="1135" h="468" extrusionOk="0">
                <a:moveTo>
                  <a:pt x="234" y="0"/>
                </a:moveTo>
                <a:cubicBezTo>
                  <a:pt x="101" y="0"/>
                  <a:pt x="1" y="101"/>
                  <a:pt x="1" y="234"/>
                </a:cubicBezTo>
                <a:cubicBezTo>
                  <a:pt x="1" y="367"/>
                  <a:pt x="101" y="467"/>
                  <a:pt x="234" y="467"/>
                </a:cubicBezTo>
                <a:lnTo>
                  <a:pt x="868" y="467"/>
                </a:lnTo>
                <a:cubicBezTo>
                  <a:pt x="1035" y="467"/>
                  <a:pt x="1135" y="367"/>
                  <a:pt x="1135" y="234"/>
                </a:cubicBezTo>
                <a:cubicBezTo>
                  <a:pt x="1135" y="101"/>
                  <a:pt x="1035" y="0"/>
                  <a:pt x="8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7"/>
          <p:cNvSpPr/>
          <p:nvPr/>
        </p:nvSpPr>
        <p:spPr>
          <a:xfrm>
            <a:off x="8977792" y="1253524"/>
            <a:ext cx="74360" cy="12271"/>
          </a:xfrm>
          <a:custGeom>
            <a:avLst/>
            <a:gdLst/>
            <a:ahLst/>
            <a:cxnLst/>
            <a:rect l="l" t="t" r="r" b="b"/>
            <a:pathLst>
              <a:path w="2836" h="468" extrusionOk="0">
                <a:moveTo>
                  <a:pt x="267" y="0"/>
                </a:moveTo>
                <a:cubicBezTo>
                  <a:pt x="134" y="0"/>
                  <a:pt x="0" y="100"/>
                  <a:pt x="0" y="234"/>
                </a:cubicBezTo>
                <a:cubicBezTo>
                  <a:pt x="0" y="367"/>
                  <a:pt x="134" y="467"/>
                  <a:pt x="267" y="467"/>
                </a:cubicBezTo>
                <a:lnTo>
                  <a:pt x="2602" y="467"/>
                </a:lnTo>
                <a:cubicBezTo>
                  <a:pt x="2736" y="467"/>
                  <a:pt x="2836" y="367"/>
                  <a:pt x="2836" y="234"/>
                </a:cubicBezTo>
                <a:cubicBezTo>
                  <a:pt x="2836" y="100"/>
                  <a:pt x="2736" y="0"/>
                  <a:pt x="26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7"/>
          <p:cNvSpPr/>
          <p:nvPr/>
        </p:nvSpPr>
        <p:spPr>
          <a:xfrm>
            <a:off x="8440756" y="1295502"/>
            <a:ext cx="213457" cy="12271"/>
          </a:xfrm>
          <a:custGeom>
            <a:avLst/>
            <a:gdLst/>
            <a:ahLst/>
            <a:cxnLst/>
            <a:rect l="l" t="t" r="r" b="b"/>
            <a:pathLst>
              <a:path w="8141" h="468" extrusionOk="0">
                <a:moveTo>
                  <a:pt x="234" y="0"/>
                </a:moveTo>
                <a:cubicBezTo>
                  <a:pt x="101" y="0"/>
                  <a:pt x="1" y="101"/>
                  <a:pt x="1" y="234"/>
                </a:cubicBezTo>
                <a:cubicBezTo>
                  <a:pt x="1" y="367"/>
                  <a:pt x="101" y="467"/>
                  <a:pt x="234" y="467"/>
                </a:cubicBezTo>
                <a:lnTo>
                  <a:pt x="7873" y="467"/>
                </a:lnTo>
                <a:cubicBezTo>
                  <a:pt x="8007" y="467"/>
                  <a:pt x="8140" y="367"/>
                  <a:pt x="8140" y="234"/>
                </a:cubicBezTo>
                <a:cubicBezTo>
                  <a:pt x="8140" y="101"/>
                  <a:pt x="8007" y="0"/>
                  <a:pt x="78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7"/>
          <p:cNvSpPr/>
          <p:nvPr/>
        </p:nvSpPr>
        <p:spPr>
          <a:xfrm>
            <a:off x="8720653" y="1349725"/>
            <a:ext cx="240542" cy="13136"/>
          </a:xfrm>
          <a:custGeom>
            <a:avLst/>
            <a:gdLst/>
            <a:ahLst/>
            <a:cxnLst/>
            <a:rect l="l" t="t" r="r" b="b"/>
            <a:pathLst>
              <a:path w="9174" h="501" extrusionOk="0">
                <a:moveTo>
                  <a:pt x="234" y="1"/>
                </a:moveTo>
                <a:cubicBezTo>
                  <a:pt x="100" y="1"/>
                  <a:pt x="0" y="134"/>
                  <a:pt x="0" y="267"/>
                </a:cubicBezTo>
                <a:cubicBezTo>
                  <a:pt x="0" y="401"/>
                  <a:pt x="100" y="501"/>
                  <a:pt x="234" y="501"/>
                </a:cubicBezTo>
                <a:lnTo>
                  <a:pt x="8940" y="501"/>
                </a:lnTo>
                <a:cubicBezTo>
                  <a:pt x="9073" y="501"/>
                  <a:pt x="9173" y="401"/>
                  <a:pt x="9173" y="267"/>
                </a:cubicBezTo>
                <a:cubicBezTo>
                  <a:pt x="9173" y="134"/>
                  <a:pt x="9073" y="1"/>
                  <a:pt x="89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7"/>
          <p:cNvSpPr/>
          <p:nvPr/>
        </p:nvSpPr>
        <p:spPr>
          <a:xfrm>
            <a:off x="8882456" y="1320857"/>
            <a:ext cx="78739" cy="13162"/>
          </a:xfrm>
          <a:custGeom>
            <a:avLst/>
            <a:gdLst/>
            <a:ahLst/>
            <a:cxnLst/>
            <a:rect l="l" t="t" r="r" b="b"/>
            <a:pathLst>
              <a:path w="3003" h="502" extrusionOk="0">
                <a:moveTo>
                  <a:pt x="267" y="1"/>
                </a:moveTo>
                <a:cubicBezTo>
                  <a:pt x="134" y="1"/>
                  <a:pt x="0" y="101"/>
                  <a:pt x="0" y="268"/>
                </a:cubicBezTo>
                <a:cubicBezTo>
                  <a:pt x="0" y="401"/>
                  <a:pt x="134" y="501"/>
                  <a:pt x="267" y="501"/>
                </a:cubicBezTo>
                <a:lnTo>
                  <a:pt x="2769" y="501"/>
                </a:lnTo>
                <a:cubicBezTo>
                  <a:pt x="2902" y="501"/>
                  <a:pt x="3002" y="401"/>
                  <a:pt x="3002" y="268"/>
                </a:cubicBezTo>
                <a:cubicBezTo>
                  <a:pt x="3002" y="101"/>
                  <a:pt x="2902" y="1"/>
                  <a:pt x="27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7"/>
          <p:cNvSpPr/>
          <p:nvPr/>
        </p:nvSpPr>
        <p:spPr>
          <a:xfrm>
            <a:off x="8371666" y="1058474"/>
            <a:ext cx="251922" cy="13162"/>
          </a:xfrm>
          <a:custGeom>
            <a:avLst/>
            <a:gdLst/>
            <a:ahLst/>
            <a:cxnLst/>
            <a:rect l="l" t="t" r="r" b="b"/>
            <a:pathLst>
              <a:path w="9608" h="502" extrusionOk="0">
                <a:moveTo>
                  <a:pt x="234" y="1"/>
                </a:moveTo>
                <a:cubicBezTo>
                  <a:pt x="101" y="1"/>
                  <a:pt x="1" y="101"/>
                  <a:pt x="1" y="234"/>
                </a:cubicBezTo>
                <a:cubicBezTo>
                  <a:pt x="1" y="368"/>
                  <a:pt x="101" y="501"/>
                  <a:pt x="234" y="501"/>
                </a:cubicBezTo>
                <a:lnTo>
                  <a:pt x="9341" y="501"/>
                </a:lnTo>
                <a:cubicBezTo>
                  <a:pt x="9474" y="501"/>
                  <a:pt x="9608" y="368"/>
                  <a:pt x="9608" y="234"/>
                </a:cubicBezTo>
                <a:cubicBezTo>
                  <a:pt x="9608" y="101"/>
                  <a:pt x="9474" y="1"/>
                  <a:pt x="93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7"/>
          <p:cNvSpPr/>
          <p:nvPr/>
        </p:nvSpPr>
        <p:spPr>
          <a:xfrm>
            <a:off x="8371666" y="1467793"/>
            <a:ext cx="406725" cy="12271"/>
          </a:xfrm>
          <a:custGeom>
            <a:avLst/>
            <a:gdLst/>
            <a:ahLst/>
            <a:cxnLst/>
            <a:rect l="l" t="t" r="r" b="b"/>
            <a:pathLst>
              <a:path w="15512" h="468" extrusionOk="0">
                <a:moveTo>
                  <a:pt x="234" y="1"/>
                </a:moveTo>
                <a:cubicBezTo>
                  <a:pt x="101" y="1"/>
                  <a:pt x="1" y="101"/>
                  <a:pt x="1" y="234"/>
                </a:cubicBezTo>
                <a:cubicBezTo>
                  <a:pt x="1" y="368"/>
                  <a:pt x="101" y="468"/>
                  <a:pt x="234" y="468"/>
                </a:cubicBezTo>
                <a:lnTo>
                  <a:pt x="15278" y="468"/>
                </a:lnTo>
                <a:cubicBezTo>
                  <a:pt x="15412" y="468"/>
                  <a:pt x="15512" y="368"/>
                  <a:pt x="15512" y="234"/>
                </a:cubicBezTo>
                <a:cubicBezTo>
                  <a:pt x="15512" y="101"/>
                  <a:pt x="15412" y="1"/>
                  <a:pt x="152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7"/>
          <p:cNvSpPr/>
          <p:nvPr/>
        </p:nvSpPr>
        <p:spPr>
          <a:xfrm>
            <a:off x="8741629" y="1392595"/>
            <a:ext cx="120743" cy="12271"/>
          </a:xfrm>
          <a:custGeom>
            <a:avLst/>
            <a:gdLst/>
            <a:ahLst/>
            <a:cxnLst/>
            <a:rect l="l" t="t" r="r" b="b"/>
            <a:pathLst>
              <a:path w="4605" h="468" extrusionOk="0">
                <a:moveTo>
                  <a:pt x="268" y="0"/>
                </a:moveTo>
                <a:cubicBezTo>
                  <a:pt x="134" y="0"/>
                  <a:pt x="1" y="100"/>
                  <a:pt x="1" y="234"/>
                </a:cubicBezTo>
                <a:cubicBezTo>
                  <a:pt x="1" y="367"/>
                  <a:pt x="134" y="467"/>
                  <a:pt x="268" y="467"/>
                </a:cubicBezTo>
                <a:lnTo>
                  <a:pt x="4371" y="467"/>
                </a:lnTo>
                <a:cubicBezTo>
                  <a:pt x="4504" y="467"/>
                  <a:pt x="4604" y="367"/>
                  <a:pt x="4604" y="234"/>
                </a:cubicBezTo>
                <a:cubicBezTo>
                  <a:pt x="4604" y="100"/>
                  <a:pt x="4504" y="0"/>
                  <a:pt x="4371"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7"/>
          <p:cNvSpPr/>
          <p:nvPr/>
        </p:nvSpPr>
        <p:spPr>
          <a:xfrm>
            <a:off x="8902567" y="1392595"/>
            <a:ext cx="160965" cy="12271"/>
          </a:xfrm>
          <a:custGeom>
            <a:avLst/>
            <a:gdLst/>
            <a:ahLst/>
            <a:cxnLst/>
            <a:rect l="l" t="t" r="r" b="b"/>
            <a:pathLst>
              <a:path w="6139" h="468" extrusionOk="0">
                <a:moveTo>
                  <a:pt x="234" y="0"/>
                </a:moveTo>
                <a:cubicBezTo>
                  <a:pt x="101" y="0"/>
                  <a:pt x="1" y="100"/>
                  <a:pt x="1" y="234"/>
                </a:cubicBezTo>
                <a:cubicBezTo>
                  <a:pt x="1" y="367"/>
                  <a:pt x="101" y="467"/>
                  <a:pt x="234" y="467"/>
                </a:cubicBezTo>
                <a:lnTo>
                  <a:pt x="5905" y="467"/>
                </a:lnTo>
                <a:cubicBezTo>
                  <a:pt x="6038" y="467"/>
                  <a:pt x="6138" y="367"/>
                  <a:pt x="6138" y="234"/>
                </a:cubicBezTo>
                <a:cubicBezTo>
                  <a:pt x="6138" y="100"/>
                  <a:pt x="6038" y="0"/>
                  <a:pt x="590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7"/>
          <p:cNvSpPr/>
          <p:nvPr/>
        </p:nvSpPr>
        <p:spPr>
          <a:xfrm>
            <a:off x="8902567" y="1452062"/>
            <a:ext cx="160965" cy="13136"/>
          </a:xfrm>
          <a:custGeom>
            <a:avLst/>
            <a:gdLst/>
            <a:ahLst/>
            <a:cxnLst/>
            <a:rect l="l" t="t" r="r" b="b"/>
            <a:pathLst>
              <a:path w="6139" h="501" extrusionOk="0">
                <a:moveTo>
                  <a:pt x="234" y="0"/>
                </a:moveTo>
                <a:cubicBezTo>
                  <a:pt x="101" y="0"/>
                  <a:pt x="1" y="134"/>
                  <a:pt x="1" y="267"/>
                </a:cubicBezTo>
                <a:cubicBezTo>
                  <a:pt x="1" y="401"/>
                  <a:pt x="101" y="501"/>
                  <a:pt x="234" y="501"/>
                </a:cubicBezTo>
                <a:lnTo>
                  <a:pt x="5905" y="501"/>
                </a:lnTo>
                <a:cubicBezTo>
                  <a:pt x="6038" y="501"/>
                  <a:pt x="6138" y="401"/>
                  <a:pt x="6138" y="267"/>
                </a:cubicBezTo>
                <a:cubicBezTo>
                  <a:pt x="6138" y="134"/>
                  <a:pt x="6038" y="0"/>
                  <a:pt x="590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7"/>
          <p:cNvSpPr/>
          <p:nvPr/>
        </p:nvSpPr>
        <p:spPr>
          <a:xfrm>
            <a:off x="8371666" y="1508906"/>
            <a:ext cx="61250" cy="13136"/>
          </a:xfrm>
          <a:custGeom>
            <a:avLst/>
            <a:gdLst/>
            <a:ahLst/>
            <a:cxnLst/>
            <a:rect l="l" t="t" r="r" b="b"/>
            <a:pathLst>
              <a:path w="2336" h="501" extrusionOk="0">
                <a:moveTo>
                  <a:pt x="234" y="1"/>
                </a:moveTo>
                <a:cubicBezTo>
                  <a:pt x="101" y="1"/>
                  <a:pt x="1" y="101"/>
                  <a:pt x="1" y="267"/>
                </a:cubicBezTo>
                <a:cubicBezTo>
                  <a:pt x="1" y="401"/>
                  <a:pt x="101" y="501"/>
                  <a:pt x="234" y="501"/>
                </a:cubicBezTo>
                <a:lnTo>
                  <a:pt x="2102" y="501"/>
                </a:lnTo>
                <a:cubicBezTo>
                  <a:pt x="2236" y="501"/>
                  <a:pt x="2336" y="401"/>
                  <a:pt x="2336" y="267"/>
                </a:cubicBezTo>
                <a:cubicBezTo>
                  <a:pt x="2336" y="101"/>
                  <a:pt x="2236" y="1"/>
                  <a:pt x="2102"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7"/>
          <p:cNvSpPr/>
          <p:nvPr/>
        </p:nvSpPr>
        <p:spPr>
          <a:xfrm>
            <a:off x="8448648" y="1508906"/>
            <a:ext cx="378722" cy="13136"/>
          </a:xfrm>
          <a:custGeom>
            <a:avLst/>
            <a:gdLst/>
            <a:ahLst/>
            <a:cxnLst/>
            <a:rect l="l" t="t" r="r" b="b"/>
            <a:pathLst>
              <a:path w="14444" h="501" extrusionOk="0">
                <a:moveTo>
                  <a:pt x="267" y="1"/>
                </a:moveTo>
                <a:cubicBezTo>
                  <a:pt x="134" y="1"/>
                  <a:pt x="0" y="101"/>
                  <a:pt x="0" y="267"/>
                </a:cubicBezTo>
                <a:cubicBezTo>
                  <a:pt x="0" y="401"/>
                  <a:pt x="134" y="501"/>
                  <a:pt x="267" y="501"/>
                </a:cubicBezTo>
                <a:lnTo>
                  <a:pt x="14210" y="501"/>
                </a:lnTo>
                <a:cubicBezTo>
                  <a:pt x="14344" y="501"/>
                  <a:pt x="14444" y="401"/>
                  <a:pt x="14444" y="267"/>
                </a:cubicBezTo>
                <a:cubicBezTo>
                  <a:pt x="14444" y="101"/>
                  <a:pt x="14344" y="1"/>
                  <a:pt x="14210"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91;p1">
            <a:extLst>
              <a:ext uri="{FF2B5EF4-FFF2-40B4-BE49-F238E27FC236}">
                <a16:creationId xmlns:a16="http://schemas.microsoft.com/office/drawing/2014/main" id="{E8A4FE77-A857-43C4-5618-3473D58DDF10}"/>
              </a:ext>
            </a:extLst>
          </p:cNvPr>
          <p:cNvSpPr/>
          <p:nvPr/>
        </p:nvSpPr>
        <p:spPr>
          <a:xfrm>
            <a:off x="695648" y="1452062"/>
            <a:ext cx="3961040" cy="742168"/>
          </a:xfrm>
          <a:prstGeom prst="roundRect">
            <a:avLst>
              <a:gd name="adj" fmla="val 50000"/>
            </a:avLst>
          </a:prstGeom>
          <a:solidFill>
            <a:schemeClr val="lt1"/>
          </a:solidFill>
          <a:ln>
            <a:noFill/>
          </a:ln>
        </p:spPr>
        <p:txBody>
          <a:bodyPr spcFirstLastPara="1" wrap="square" lIns="68569" tIns="34275" rIns="68569" bIns="34275" anchor="ctr" anchorCtr="0">
            <a:noAutofit/>
          </a:bodyPr>
          <a:lstStyle/>
          <a:p>
            <a:pPr algn="ctr">
              <a:buClr>
                <a:schemeClr val="lt1"/>
              </a:buClr>
              <a:buSzPts val="1800"/>
            </a:pPr>
            <a:r>
              <a:rPr lang="es-CO" sz="2100" dirty="0">
                <a:solidFill>
                  <a:schemeClr val="bg2"/>
                </a:solidFill>
                <a:latin typeface="+mj-lt"/>
                <a:ea typeface="Calibri"/>
                <a:cs typeface="Calibri"/>
                <a:sym typeface="Calibri"/>
              </a:rPr>
              <a:t>Desarrollo web</a:t>
            </a:r>
          </a:p>
        </p:txBody>
      </p:sp>
      <p:sp>
        <p:nvSpPr>
          <p:cNvPr id="5" name="Google Shape;98;p1">
            <a:extLst>
              <a:ext uri="{FF2B5EF4-FFF2-40B4-BE49-F238E27FC236}">
                <a16:creationId xmlns:a16="http://schemas.microsoft.com/office/drawing/2014/main" id="{01614FE6-FDC3-B152-453A-45FDC5329362}"/>
              </a:ext>
            </a:extLst>
          </p:cNvPr>
          <p:cNvSpPr txBox="1"/>
          <p:nvPr/>
        </p:nvSpPr>
        <p:spPr>
          <a:xfrm>
            <a:off x="392631" y="2598440"/>
            <a:ext cx="4572000" cy="346218"/>
          </a:xfrm>
          <a:prstGeom prst="rect">
            <a:avLst/>
          </a:prstGeom>
          <a:noFill/>
          <a:ln>
            <a:noFill/>
          </a:ln>
        </p:spPr>
        <p:txBody>
          <a:bodyPr spcFirstLastPara="1" wrap="square" lIns="68569" tIns="34275" rIns="68569" bIns="34275" anchor="t" anchorCtr="0">
            <a:spAutoFit/>
          </a:bodyPr>
          <a:lstStyle/>
          <a:p>
            <a:pPr algn="ctr">
              <a:buClr>
                <a:srgbClr val="FFFFFF"/>
              </a:buClr>
              <a:buSzPts val="1800"/>
            </a:pPr>
            <a:r>
              <a:rPr lang="es-CO" sz="1800" b="1" dirty="0">
                <a:solidFill>
                  <a:srgbClr val="FFFFFF"/>
                </a:solidFill>
              </a:rPr>
              <a:t>Fundamentos generales desarrollo web</a:t>
            </a:r>
            <a:endParaRPr lang="es-CO" sz="1350" dirty="0"/>
          </a:p>
        </p:txBody>
      </p:sp>
      <p:sp>
        <p:nvSpPr>
          <p:cNvPr id="6" name="Google Shape;98;p1">
            <a:extLst>
              <a:ext uri="{FF2B5EF4-FFF2-40B4-BE49-F238E27FC236}">
                <a16:creationId xmlns:a16="http://schemas.microsoft.com/office/drawing/2014/main" id="{64F06BC9-365B-E85D-3397-3C823E0CD405}"/>
              </a:ext>
            </a:extLst>
          </p:cNvPr>
          <p:cNvSpPr txBox="1"/>
          <p:nvPr/>
        </p:nvSpPr>
        <p:spPr>
          <a:xfrm>
            <a:off x="966530" y="3373343"/>
            <a:ext cx="3419275" cy="357760"/>
          </a:xfrm>
          <a:prstGeom prst="rect">
            <a:avLst/>
          </a:prstGeom>
          <a:noFill/>
          <a:ln>
            <a:noFill/>
          </a:ln>
        </p:spPr>
        <p:txBody>
          <a:bodyPr spcFirstLastPara="1" wrap="square" lIns="68569" tIns="34275" rIns="68569" bIns="34275" anchor="t" anchorCtr="0">
            <a:spAutoFit/>
          </a:bodyPr>
          <a:lstStyle/>
          <a:p>
            <a:pPr algn="ctr">
              <a:buClr>
                <a:srgbClr val="FFFFFF"/>
              </a:buClr>
              <a:buSzPts val="1800"/>
            </a:pPr>
            <a:r>
              <a:rPr lang="es-CO" sz="1050" dirty="0">
                <a:solidFill>
                  <a:srgbClr val="FFFFFF"/>
                </a:solidFill>
              </a:rPr>
              <a:t>Norbey Danilo Muñoz Cañón</a:t>
            </a:r>
          </a:p>
          <a:p>
            <a:pPr algn="ctr">
              <a:buClr>
                <a:srgbClr val="FFFFFF"/>
              </a:buClr>
              <a:buSzPts val="1800"/>
            </a:pPr>
            <a:r>
              <a:rPr lang="es-CO" sz="825" dirty="0">
                <a:solidFill>
                  <a:srgbClr val="FFFFFF"/>
                </a:solidFill>
              </a:rPr>
              <a:t>2026</a:t>
            </a:r>
            <a:endParaRPr lang="es-CO"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00"/>
        <p:cNvGrpSpPr/>
        <p:nvPr/>
      </p:nvGrpSpPr>
      <p:grpSpPr>
        <a:xfrm>
          <a:off x="0" y="0"/>
          <a:ext cx="0" cy="0"/>
          <a:chOff x="0" y="0"/>
          <a:chExt cx="0" cy="0"/>
        </a:xfrm>
      </p:grpSpPr>
      <p:sp>
        <p:nvSpPr>
          <p:cNvPr id="701" name="Google Shape;701;p28"/>
          <p:cNvSpPr txBox="1">
            <a:spLocks noGrp="1"/>
          </p:cNvSpPr>
          <p:nvPr>
            <p:ph type="title"/>
          </p:nvPr>
        </p:nvSpPr>
        <p:spPr>
          <a:xfrm>
            <a:off x="4907100" y="1291975"/>
            <a:ext cx="3484200" cy="572700"/>
          </a:xfrm>
          <a:prstGeom prst="rect">
            <a:avLst/>
          </a:prstGeom>
        </p:spPr>
        <p:txBody>
          <a:bodyPr spcFirstLastPara="1" wrap="square" lIns="91425" tIns="91425" rIns="91425" bIns="91425" anchor="b" anchorCtr="0">
            <a:noAutofit/>
          </a:bodyPr>
          <a:lstStyle/>
          <a:p>
            <a:pPr marL="0" lvl="0" indent="0" algn="just" rtl="0">
              <a:spcBef>
                <a:spcPts val="0"/>
              </a:spcBef>
              <a:spcAft>
                <a:spcPts val="0"/>
              </a:spcAft>
              <a:buNone/>
            </a:pPr>
            <a:r>
              <a:rPr lang="en" dirty="0"/>
              <a:t>Front end</a:t>
            </a:r>
            <a:endParaRPr dirty="0"/>
          </a:p>
        </p:txBody>
      </p:sp>
      <p:sp>
        <p:nvSpPr>
          <p:cNvPr id="702" name="Google Shape;702;p28"/>
          <p:cNvSpPr txBox="1">
            <a:spLocks noGrp="1"/>
          </p:cNvSpPr>
          <p:nvPr>
            <p:ph type="body" idx="1"/>
          </p:nvPr>
        </p:nvSpPr>
        <p:spPr>
          <a:xfrm>
            <a:off x="4907100" y="1951925"/>
            <a:ext cx="3214500" cy="21042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SzPts val="1400"/>
              <a:buChar char="●"/>
            </a:pPr>
            <a:r>
              <a:rPr lang="es-CO" dirty="0"/>
              <a:t>Amigabilidad con el usuario</a:t>
            </a:r>
            <a:r>
              <a:rPr lang="en" dirty="0"/>
              <a:t>.</a:t>
            </a:r>
          </a:p>
          <a:p>
            <a:pPr marL="457200" lvl="0" indent="-317500" algn="just" rtl="0">
              <a:spcBef>
                <a:spcPts val="0"/>
              </a:spcBef>
              <a:spcAft>
                <a:spcPts val="0"/>
              </a:spcAft>
              <a:buSzPts val="1400"/>
              <a:buChar char="●"/>
            </a:pPr>
            <a:r>
              <a:rPr lang="en" dirty="0"/>
              <a:t>Distribución de elementos.</a:t>
            </a:r>
          </a:p>
          <a:p>
            <a:pPr marL="457200" lvl="0" indent="-317500" algn="just" rtl="0">
              <a:spcBef>
                <a:spcPts val="0"/>
              </a:spcBef>
              <a:spcAft>
                <a:spcPts val="0"/>
              </a:spcAft>
              <a:buSzPts val="1400"/>
              <a:buChar char="●"/>
            </a:pPr>
            <a:r>
              <a:rPr lang="en" dirty="0"/>
              <a:t>Tipografía.</a:t>
            </a:r>
          </a:p>
          <a:p>
            <a:pPr marL="457200" lvl="0" indent="-317500" algn="just" rtl="0">
              <a:spcBef>
                <a:spcPts val="0"/>
              </a:spcBef>
              <a:spcAft>
                <a:spcPts val="0"/>
              </a:spcAft>
              <a:buSzPts val="1400"/>
              <a:buChar char="●"/>
            </a:pPr>
            <a:r>
              <a:rPr lang="en" dirty="0"/>
              <a:t>Espaciado.</a:t>
            </a:r>
          </a:p>
          <a:p>
            <a:pPr marL="457200" lvl="0" indent="-317500" algn="just" rtl="0">
              <a:spcBef>
                <a:spcPts val="0"/>
              </a:spcBef>
              <a:spcAft>
                <a:spcPts val="0"/>
              </a:spcAft>
              <a:buSzPts val="1400"/>
              <a:buChar char="●"/>
            </a:pPr>
            <a:r>
              <a:rPr lang="en" dirty="0"/>
              <a:t>Colores.</a:t>
            </a:r>
          </a:p>
          <a:p>
            <a:pPr marL="457200" lvl="0" indent="-317500" algn="just" rtl="0">
              <a:spcBef>
                <a:spcPts val="0"/>
              </a:spcBef>
              <a:spcAft>
                <a:spcPts val="0"/>
              </a:spcAft>
              <a:buSzPts val="1400"/>
              <a:buChar char="●"/>
            </a:pPr>
            <a:r>
              <a:rPr lang="en-US" dirty="0"/>
              <a:t>A</a:t>
            </a:r>
            <a:r>
              <a:rPr lang="en" dirty="0"/>
              <a:t>nimaciones. </a:t>
            </a:r>
            <a:endParaRPr dirty="0"/>
          </a:p>
        </p:txBody>
      </p:sp>
      <p:grpSp>
        <p:nvGrpSpPr>
          <p:cNvPr id="703" name="Google Shape;703;p28"/>
          <p:cNvGrpSpPr/>
          <p:nvPr/>
        </p:nvGrpSpPr>
        <p:grpSpPr>
          <a:xfrm>
            <a:off x="1845914" y="1864668"/>
            <a:ext cx="1600177" cy="1414164"/>
            <a:chOff x="-3137650" y="2787000"/>
            <a:chExt cx="291450" cy="257575"/>
          </a:xfrm>
        </p:grpSpPr>
        <p:sp>
          <p:nvSpPr>
            <p:cNvPr id="704" name="Google Shape;704;p28"/>
            <p:cNvSpPr/>
            <p:nvPr/>
          </p:nvSpPr>
          <p:spPr>
            <a:xfrm>
              <a:off x="-3137650" y="2787000"/>
              <a:ext cx="291450" cy="257575"/>
            </a:xfrm>
            <a:custGeom>
              <a:avLst/>
              <a:gdLst/>
              <a:ahLst/>
              <a:cxnLst/>
              <a:rect l="l" t="t" r="r" b="b"/>
              <a:pathLst>
                <a:path w="11658" h="10303" extrusionOk="0">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8"/>
            <p:cNvSpPr/>
            <p:nvPr/>
          </p:nvSpPr>
          <p:spPr>
            <a:xfrm>
              <a:off x="-3104575" y="2820875"/>
              <a:ext cx="18150" cy="17350"/>
            </a:xfrm>
            <a:custGeom>
              <a:avLst/>
              <a:gdLst/>
              <a:ahLst/>
              <a:cxnLst/>
              <a:rect l="l" t="t" r="r" b="b"/>
              <a:pathLst>
                <a:path w="726" h="694" extrusionOk="0">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8"/>
            <p:cNvSpPr/>
            <p:nvPr/>
          </p:nvSpPr>
          <p:spPr>
            <a:xfrm>
              <a:off x="-306990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8"/>
            <p:cNvSpPr/>
            <p:nvPr/>
          </p:nvSpPr>
          <p:spPr>
            <a:xfrm>
              <a:off x="-303525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8"/>
            <p:cNvSpPr/>
            <p:nvPr/>
          </p:nvSpPr>
          <p:spPr>
            <a:xfrm>
              <a:off x="-3002175" y="2820875"/>
              <a:ext cx="121325" cy="17350"/>
            </a:xfrm>
            <a:custGeom>
              <a:avLst/>
              <a:gdLst/>
              <a:ahLst/>
              <a:cxnLst/>
              <a:rect l="l" t="t" r="r" b="b"/>
              <a:pathLst>
                <a:path w="4853" h="694" extrusionOk="0">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8"/>
            <p:cNvSpPr/>
            <p:nvPr/>
          </p:nvSpPr>
          <p:spPr>
            <a:xfrm>
              <a:off x="-2948625" y="2907300"/>
              <a:ext cx="52025" cy="85300"/>
            </a:xfrm>
            <a:custGeom>
              <a:avLst/>
              <a:gdLst/>
              <a:ahLst/>
              <a:cxnLst/>
              <a:rect l="l" t="t" r="r" b="b"/>
              <a:pathLst>
                <a:path w="2081" h="3412" extrusionOk="0">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8"/>
            <p:cNvSpPr/>
            <p:nvPr/>
          </p:nvSpPr>
          <p:spPr>
            <a:xfrm>
              <a:off x="-3088025" y="2907300"/>
              <a:ext cx="53575" cy="85300"/>
            </a:xfrm>
            <a:custGeom>
              <a:avLst/>
              <a:gdLst/>
              <a:ahLst/>
              <a:cxnLst/>
              <a:rect l="l" t="t" r="r" b="b"/>
              <a:pathLst>
                <a:path w="2143" h="3412" extrusionOk="0">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8"/>
            <p:cNvSpPr/>
            <p:nvPr/>
          </p:nvSpPr>
          <p:spPr>
            <a:xfrm>
              <a:off x="-3019500" y="2888975"/>
              <a:ext cx="54375" cy="119400"/>
            </a:xfrm>
            <a:custGeom>
              <a:avLst/>
              <a:gdLst/>
              <a:ahLst/>
              <a:cxnLst/>
              <a:rect l="l" t="t" r="r" b="b"/>
              <a:pathLst>
                <a:path w="2175" h="4776" extrusionOk="0">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2" name="Google Shape;712;p28"/>
          <p:cNvGrpSpPr/>
          <p:nvPr/>
        </p:nvGrpSpPr>
        <p:grpSpPr>
          <a:xfrm>
            <a:off x="0" y="4569046"/>
            <a:ext cx="1022509" cy="572747"/>
            <a:chOff x="-77" y="3784091"/>
            <a:chExt cx="2423582" cy="1357541"/>
          </a:xfrm>
        </p:grpSpPr>
        <p:sp>
          <p:nvSpPr>
            <p:cNvPr id="713" name="Google Shape;713;p28"/>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8"/>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8"/>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8"/>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8"/>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 name="Google Shape;718;p28"/>
          <p:cNvGrpSpPr/>
          <p:nvPr/>
        </p:nvGrpSpPr>
        <p:grpSpPr>
          <a:xfrm rot="10800000">
            <a:off x="8121500" y="-4"/>
            <a:ext cx="1022509" cy="572747"/>
            <a:chOff x="-77" y="3784091"/>
            <a:chExt cx="2423582" cy="1357541"/>
          </a:xfrm>
        </p:grpSpPr>
        <p:sp>
          <p:nvSpPr>
            <p:cNvPr id="719" name="Google Shape;719;p28"/>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8"/>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8"/>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8"/>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8"/>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53"/>
        <p:cNvGrpSpPr/>
        <p:nvPr/>
      </p:nvGrpSpPr>
      <p:grpSpPr>
        <a:xfrm>
          <a:off x="0" y="0"/>
          <a:ext cx="0" cy="0"/>
          <a:chOff x="0" y="0"/>
          <a:chExt cx="0" cy="0"/>
        </a:xfrm>
      </p:grpSpPr>
      <p:pic>
        <p:nvPicPr>
          <p:cNvPr id="2" name="Picture 2" descr="Todo lo que RRHH debería saber sobre UX (user experience) - HR Connect">
            <a:extLst>
              <a:ext uri="{FF2B5EF4-FFF2-40B4-BE49-F238E27FC236}">
                <a16:creationId xmlns:a16="http://schemas.microsoft.com/office/drawing/2014/main" id="{E912DEE4-612B-AE0C-CDE0-C74D23A5FB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8182" y="901110"/>
            <a:ext cx="4507635" cy="3341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2204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rgbClr val="F6F6F6"/>
            </a:gs>
            <a:gs pos="84000">
              <a:schemeClr val="dk2"/>
            </a:gs>
          </a:gsLst>
          <a:path path="shape">
            <a:fillToRect l="50000" t="50000" r="50000" b="50000"/>
          </a:path>
          <a:tileRect/>
        </a:gradFill>
        <a:effectLst/>
      </p:bgPr>
    </p:bg>
    <p:spTree>
      <p:nvGrpSpPr>
        <p:cNvPr id="1" name="Shape 753"/>
        <p:cNvGrpSpPr/>
        <p:nvPr/>
      </p:nvGrpSpPr>
      <p:grpSpPr>
        <a:xfrm>
          <a:off x="0" y="0"/>
          <a:ext cx="0" cy="0"/>
          <a:chOff x="0" y="0"/>
          <a:chExt cx="0" cy="0"/>
        </a:xfrm>
      </p:grpSpPr>
      <p:pic>
        <p:nvPicPr>
          <p:cNvPr id="3" name="Picture 2" descr="UI vs UX: ¿Cuál es la diferencia? - Carlos Pinar">
            <a:extLst>
              <a:ext uri="{FF2B5EF4-FFF2-40B4-BE49-F238E27FC236}">
                <a16:creationId xmlns:a16="http://schemas.microsoft.com/office/drawing/2014/main" id="{4E63BB5A-6F97-EEE2-7D7C-E810359DE7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6385" y="1030741"/>
            <a:ext cx="4931229" cy="3082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551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6000">
              <a:srgbClr val="13367C"/>
            </a:gs>
            <a:gs pos="96000">
              <a:srgbClr val="9E9E9E"/>
            </a:gs>
          </a:gsLst>
          <a:path path="shape">
            <a:fillToRect l="50000" t="50000" r="50000" b="50000"/>
          </a:path>
          <a:tileRect/>
        </a:gradFill>
        <a:effectLst/>
      </p:bgPr>
    </p:bg>
    <p:spTree>
      <p:nvGrpSpPr>
        <p:cNvPr id="1" name="Shape 753"/>
        <p:cNvGrpSpPr/>
        <p:nvPr/>
      </p:nvGrpSpPr>
      <p:grpSpPr>
        <a:xfrm>
          <a:off x="0" y="0"/>
          <a:ext cx="0" cy="0"/>
          <a:chOff x="0" y="0"/>
          <a:chExt cx="0" cy="0"/>
        </a:xfrm>
      </p:grpSpPr>
      <p:pic>
        <p:nvPicPr>
          <p:cNvPr id="2" name="Picture 2" descr="🥇 QUÉ es UX y UI ✓ [[[ Guía Obligatoria para Principiantes ]]]">
            <a:extLst>
              <a:ext uri="{FF2B5EF4-FFF2-40B4-BE49-F238E27FC236}">
                <a16:creationId xmlns:a16="http://schemas.microsoft.com/office/drawing/2014/main" id="{311873A4-F193-2472-9B64-974C4F8225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373" y="317500"/>
            <a:ext cx="4464499" cy="220202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Qué es y qué hace un UX Designer? | Ironhack Blog">
            <a:extLst>
              <a:ext uri="{FF2B5EF4-FFF2-40B4-BE49-F238E27FC236}">
                <a16:creationId xmlns:a16="http://schemas.microsoft.com/office/drawing/2014/main" id="{E02A0D98-37A1-DDC3-B356-3B7538FF55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1086" y="2623980"/>
            <a:ext cx="4129171" cy="229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7018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3"/>
        <p:cNvGrpSpPr/>
        <p:nvPr/>
      </p:nvGrpSpPr>
      <p:grpSpPr>
        <a:xfrm>
          <a:off x="0" y="0"/>
          <a:ext cx="0" cy="0"/>
          <a:chOff x="0" y="0"/>
          <a:chExt cx="0" cy="0"/>
        </a:xfrm>
      </p:grpSpPr>
      <p:pic>
        <p:nvPicPr>
          <p:cNvPr id="4" name="Imagen 3">
            <a:extLst>
              <a:ext uri="{FF2B5EF4-FFF2-40B4-BE49-F238E27FC236}">
                <a16:creationId xmlns:a16="http://schemas.microsoft.com/office/drawing/2014/main" id="{BDC3F296-9D24-3394-D60D-B1BCBA348395}"/>
              </a:ext>
            </a:extLst>
          </p:cNvPr>
          <p:cNvPicPr>
            <a:picLocks noChangeAspect="1"/>
          </p:cNvPicPr>
          <p:nvPr/>
        </p:nvPicPr>
        <p:blipFill>
          <a:blip r:embed="rId3"/>
          <a:stretch>
            <a:fillRect/>
          </a:stretch>
        </p:blipFill>
        <p:spPr>
          <a:xfrm>
            <a:off x="1444197" y="484311"/>
            <a:ext cx="6255605" cy="4174878"/>
          </a:xfrm>
          <a:prstGeom prst="rect">
            <a:avLst/>
          </a:prstGeom>
        </p:spPr>
      </p:pic>
    </p:spTree>
    <p:extLst>
      <p:ext uri="{BB962C8B-B14F-4D97-AF65-F5344CB8AC3E}">
        <p14:creationId xmlns:p14="http://schemas.microsoft.com/office/powerpoint/2010/main" val="3586263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3"/>
        <p:cNvGrpSpPr/>
        <p:nvPr/>
      </p:nvGrpSpPr>
      <p:grpSpPr>
        <a:xfrm>
          <a:off x="0" y="0"/>
          <a:ext cx="0" cy="0"/>
          <a:chOff x="0" y="0"/>
          <a:chExt cx="0" cy="0"/>
        </a:xfrm>
      </p:grpSpPr>
      <p:pic>
        <p:nvPicPr>
          <p:cNvPr id="3" name="Picture 2">
            <a:extLst>
              <a:ext uri="{FF2B5EF4-FFF2-40B4-BE49-F238E27FC236}">
                <a16:creationId xmlns:a16="http://schemas.microsoft.com/office/drawing/2014/main" id="{F3B4EB7A-9B35-EB4F-A11E-87600CB707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1996" y="1065914"/>
            <a:ext cx="5560008" cy="3011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6294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3"/>
        <p:cNvGrpSpPr/>
        <p:nvPr/>
      </p:nvGrpSpPr>
      <p:grpSpPr>
        <a:xfrm>
          <a:off x="0" y="0"/>
          <a:ext cx="0" cy="0"/>
          <a:chOff x="0" y="0"/>
          <a:chExt cx="0" cy="0"/>
        </a:xfrm>
      </p:grpSpPr>
      <p:pic>
        <p:nvPicPr>
          <p:cNvPr id="4" name="Imagen 3">
            <a:extLst>
              <a:ext uri="{FF2B5EF4-FFF2-40B4-BE49-F238E27FC236}">
                <a16:creationId xmlns:a16="http://schemas.microsoft.com/office/drawing/2014/main" id="{A9166E61-DD43-E09F-D25B-E08DC6CC69AC}"/>
              </a:ext>
            </a:extLst>
          </p:cNvPr>
          <p:cNvPicPr>
            <a:picLocks noChangeAspect="1"/>
          </p:cNvPicPr>
          <p:nvPr/>
        </p:nvPicPr>
        <p:blipFill>
          <a:blip r:embed="rId3"/>
          <a:stretch>
            <a:fillRect/>
          </a:stretch>
        </p:blipFill>
        <p:spPr>
          <a:xfrm>
            <a:off x="0" y="822260"/>
            <a:ext cx="9144000" cy="3498980"/>
          </a:xfrm>
          <a:prstGeom prst="rect">
            <a:avLst/>
          </a:prstGeom>
        </p:spPr>
      </p:pic>
    </p:spTree>
    <p:extLst>
      <p:ext uri="{BB962C8B-B14F-4D97-AF65-F5344CB8AC3E}">
        <p14:creationId xmlns:p14="http://schemas.microsoft.com/office/powerpoint/2010/main" val="1047677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00"/>
        <p:cNvGrpSpPr/>
        <p:nvPr/>
      </p:nvGrpSpPr>
      <p:grpSpPr>
        <a:xfrm>
          <a:off x="0" y="0"/>
          <a:ext cx="0" cy="0"/>
          <a:chOff x="0" y="0"/>
          <a:chExt cx="0" cy="0"/>
        </a:xfrm>
      </p:grpSpPr>
      <p:sp>
        <p:nvSpPr>
          <p:cNvPr id="701" name="Google Shape;701;p28"/>
          <p:cNvSpPr txBox="1">
            <a:spLocks noGrp="1"/>
          </p:cNvSpPr>
          <p:nvPr>
            <p:ph type="title"/>
          </p:nvPr>
        </p:nvSpPr>
        <p:spPr>
          <a:xfrm>
            <a:off x="4907000" y="813101"/>
            <a:ext cx="3484200" cy="572700"/>
          </a:xfrm>
          <a:prstGeom prst="rect">
            <a:avLst/>
          </a:prstGeom>
        </p:spPr>
        <p:txBody>
          <a:bodyPr spcFirstLastPara="1" wrap="square" lIns="91425" tIns="91425" rIns="91425" bIns="91425" anchor="b" anchorCtr="0">
            <a:noAutofit/>
          </a:bodyPr>
          <a:lstStyle/>
          <a:p>
            <a:pPr marL="0" lvl="0" indent="0" algn="just" rtl="0">
              <a:spcBef>
                <a:spcPts val="0"/>
              </a:spcBef>
              <a:spcAft>
                <a:spcPts val="0"/>
              </a:spcAft>
              <a:buNone/>
            </a:pPr>
            <a:r>
              <a:rPr lang="en" dirty="0"/>
              <a:t>World Wide Web (WWW)</a:t>
            </a:r>
            <a:endParaRPr dirty="0"/>
          </a:p>
        </p:txBody>
      </p:sp>
      <p:sp>
        <p:nvSpPr>
          <p:cNvPr id="702" name="Google Shape;702;p28"/>
          <p:cNvSpPr txBox="1">
            <a:spLocks noGrp="1"/>
          </p:cNvSpPr>
          <p:nvPr>
            <p:ph type="body" idx="1"/>
          </p:nvPr>
        </p:nvSpPr>
        <p:spPr>
          <a:xfrm>
            <a:off x="4907000" y="1473050"/>
            <a:ext cx="3214500" cy="3095995"/>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SzPts val="1400"/>
              <a:buChar char="●"/>
            </a:pPr>
            <a:r>
              <a:rPr lang="en" dirty="0"/>
              <a:t>Sistema “complejo” que contiene una cantidad de información casi “infinita”.</a:t>
            </a:r>
          </a:p>
          <a:p>
            <a:pPr marL="457200" lvl="0" indent="-317500" algn="just" rtl="0">
              <a:spcBef>
                <a:spcPts val="0"/>
              </a:spcBef>
              <a:spcAft>
                <a:spcPts val="0"/>
              </a:spcAft>
              <a:buSzPts val="1400"/>
              <a:buChar char="●"/>
            </a:pPr>
            <a:r>
              <a:rPr lang="en" i="1" dirty="0"/>
              <a:t>Funciona a través de internet.</a:t>
            </a:r>
            <a:endParaRPr i="1" dirty="0"/>
          </a:p>
          <a:p>
            <a:pPr marL="457200" lvl="0" indent="-317500" algn="just" rtl="0">
              <a:spcBef>
                <a:spcPts val="0"/>
              </a:spcBef>
              <a:spcAft>
                <a:spcPts val="0"/>
              </a:spcAft>
              <a:buSzPts val="1400"/>
              <a:buChar char="●"/>
            </a:pPr>
            <a:r>
              <a:rPr lang="en" dirty="0"/>
              <a:t>Información ordenada de alguna forma para la búsqueda.</a:t>
            </a:r>
            <a:endParaRPr dirty="0"/>
          </a:p>
          <a:p>
            <a:pPr marL="457200" lvl="0" indent="-317500" algn="just" rtl="0">
              <a:spcBef>
                <a:spcPts val="0"/>
              </a:spcBef>
              <a:spcAft>
                <a:spcPts val="0"/>
              </a:spcAft>
              <a:buSzPts val="1400"/>
              <a:buChar char="●"/>
            </a:pPr>
            <a:r>
              <a:rPr lang="en" dirty="0"/>
              <a:t>Unidad básica: páginas web.</a:t>
            </a:r>
            <a:endParaRPr dirty="0"/>
          </a:p>
          <a:p>
            <a:pPr marL="457200" lvl="0" indent="-317500" algn="just" rtl="0">
              <a:spcBef>
                <a:spcPts val="0"/>
              </a:spcBef>
              <a:spcAft>
                <a:spcPts val="0"/>
              </a:spcAft>
              <a:buSzPts val="1400"/>
              <a:buChar char="●"/>
            </a:pPr>
            <a:r>
              <a:rPr lang="en" dirty="0"/>
              <a:t>Página web se caracteriza: texto, imagenes, etc. </a:t>
            </a:r>
          </a:p>
          <a:p>
            <a:pPr marL="457200" lvl="0" indent="-317500" algn="just" rtl="0">
              <a:spcBef>
                <a:spcPts val="0"/>
              </a:spcBef>
              <a:spcAft>
                <a:spcPts val="0"/>
              </a:spcAft>
              <a:buSzPts val="1400"/>
              <a:buChar char="●"/>
            </a:pPr>
            <a:r>
              <a:rPr lang="es-ES" dirty="0"/>
              <a:t>Es un sistema que permite el acceso a cualquier página web y que solo se puede acceder a través de internet.</a:t>
            </a:r>
            <a:endParaRPr dirty="0"/>
          </a:p>
        </p:txBody>
      </p:sp>
      <p:grpSp>
        <p:nvGrpSpPr>
          <p:cNvPr id="703" name="Google Shape;703;p28"/>
          <p:cNvGrpSpPr/>
          <p:nvPr/>
        </p:nvGrpSpPr>
        <p:grpSpPr>
          <a:xfrm>
            <a:off x="1845914" y="1864668"/>
            <a:ext cx="1600177" cy="1414164"/>
            <a:chOff x="-3137650" y="2787000"/>
            <a:chExt cx="291450" cy="257575"/>
          </a:xfrm>
        </p:grpSpPr>
        <p:sp>
          <p:nvSpPr>
            <p:cNvPr id="704" name="Google Shape;704;p28"/>
            <p:cNvSpPr/>
            <p:nvPr/>
          </p:nvSpPr>
          <p:spPr>
            <a:xfrm>
              <a:off x="-3137650" y="2787000"/>
              <a:ext cx="291450" cy="257575"/>
            </a:xfrm>
            <a:custGeom>
              <a:avLst/>
              <a:gdLst/>
              <a:ahLst/>
              <a:cxnLst/>
              <a:rect l="l" t="t" r="r" b="b"/>
              <a:pathLst>
                <a:path w="11658" h="10303" extrusionOk="0">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8"/>
            <p:cNvSpPr/>
            <p:nvPr/>
          </p:nvSpPr>
          <p:spPr>
            <a:xfrm>
              <a:off x="-3104575" y="2820875"/>
              <a:ext cx="18150" cy="17350"/>
            </a:xfrm>
            <a:custGeom>
              <a:avLst/>
              <a:gdLst/>
              <a:ahLst/>
              <a:cxnLst/>
              <a:rect l="l" t="t" r="r" b="b"/>
              <a:pathLst>
                <a:path w="726" h="694" extrusionOk="0">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8"/>
            <p:cNvSpPr/>
            <p:nvPr/>
          </p:nvSpPr>
          <p:spPr>
            <a:xfrm>
              <a:off x="-306990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8"/>
            <p:cNvSpPr/>
            <p:nvPr/>
          </p:nvSpPr>
          <p:spPr>
            <a:xfrm>
              <a:off x="-303525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8"/>
            <p:cNvSpPr/>
            <p:nvPr/>
          </p:nvSpPr>
          <p:spPr>
            <a:xfrm>
              <a:off x="-3002175" y="2820875"/>
              <a:ext cx="121325" cy="17350"/>
            </a:xfrm>
            <a:custGeom>
              <a:avLst/>
              <a:gdLst/>
              <a:ahLst/>
              <a:cxnLst/>
              <a:rect l="l" t="t" r="r" b="b"/>
              <a:pathLst>
                <a:path w="4853" h="694" extrusionOk="0">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8"/>
            <p:cNvSpPr/>
            <p:nvPr/>
          </p:nvSpPr>
          <p:spPr>
            <a:xfrm>
              <a:off x="-2948625" y="2907300"/>
              <a:ext cx="52025" cy="85300"/>
            </a:xfrm>
            <a:custGeom>
              <a:avLst/>
              <a:gdLst/>
              <a:ahLst/>
              <a:cxnLst/>
              <a:rect l="l" t="t" r="r" b="b"/>
              <a:pathLst>
                <a:path w="2081" h="3412" extrusionOk="0">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8"/>
            <p:cNvSpPr/>
            <p:nvPr/>
          </p:nvSpPr>
          <p:spPr>
            <a:xfrm>
              <a:off x="-3088025" y="2907300"/>
              <a:ext cx="53575" cy="85300"/>
            </a:xfrm>
            <a:custGeom>
              <a:avLst/>
              <a:gdLst/>
              <a:ahLst/>
              <a:cxnLst/>
              <a:rect l="l" t="t" r="r" b="b"/>
              <a:pathLst>
                <a:path w="2143" h="3412" extrusionOk="0">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8"/>
            <p:cNvSpPr/>
            <p:nvPr/>
          </p:nvSpPr>
          <p:spPr>
            <a:xfrm>
              <a:off x="-3019500" y="2888975"/>
              <a:ext cx="54375" cy="119400"/>
            </a:xfrm>
            <a:custGeom>
              <a:avLst/>
              <a:gdLst/>
              <a:ahLst/>
              <a:cxnLst/>
              <a:rect l="l" t="t" r="r" b="b"/>
              <a:pathLst>
                <a:path w="2175" h="4776" extrusionOk="0">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2" name="Google Shape;712;p28"/>
          <p:cNvGrpSpPr/>
          <p:nvPr/>
        </p:nvGrpSpPr>
        <p:grpSpPr>
          <a:xfrm>
            <a:off x="0" y="4569046"/>
            <a:ext cx="1022509" cy="572747"/>
            <a:chOff x="-77" y="3784091"/>
            <a:chExt cx="2423582" cy="1357541"/>
          </a:xfrm>
        </p:grpSpPr>
        <p:sp>
          <p:nvSpPr>
            <p:cNvPr id="713" name="Google Shape;713;p28"/>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8"/>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8"/>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8"/>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8"/>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 name="Google Shape;718;p28"/>
          <p:cNvGrpSpPr/>
          <p:nvPr/>
        </p:nvGrpSpPr>
        <p:grpSpPr>
          <a:xfrm rot="10800000">
            <a:off x="8121500" y="-4"/>
            <a:ext cx="1022509" cy="572747"/>
            <a:chOff x="-77" y="3784091"/>
            <a:chExt cx="2423582" cy="1357541"/>
          </a:xfrm>
        </p:grpSpPr>
        <p:sp>
          <p:nvSpPr>
            <p:cNvPr id="719" name="Google Shape;719;p28"/>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8"/>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8"/>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8"/>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8"/>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626313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27"/>
        <p:cNvGrpSpPr/>
        <p:nvPr/>
      </p:nvGrpSpPr>
      <p:grpSpPr>
        <a:xfrm>
          <a:off x="0" y="0"/>
          <a:ext cx="0" cy="0"/>
          <a:chOff x="0" y="0"/>
          <a:chExt cx="0" cy="0"/>
        </a:xfrm>
      </p:grpSpPr>
      <p:sp>
        <p:nvSpPr>
          <p:cNvPr id="728" name="Google Shape;728;p29"/>
          <p:cNvSpPr/>
          <p:nvPr/>
        </p:nvSpPr>
        <p:spPr>
          <a:xfrm rot="-2699901">
            <a:off x="2033647" y="1995011"/>
            <a:ext cx="399523" cy="381115"/>
          </a:xfrm>
          <a:custGeom>
            <a:avLst/>
            <a:gdLst/>
            <a:ahLst/>
            <a:cxnLst/>
            <a:rect l="l" t="t" r="r" b="b"/>
            <a:pathLst>
              <a:path w="3304" h="3152" extrusionOk="0">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9"/>
          <p:cNvSpPr/>
          <p:nvPr/>
        </p:nvSpPr>
        <p:spPr>
          <a:xfrm rot="-2699899">
            <a:off x="2812934" y="2002929"/>
            <a:ext cx="432660" cy="380630"/>
          </a:xfrm>
          <a:custGeom>
            <a:avLst/>
            <a:gdLst/>
            <a:ahLst/>
            <a:cxnLst/>
            <a:rect l="l" t="t" r="r" b="b"/>
            <a:pathLst>
              <a:path w="3578" h="3148" extrusionOk="0">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C8AEF8">
              <a:alpha val="58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9"/>
          <p:cNvSpPr/>
          <p:nvPr/>
        </p:nvSpPr>
        <p:spPr>
          <a:xfrm rot="-2699901">
            <a:off x="2810998" y="2796888"/>
            <a:ext cx="418750" cy="380873"/>
          </a:xfrm>
          <a:custGeom>
            <a:avLst/>
            <a:gdLst/>
            <a:ahLst/>
            <a:cxnLst/>
            <a:rect l="l" t="t" r="r" b="b"/>
            <a:pathLst>
              <a:path w="3463" h="3150" extrusionOk="0">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9"/>
          <p:cNvSpPr/>
          <p:nvPr/>
        </p:nvSpPr>
        <p:spPr>
          <a:xfrm rot="-2699901">
            <a:off x="1995586" y="2787188"/>
            <a:ext cx="418750" cy="381115"/>
          </a:xfrm>
          <a:custGeom>
            <a:avLst/>
            <a:gdLst/>
            <a:ahLst/>
            <a:cxnLst/>
            <a:rect l="l" t="t" r="r" b="b"/>
            <a:pathLst>
              <a:path w="3463" h="3152" extrusionOk="0">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9"/>
          <p:cNvSpPr txBox="1">
            <a:spLocks noGrp="1"/>
          </p:cNvSpPr>
          <p:nvPr>
            <p:ph type="title"/>
          </p:nvPr>
        </p:nvSpPr>
        <p:spPr>
          <a:xfrm>
            <a:off x="4939700" y="686212"/>
            <a:ext cx="3368100" cy="7005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dirty="0"/>
              <a:t>Páginas web</a:t>
            </a:r>
            <a:endParaRPr dirty="0"/>
          </a:p>
        </p:txBody>
      </p:sp>
      <p:sp>
        <p:nvSpPr>
          <p:cNvPr id="733" name="Google Shape;733;p29"/>
          <p:cNvSpPr txBox="1">
            <a:spLocks noGrp="1"/>
          </p:cNvSpPr>
          <p:nvPr>
            <p:ph type="body" idx="1"/>
          </p:nvPr>
        </p:nvSpPr>
        <p:spPr>
          <a:xfrm>
            <a:off x="4939700" y="1386712"/>
            <a:ext cx="3181800" cy="3182334"/>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SzPts val="1400"/>
              <a:buChar char="●"/>
            </a:pPr>
            <a:r>
              <a:rPr lang="en" dirty="0"/>
              <a:t>Son </a:t>
            </a:r>
            <a:r>
              <a:rPr lang="en" b="1" dirty="0"/>
              <a:t>hipertexto</a:t>
            </a:r>
            <a:r>
              <a:rPr lang="en" dirty="0"/>
              <a:t>: las páginas no son elementos aislados, sino que están unidas a otras mediante los links o enlaces hipertexto.</a:t>
            </a:r>
            <a:endParaRPr dirty="0"/>
          </a:p>
          <a:p>
            <a:pPr marL="457200" lvl="0" indent="-317500" algn="just" rtl="0">
              <a:spcBef>
                <a:spcPts val="0"/>
              </a:spcBef>
              <a:spcAft>
                <a:spcPts val="0"/>
              </a:spcAft>
              <a:buSzPts val="1400"/>
              <a:buChar char="●"/>
            </a:pPr>
            <a:r>
              <a:rPr lang="en" i="1" dirty="0"/>
              <a:t>El hipertexto es texto que contiene enlaces a otros textos.</a:t>
            </a:r>
          </a:p>
          <a:p>
            <a:pPr marL="457200" lvl="0" indent="-317500" algn="just" rtl="0">
              <a:spcBef>
                <a:spcPts val="0"/>
              </a:spcBef>
              <a:spcAft>
                <a:spcPts val="0"/>
              </a:spcAft>
              <a:buSzPts val="1400"/>
              <a:buChar char="●"/>
            </a:pPr>
            <a:r>
              <a:rPr lang="es-ES" dirty="0"/>
              <a:t>Las páginas web se estructuran por medio de un etiquetado de hipertexto que permite organizar la información y que el navegador lee e interpreta para representar la información.</a:t>
            </a:r>
            <a:endParaRPr dirty="0"/>
          </a:p>
          <a:p>
            <a:pPr marL="0" lvl="0" indent="0" algn="just" rtl="0">
              <a:spcBef>
                <a:spcPts val="0"/>
              </a:spcBef>
              <a:spcAft>
                <a:spcPts val="0"/>
              </a:spcAft>
              <a:buNone/>
            </a:pPr>
            <a:endParaRPr dirty="0"/>
          </a:p>
        </p:txBody>
      </p:sp>
      <p:sp>
        <p:nvSpPr>
          <p:cNvPr id="734" name="Google Shape;734;p29"/>
          <p:cNvSpPr/>
          <p:nvPr/>
        </p:nvSpPr>
        <p:spPr>
          <a:xfrm>
            <a:off x="2302605" y="1714888"/>
            <a:ext cx="723471" cy="703838"/>
          </a:xfrm>
          <a:custGeom>
            <a:avLst/>
            <a:gdLst/>
            <a:ahLst/>
            <a:cxnLst/>
            <a:rect l="l" t="t" r="r" b="b"/>
            <a:pathLst>
              <a:path w="5983" h="5821" extrusionOk="0">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9"/>
          <p:cNvSpPr/>
          <p:nvPr/>
        </p:nvSpPr>
        <p:spPr>
          <a:xfrm>
            <a:off x="2774802" y="2271816"/>
            <a:ext cx="793726" cy="704201"/>
          </a:xfrm>
          <a:custGeom>
            <a:avLst/>
            <a:gdLst/>
            <a:ahLst/>
            <a:cxnLst/>
            <a:rect l="l" t="t" r="r" b="b"/>
            <a:pathLst>
              <a:path w="6564" h="5824" extrusionOk="0">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9"/>
          <p:cNvSpPr/>
          <p:nvPr/>
        </p:nvSpPr>
        <p:spPr>
          <a:xfrm>
            <a:off x="2207924" y="2724759"/>
            <a:ext cx="723350" cy="703838"/>
          </a:xfrm>
          <a:custGeom>
            <a:avLst/>
            <a:gdLst/>
            <a:ahLst/>
            <a:cxnLst/>
            <a:rect l="l" t="t" r="r" b="b"/>
            <a:pathLst>
              <a:path w="5982" h="5821" extrusionOk="0">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9"/>
          <p:cNvSpPr/>
          <p:nvPr/>
        </p:nvSpPr>
        <p:spPr>
          <a:xfrm>
            <a:off x="1723484" y="2154711"/>
            <a:ext cx="724922" cy="700332"/>
          </a:xfrm>
          <a:custGeom>
            <a:avLst/>
            <a:gdLst/>
            <a:ahLst/>
            <a:cxnLst/>
            <a:rect l="l" t="t" r="r" b="b"/>
            <a:pathLst>
              <a:path w="5995" h="5792" extrusionOk="0">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8" name="Google Shape;738;p29"/>
          <p:cNvGrpSpPr/>
          <p:nvPr/>
        </p:nvGrpSpPr>
        <p:grpSpPr>
          <a:xfrm flipH="1">
            <a:off x="8121500" y="4569046"/>
            <a:ext cx="1022509" cy="572747"/>
            <a:chOff x="-77" y="3784091"/>
            <a:chExt cx="2423582" cy="1357541"/>
          </a:xfrm>
        </p:grpSpPr>
        <p:sp>
          <p:nvSpPr>
            <p:cNvPr id="739" name="Google Shape;739;p29"/>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9"/>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9"/>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9"/>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9"/>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4" name="Google Shape;744;p29"/>
          <p:cNvGrpSpPr/>
          <p:nvPr/>
        </p:nvGrpSpPr>
        <p:grpSpPr>
          <a:xfrm rot="10800000" flipH="1">
            <a:off x="0" y="-4"/>
            <a:ext cx="1022509" cy="572747"/>
            <a:chOff x="-77" y="3784091"/>
            <a:chExt cx="2423582" cy="1357541"/>
          </a:xfrm>
        </p:grpSpPr>
        <p:sp>
          <p:nvSpPr>
            <p:cNvPr id="745" name="Google Shape;745;p29"/>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9"/>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9"/>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9"/>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9"/>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3"/>
        <p:cNvGrpSpPr/>
        <p:nvPr/>
      </p:nvGrpSpPr>
      <p:grpSpPr>
        <a:xfrm>
          <a:off x="0" y="0"/>
          <a:ext cx="0" cy="0"/>
          <a:chOff x="0" y="0"/>
          <a:chExt cx="0" cy="0"/>
        </a:xfrm>
      </p:grpSpPr>
      <p:pic>
        <p:nvPicPr>
          <p:cNvPr id="1026" name="Picture 2" descr="El hipertexto | Medicina, Ciencia y Arte">
            <a:extLst>
              <a:ext uri="{FF2B5EF4-FFF2-40B4-BE49-F238E27FC236}">
                <a16:creationId xmlns:a16="http://schemas.microsoft.com/office/drawing/2014/main" id="{3F462DE7-E2B1-CE53-353D-2605FDF70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1801" y="1056935"/>
            <a:ext cx="3700397" cy="30296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53"/>
        <p:cNvGrpSpPr/>
        <p:nvPr/>
      </p:nvGrpSpPr>
      <p:grpSpPr>
        <a:xfrm>
          <a:off x="0" y="0"/>
          <a:ext cx="0" cy="0"/>
          <a:chOff x="0" y="0"/>
          <a:chExt cx="0" cy="0"/>
        </a:xfrm>
      </p:grpSpPr>
      <p:pic>
        <p:nvPicPr>
          <p:cNvPr id="754" name="Google Shape;754;p30"/>
          <p:cNvPicPr preferRelativeResize="0"/>
          <p:nvPr/>
        </p:nvPicPr>
        <p:blipFill>
          <a:blip r:embed="rId3">
            <a:alphaModFix/>
          </a:blip>
          <a:stretch>
            <a:fillRect/>
          </a:stretch>
        </p:blipFill>
        <p:spPr>
          <a:xfrm>
            <a:off x="2190750" y="1233488"/>
            <a:ext cx="4762500" cy="2676525"/>
          </a:xfrm>
          <a:prstGeom prst="rect">
            <a:avLst/>
          </a:prstGeom>
          <a:noFill/>
          <a:ln>
            <a:noFill/>
          </a:ln>
        </p:spPr>
      </p:pic>
      <p:sp>
        <p:nvSpPr>
          <p:cNvPr id="755" name="Google Shape;755;p30"/>
          <p:cNvSpPr txBox="1"/>
          <p:nvPr/>
        </p:nvSpPr>
        <p:spPr>
          <a:xfrm>
            <a:off x="2386050" y="3910025"/>
            <a:ext cx="4371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solidFill>
                  <a:schemeClr val="dk1"/>
                </a:solidFill>
                <a:latin typeface="Roboto"/>
                <a:ea typeface="Roboto"/>
                <a:cs typeface="Roboto"/>
                <a:sym typeface="Roboto"/>
              </a:rPr>
              <a:t>Término acuñado por Ted Nelson alrededor de 1965</a:t>
            </a:r>
            <a:endParaRPr dirty="0"/>
          </a:p>
        </p:txBody>
      </p:sp>
      <p:sp>
        <p:nvSpPr>
          <p:cNvPr id="756" name="Google Shape;756;p30"/>
          <p:cNvSpPr txBox="1"/>
          <p:nvPr/>
        </p:nvSpPr>
        <p:spPr>
          <a:xfrm>
            <a:off x="7007625" y="2156113"/>
            <a:ext cx="1876500" cy="12621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dirty="0">
                <a:solidFill>
                  <a:schemeClr val="dk1"/>
                </a:solidFill>
                <a:latin typeface="Roboto"/>
                <a:ea typeface="Roboto"/>
                <a:cs typeface="Roboto"/>
                <a:sym typeface="Roboto"/>
              </a:rPr>
              <a:t>Gracias a los </a:t>
            </a:r>
            <a:r>
              <a:rPr lang="en" i="1" dirty="0">
                <a:solidFill>
                  <a:schemeClr val="dk1"/>
                </a:solidFill>
                <a:latin typeface="Roboto"/>
                <a:ea typeface="Roboto"/>
                <a:cs typeface="Roboto"/>
                <a:sym typeface="Roboto"/>
              </a:rPr>
              <a:t>enlaces </a:t>
            </a:r>
            <a:r>
              <a:rPr lang="en" dirty="0">
                <a:solidFill>
                  <a:schemeClr val="dk1"/>
                </a:solidFill>
                <a:latin typeface="Roboto"/>
                <a:ea typeface="Roboto"/>
                <a:cs typeface="Roboto"/>
                <a:sym typeface="Roboto"/>
              </a:rPr>
              <a:t>es posible </a:t>
            </a:r>
            <a:r>
              <a:rPr lang="en" b="1" dirty="0">
                <a:solidFill>
                  <a:schemeClr val="dk1"/>
                </a:solidFill>
                <a:latin typeface="Roboto"/>
                <a:ea typeface="Roboto"/>
                <a:cs typeface="Roboto"/>
                <a:sym typeface="Roboto"/>
              </a:rPr>
              <a:t>navegar</a:t>
            </a:r>
            <a:r>
              <a:rPr lang="en" dirty="0">
                <a:solidFill>
                  <a:schemeClr val="dk1"/>
                </a:solidFill>
                <a:latin typeface="Roboto"/>
                <a:ea typeface="Roboto"/>
                <a:cs typeface="Roboto"/>
                <a:sym typeface="Roboto"/>
              </a:rPr>
              <a:t> entre páginas web.</a:t>
            </a:r>
            <a:endParaRPr dirty="0">
              <a:solidFill>
                <a:schemeClr val="dk1"/>
              </a:solidFill>
              <a:latin typeface="Roboto"/>
              <a:ea typeface="Roboto"/>
              <a:cs typeface="Roboto"/>
              <a:sym typeface="Roboto"/>
            </a:endParaRPr>
          </a:p>
          <a:p>
            <a:pPr marL="0" lvl="0" indent="0" algn="just" rtl="0">
              <a:spcBef>
                <a:spcPts val="0"/>
              </a:spcBef>
              <a:spcAft>
                <a:spcPts val="0"/>
              </a:spcAft>
              <a:buNone/>
            </a:pPr>
            <a:endParaRPr dirty="0">
              <a:solidFill>
                <a:schemeClr val="dk1"/>
              </a:solidFill>
              <a:latin typeface="Roboto"/>
              <a:ea typeface="Roboto"/>
              <a:cs typeface="Roboto"/>
              <a:sym typeface="Roboto"/>
            </a:endParaRPr>
          </a:p>
          <a:p>
            <a:pPr marL="0" lvl="0" indent="0" algn="just" rtl="0">
              <a:spcBef>
                <a:spcPts val="0"/>
              </a:spcBef>
              <a:spcAft>
                <a:spcPts val="0"/>
              </a:spcAft>
              <a:buNone/>
            </a:pPr>
            <a:r>
              <a:rPr lang="en" i="1" dirty="0">
                <a:solidFill>
                  <a:schemeClr val="dk1"/>
                </a:solidFill>
                <a:latin typeface="Roboto"/>
                <a:ea typeface="Roboto"/>
                <a:cs typeface="Roboto"/>
                <a:sym typeface="Roboto"/>
              </a:rPr>
              <a:t>Texto:activo</a:t>
            </a:r>
            <a:endParaRPr i="1" dirty="0">
              <a:solidFill>
                <a:schemeClr val="dk1"/>
              </a:solidFill>
              <a:latin typeface="Roboto"/>
              <a:ea typeface="Roboto"/>
              <a:cs typeface="Roboto"/>
              <a:sym typeface="Roboto"/>
            </a:endParaRPr>
          </a:p>
        </p:txBody>
      </p:sp>
    </p:spTree>
    <p:extLst>
      <p:ext uri="{BB962C8B-B14F-4D97-AF65-F5344CB8AC3E}">
        <p14:creationId xmlns:p14="http://schemas.microsoft.com/office/powerpoint/2010/main" val="2141304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60"/>
        <p:cNvGrpSpPr/>
        <p:nvPr/>
      </p:nvGrpSpPr>
      <p:grpSpPr>
        <a:xfrm>
          <a:off x="0" y="0"/>
          <a:ext cx="0" cy="0"/>
          <a:chOff x="0" y="0"/>
          <a:chExt cx="0" cy="0"/>
        </a:xfrm>
      </p:grpSpPr>
      <p:sp>
        <p:nvSpPr>
          <p:cNvPr id="761" name="Google Shape;761;p31"/>
          <p:cNvSpPr txBox="1">
            <a:spLocks noGrp="1"/>
          </p:cNvSpPr>
          <p:nvPr>
            <p:ph type="title"/>
          </p:nvPr>
        </p:nvSpPr>
        <p:spPr>
          <a:xfrm>
            <a:off x="2976900" y="1168950"/>
            <a:ext cx="3249000" cy="1402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600">
                <a:solidFill>
                  <a:schemeClr val="accent3"/>
                </a:solidFill>
              </a:rPr>
              <a:t>¿Hipertexto o hipermedia?</a:t>
            </a:r>
            <a:endParaRPr sz="3600">
              <a:solidFill>
                <a:schemeClr val="accent3"/>
              </a:solidFill>
            </a:endParaRPr>
          </a:p>
        </p:txBody>
      </p:sp>
      <p:sp>
        <p:nvSpPr>
          <p:cNvPr id="762" name="Google Shape;762;p31"/>
          <p:cNvSpPr txBox="1">
            <a:spLocks noGrp="1"/>
          </p:cNvSpPr>
          <p:nvPr>
            <p:ph type="title" idx="2"/>
          </p:nvPr>
        </p:nvSpPr>
        <p:spPr>
          <a:xfrm>
            <a:off x="2996850" y="2814500"/>
            <a:ext cx="3150300" cy="945900"/>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Clr>
                <a:schemeClr val="dk1"/>
              </a:buClr>
              <a:buSzPts val="1100"/>
              <a:buFont typeface="Arial"/>
              <a:buNone/>
            </a:pPr>
            <a:r>
              <a:rPr lang="en" sz="1900">
                <a:solidFill>
                  <a:schemeClr val="accent3"/>
                </a:solidFill>
              </a:rPr>
              <a:t>En la actualidad el sistema es principalmente gráfico. Zonas </a:t>
            </a:r>
            <a:r>
              <a:rPr lang="en" sz="1900" i="1">
                <a:solidFill>
                  <a:schemeClr val="accent3"/>
                </a:solidFill>
              </a:rPr>
              <a:t>activas</a:t>
            </a:r>
            <a:r>
              <a:rPr lang="en" sz="1900">
                <a:solidFill>
                  <a:schemeClr val="accent3"/>
                </a:solidFill>
              </a:rPr>
              <a:t> no solo son texto.</a:t>
            </a:r>
            <a:endParaRPr sz="1900">
              <a:solidFill>
                <a:schemeClr val="accent3"/>
              </a:solidFill>
            </a:endParaRPr>
          </a:p>
        </p:txBody>
      </p:sp>
      <p:grpSp>
        <p:nvGrpSpPr>
          <p:cNvPr id="763" name="Google Shape;763;p31"/>
          <p:cNvGrpSpPr/>
          <p:nvPr/>
        </p:nvGrpSpPr>
        <p:grpSpPr>
          <a:xfrm>
            <a:off x="6275293" y="1383097"/>
            <a:ext cx="2377303" cy="2377303"/>
            <a:chOff x="5612559" y="834972"/>
            <a:chExt cx="3473558" cy="3473558"/>
          </a:xfrm>
        </p:grpSpPr>
        <p:sp>
          <p:nvSpPr>
            <p:cNvPr id="764" name="Google Shape;764;p31"/>
            <p:cNvSpPr/>
            <p:nvPr/>
          </p:nvSpPr>
          <p:spPr>
            <a:xfrm>
              <a:off x="5612559" y="3034881"/>
              <a:ext cx="2894635" cy="1273649"/>
            </a:xfrm>
            <a:custGeom>
              <a:avLst/>
              <a:gdLst/>
              <a:ahLst/>
              <a:cxnLst/>
              <a:rect l="l" t="t" r="r" b="b"/>
              <a:pathLst>
                <a:path w="163101" h="71765" extrusionOk="0">
                  <a:moveTo>
                    <a:pt x="1" y="0"/>
                  </a:moveTo>
                  <a:lnTo>
                    <a:pt x="1" y="58716"/>
                  </a:lnTo>
                  <a:cubicBezTo>
                    <a:pt x="1" y="65925"/>
                    <a:pt x="5840" y="71764"/>
                    <a:pt x="13049" y="71764"/>
                  </a:cubicBezTo>
                  <a:lnTo>
                    <a:pt x="163100" y="71764"/>
                  </a:lnTo>
                  <a:cubicBezTo>
                    <a:pt x="155891" y="71764"/>
                    <a:pt x="150052" y="65925"/>
                    <a:pt x="150052" y="58716"/>
                  </a:cubicBezTo>
                  <a:lnTo>
                    <a:pt x="1500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1"/>
            <p:cNvSpPr/>
            <p:nvPr/>
          </p:nvSpPr>
          <p:spPr>
            <a:xfrm>
              <a:off x="5612559" y="2571742"/>
              <a:ext cx="2663066" cy="463157"/>
            </a:xfrm>
            <a:custGeom>
              <a:avLst/>
              <a:gdLst/>
              <a:ahLst/>
              <a:cxnLst/>
              <a:rect l="l" t="t" r="r" b="b"/>
              <a:pathLst>
                <a:path w="150053" h="26097" extrusionOk="0">
                  <a:moveTo>
                    <a:pt x="13049" y="1"/>
                  </a:moveTo>
                  <a:cubicBezTo>
                    <a:pt x="5840" y="1"/>
                    <a:pt x="1" y="5840"/>
                    <a:pt x="1" y="13049"/>
                  </a:cubicBezTo>
                  <a:lnTo>
                    <a:pt x="1" y="26096"/>
                  </a:lnTo>
                  <a:lnTo>
                    <a:pt x="150052" y="26096"/>
                  </a:lnTo>
                  <a:cubicBezTo>
                    <a:pt x="150052" y="18887"/>
                    <a:pt x="144213" y="13049"/>
                    <a:pt x="137004" y="13049"/>
                  </a:cubicBezTo>
                  <a:lnTo>
                    <a:pt x="52193" y="13049"/>
                  </a:lnTo>
                  <a:lnTo>
                    <a:pt x="46321" y="5220"/>
                  </a:lnTo>
                  <a:cubicBezTo>
                    <a:pt x="43842" y="1925"/>
                    <a:pt x="39993" y="1"/>
                    <a:pt x="3588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1"/>
            <p:cNvSpPr/>
            <p:nvPr/>
          </p:nvSpPr>
          <p:spPr>
            <a:xfrm>
              <a:off x="6075698" y="1413895"/>
              <a:ext cx="2663066" cy="2894635"/>
            </a:xfrm>
            <a:custGeom>
              <a:avLst/>
              <a:gdLst/>
              <a:ahLst/>
              <a:cxnLst/>
              <a:rect l="l" t="t" r="r" b="b"/>
              <a:pathLst>
                <a:path w="150053" h="163101" extrusionOk="0">
                  <a:moveTo>
                    <a:pt x="55455" y="1"/>
                  </a:moveTo>
                  <a:lnTo>
                    <a:pt x="48931" y="6525"/>
                  </a:lnTo>
                  <a:lnTo>
                    <a:pt x="1" y="6525"/>
                  </a:lnTo>
                  <a:lnTo>
                    <a:pt x="1" y="65241"/>
                  </a:lnTo>
                  <a:lnTo>
                    <a:pt x="9787" y="65241"/>
                  </a:lnTo>
                  <a:cubicBezTo>
                    <a:pt x="13897" y="65241"/>
                    <a:pt x="17746" y="67165"/>
                    <a:pt x="20225" y="70460"/>
                  </a:cubicBezTo>
                  <a:lnTo>
                    <a:pt x="26097" y="78289"/>
                  </a:lnTo>
                  <a:lnTo>
                    <a:pt x="110908" y="78289"/>
                  </a:lnTo>
                  <a:cubicBezTo>
                    <a:pt x="118117" y="78289"/>
                    <a:pt x="123956" y="84127"/>
                    <a:pt x="123956" y="91336"/>
                  </a:cubicBezTo>
                  <a:lnTo>
                    <a:pt x="123956" y="150052"/>
                  </a:lnTo>
                  <a:cubicBezTo>
                    <a:pt x="123956" y="157261"/>
                    <a:pt x="129795" y="163100"/>
                    <a:pt x="137004" y="163100"/>
                  </a:cubicBezTo>
                  <a:cubicBezTo>
                    <a:pt x="140592" y="163100"/>
                    <a:pt x="143854" y="161632"/>
                    <a:pt x="146236" y="159284"/>
                  </a:cubicBezTo>
                  <a:cubicBezTo>
                    <a:pt x="148584" y="156902"/>
                    <a:pt x="150052" y="153640"/>
                    <a:pt x="150052" y="150052"/>
                  </a:cubicBezTo>
                  <a:lnTo>
                    <a:pt x="150052" y="40417"/>
                  </a:lnTo>
                  <a:lnTo>
                    <a:pt x="143463" y="36437"/>
                  </a:lnTo>
                  <a:cubicBezTo>
                    <a:pt x="143137" y="36600"/>
                    <a:pt x="142811" y="36698"/>
                    <a:pt x="142484" y="36829"/>
                  </a:cubicBezTo>
                  <a:lnTo>
                    <a:pt x="140266" y="45669"/>
                  </a:lnTo>
                  <a:lnTo>
                    <a:pt x="120694" y="45669"/>
                  </a:lnTo>
                  <a:lnTo>
                    <a:pt x="118476" y="36829"/>
                  </a:lnTo>
                  <a:cubicBezTo>
                    <a:pt x="118150" y="36698"/>
                    <a:pt x="117824" y="36600"/>
                    <a:pt x="117498" y="36437"/>
                  </a:cubicBezTo>
                  <a:lnTo>
                    <a:pt x="109734" y="41134"/>
                  </a:lnTo>
                  <a:lnTo>
                    <a:pt x="95871" y="27271"/>
                  </a:lnTo>
                  <a:lnTo>
                    <a:pt x="100568" y="19508"/>
                  </a:lnTo>
                  <a:cubicBezTo>
                    <a:pt x="100405" y="19181"/>
                    <a:pt x="100307" y="18855"/>
                    <a:pt x="100176" y="18529"/>
                  </a:cubicBezTo>
                  <a:lnTo>
                    <a:pt x="91336" y="16311"/>
                  </a:lnTo>
                  <a:lnTo>
                    <a:pt x="9133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1"/>
            <p:cNvSpPr/>
            <p:nvPr/>
          </p:nvSpPr>
          <p:spPr>
            <a:xfrm>
              <a:off x="6075698" y="1066541"/>
              <a:ext cx="1796420" cy="463157"/>
            </a:xfrm>
            <a:custGeom>
              <a:avLst/>
              <a:gdLst/>
              <a:ahLst/>
              <a:cxnLst/>
              <a:rect l="l" t="t" r="r" b="b"/>
              <a:pathLst>
                <a:path w="101221" h="26097" extrusionOk="0">
                  <a:moveTo>
                    <a:pt x="1" y="1"/>
                  </a:moveTo>
                  <a:lnTo>
                    <a:pt x="1" y="26097"/>
                  </a:lnTo>
                  <a:lnTo>
                    <a:pt x="48931" y="26097"/>
                  </a:lnTo>
                  <a:lnTo>
                    <a:pt x="55455" y="19573"/>
                  </a:lnTo>
                  <a:lnTo>
                    <a:pt x="91336" y="19573"/>
                  </a:lnTo>
                  <a:lnTo>
                    <a:pt x="91336" y="16311"/>
                  </a:lnTo>
                  <a:lnTo>
                    <a:pt x="100176" y="14093"/>
                  </a:lnTo>
                  <a:cubicBezTo>
                    <a:pt x="100307" y="13767"/>
                    <a:pt x="100405" y="13440"/>
                    <a:pt x="100568" y="13114"/>
                  </a:cubicBezTo>
                  <a:lnTo>
                    <a:pt x="95871" y="5351"/>
                  </a:lnTo>
                  <a:lnTo>
                    <a:pt x="101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1"/>
            <p:cNvSpPr/>
            <p:nvPr/>
          </p:nvSpPr>
          <p:spPr>
            <a:xfrm>
              <a:off x="8044038" y="1182326"/>
              <a:ext cx="694726" cy="694726"/>
            </a:xfrm>
            <a:custGeom>
              <a:avLst/>
              <a:gdLst/>
              <a:ahLst/>
              <a:cxnLst/>
              <a:rect l="l" t="t" r="r" b="b"/>
              <a:pathLst>
                <a:path w="39145" h="39145" extrusionOk="0">
                  <a:moveTo>
                    <a:pt x="19572" y="13049"/>
                  </a:moveTo>
                  <a:cubicBezTo>
                    <a:pt x="23161" y="13049"/>
                    <a:pt x="26096" y="15985"/>
                    <a:pt x="26096" y="19573"/>
                  </a:cubicBezTo>
                  <a:cubicBezTo>
                    <a:pt x="26096" y="23161"/>
                    <a:pt x="23161" y="26097"/>
                    <a:pt x="19572" y="26097"/>
                  </a:cubicBezTo>
                  <a:cubicBezTo>
                    <a:pt x="15984" y="26097"/>
                    <a:pt x="13048" y="23161"/>
                    <a:pt x="13048" y="19573"/>
                  </a:cubicBezTo>
                  <a:cubicBezTo>
                    <a:pt x="13048" y="15985"/>
                    <a:pt x="15984" y="13049"/>
                    <a:pt x="19572" y="13049"/>
                  </a:cubicBezTo>
                  <a:close/>
                  <a:moveTo>
                    <a:pt x="19572" y="1"/>
                  </a:moveTo>
                  <a:cubicBezTo>
                    <a:pt x="8775" y="1"/>
                    <a:pt x="0" y="8776"/>
                    <a:pt x="0" y="19573"/>
                  </a:cubicBezTo>
                  <a:cubicBezTo>
                    <a:pt x="0" y="30370"/>
                    <a:pt x="8775" y="39145"/>
                    <a:pt x="19572" y="39145"/>
                  </a:cubicBezTo>
                  <a:cubicBezTo>
                    <a:pt x="30369" y="39145"/>
                    <a:pt x="39144" y="30370"/>
                    <a:pt x="39144" y="19573"/>
                  </a:cubicBezTo>
                  <a:cubicBezTo>
                    <a:pt x="39144" y="8776"/>
                    <a:pt x="30369" y="1"/>
                    <a:pt x="195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1"/>
            <p:cNvSpPr/>
            <p:nvPr/>
          </p:nvSpPr>
          <p:spPr>
            <a:xfrm>
              <a:off x="7696684" y="834972"/>
              <a:ext cx="1389434" cy="1389434"/>
            </a:xfrm>
            <a:custGeom>
              <a:avLst/>
              <a:gdLst/>
              <a:ahLst/>
              <a:cxnLst/>
              <a:rect l="l" t="t" r="r" b="b"/>
              <a:pathLst>
                <a:path w="78289" h="78289" extrusionOk="0">
                  <a:moveTo>
                    <a:pt x="39144" y="19573"/>
                  </a:moveTo>
                  <a:cubicBezTo>
                    <a:pt x="49941" y="19573"/>
                    <a:pt x="58716" y="28348"/>
                    <a:pt x="58716" y="39145"/>
                  </a:cubicBezTo>
                  <a:cubicBezTo>
                    <a:pt x="58716" y="49942"/>
                    <a:pt x="49941" y="58717"/>
                    <a:pt x="39144" y="58717"/>
                  </a:cubicBezTo>
                  <a:cubicBezTo>
                    <a:pt x="28347" y="58717"/>
                    <a:pt x="19572" y="49942"/>
                    <a:pt x="19572" y="39145"/>
                  </a:cubicBezTo>
                  <a:cubicBezTo>
                    <a:pt x="19572" y="28348"/>
                    <a:pt x="28347" y="19573"/>
                    <a:pt x="39144" y="19573"/>
                  </a:cubicBezTo>
                  <a:close/>
                  <a:moveTo>
                    <a:pt x="29358" y="1"/>
                  </a:moveTo>
                  <a:lnTo>
                    <a:pt x="27140" y="8841"/>
                  </a:lnTo>
                  <a:cubicBezTo>
                    <a:pt x="26814" y="8971"/>
                    <a:pt x="26488" y="9069"/>
                    <a:pt x="26162" y="9232"/>
                  </a:cubicBezTo>
                  <a:lnTo>
                    <a:pt x="18398" y="4535"/>
                  </a:lnTo>
                  <a:lnTo>
                    <a:pt x="9884" y="13049"/>
                  </a:lnTo>
                  <a:lnTo>
                    <a:pt x="4535" y="18399"/>
                  </a:lnTo>
                  <a:lnTo>
                    <a:pt x="9232" y="26162"/>
                  </a:lnTo>
                  <a:cubicBezTo>
                    <a:pt x="9069" y="26488"/>
                    <a:pt x="8971" y="26815"/>
                    <a:pt x="8840" y="27141"/>
                  </a:cubicBezTo>
                  <a:lnTo>
                    <a:pt x="0" y="29359"/>
                  </a:lnTo>
                  <a:lnTo>
                    <a:pt x="0" y="32621"/>
                  </a:lnTo>
                  <a:lnTo>
                    <a:pt x="0" y="48931"/>
                  </a:lnTo>
                  <a:lnTo>
                    <a:pt x="8840" y="51149"/>
                  </a:lnTo>
                  <a:cubicBezTo>
                    <a:pt x="8971" y="51475"/>
                    <a:pt x="9069" y="51801"/>
                    <a:pt x="9232" y="52128"/>
                  </a:cubicBezTo>
                  <a:lnTo>
                    <a:pt x="4535" y="59891"/>
                  </a:lnTo>
                  <a:lnTo>
                    <a:pt x="18398" y="73754"/>
                  </a:lnTo>
                  <a:lnTo>
                    <a:pt x="26162" y="69057"/>
                  </a:lnTo>
                  <a:cubicBezTo>
                    <a:pt x="26488" y="69220"/>
                    <a:pt x="26814" y="69318"/>
                    <a:pt x="27140" y="69449"/>
                  </a:cubicBezTo>
                  <a:lnTo>
                    <a:pt x="29358" y="78289"/>
                  </a:lnTo>
                  <a:lnTo>
                    <a:pt x="48930" y="78289"/>
                  </a:lnTo>
                  <a:lnTo>
                    <a:pt x="51148" y="69449"/>
                  </a:lnTo>
                  <a:cubicBezTo>
                    <a:pt x="51475" y="69318"/>
                    <a:pt x="51801" y="69220"/>
                    <a:pt x="52127" y="69057"/>
                  </a:cubicBezTo>
                  <a:lnTo>
                    <a:pt x="58716" y="73037"/>
                  </a:lnTo>
                  <a:lnTo>
                    <a:pt x="59891" y="73754"/>
                  </a:lnTo>
                  <a:lnTo>
                    <a:pt x="73754" y="59891"/>
                  </a:lnTo>
                  <a:lnTo>
                    <a:pt x="69057" y="52128"/>
                  </a:lnTo>
                  <a:cubicBezTo>
                    <a:pt x="69220" y="51801"/>
                    <a:pt x="69318" y="51475"/>
                    <a:pt x="69448" y="51149"/>
                  </a:cubicBezTo>
                  <a:lnTo>
                    <a:pt x="78288" y="48931"/>
                  </a:lnTo>
                  <a:lnTo>
                    <a:pt x="78288" y="29359"/>
                  </a:lnTo>
                  <a:lnTo>
                    <a:pt x="69448" y="27141"/>
                  </a:lnTo>
                  <a:cubicBezTo>
                    <a:pt x="69318" y="26815"/>
                    <a:pt x="69220" y="26488"/>
                    <a:pt x="69057" y="26162"/>
                  </a:cubicBezTo>
                  <a:lnTo>
                    <a:pt x="73754" y="18399"/>
                  </a:lnTo>
                  <a:lnTo>
                    <a:pt x="59891" y="4535"/>
                  </a:lnTo>
                  <a:lnTo>
                    <a:pt x="52127" y="9232"/>
                  </a:lnTo>
                  <a:cubicBezTo>
                    <a:pt x="51801" y="9069"/>
                    <a:pt x="51475" y="8971"/>
                    <a:pt x="51148" y="8841"/>
                  </a:cubicBezTo>
                  <a:lnTo>
                    <a:pt x="489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1"/>
            <p:cNvSpPr/>
            <p:nvPr/>
          </p:nvSpPr>
          <p:spPr>
            <a:xfrm>
              <a:off x="6249375" y="1240218"/>
              <a:ext cx="115802" cy="115802"/>
            </a:xfrm>
            <a:custGeom>
              <a:avLst/>
              <a:gdLst/>
              <a:ahLst/>
              <a:cxnLst/>
              <a:rect l="l" t="t" r="r" b="b"/>
              <a:pathLst>
                <a:path w="6525" h="6525" extrusionOk="0">
                  <a:moveTo>
                    <a:pt x="1" y="1"/>
                  </a:moveTo>
                  <a:lnTo>
                    <a:pt x="1" y="6525"/>
                  </a:lnTo>
                  <a:lnTo>
                    <a:pt x="6525" y="6525"/>
                  </a:lnTo>
                  <a:lnTo>
                    <a:pt x="65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1"/>
            <p:cNvSpPr/>
            <p:nvPr/>
          </p:nvSpPr>
          <p:spPr>
            <a:xfrm>
              <a:off x="6712514" y="1240218"/>
              <a:ext cx="115802" cy="115802"/>
            </a:xfrm>
            <a:custGeom>
              <a:avLst/>
              <a:gdLst/>
              <a:ahLst/>
              <a:cxnLst/>
              <a:rect l="l" t="t" r="r" b="b"/>
              <a:pathLst>
                <a:path w="6525" h="6525" extrusionOk="0">
                  <a:moveTo>
                    <a:pt x="1" y="1"/>
                  </a:moveTo>
                  <a:lnTo>
                    <a:pt x="1" y="6525"/>
                  </a:lnTo>
                  <a:lnTo>
                    <a:pt x="6525" y="6525"/>
                  </a:lnTo>
                  <a:lnTo>
                    <a:pt x="65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1"/>
            <p:cNvSpPr/>
            <p:nvPr/>
          </p:nvSpPr>
          <p:spPr>
            <a:xfrm>
              <a:off x="6480945" y="1240218"/>
              <a:ext cx="115802" cy="115802"/>
            </a:xfrm>
            <a:custGeom>
              <a:avLst/>
              <a:gdLst/>
              <a:ahLst/>
              <a:cxnLst/>
              <a:rect l="l" t="t" r="r" b="b"/>
              <a:pathLst>
                <a:path w="6525" h="6525" extrusionOk="0">
                  <a:moveTo>
                    <a:pt x="1" y="1"/>
                  </a:moveTo>
                  <a:lnTo>
                    <a:pt x="1" y="6525"/>
                  </a:lnTo>
                  <a:lnTo>
                    <a:pt x="6525" y="6525"/>
                  </a:lnTo>
                  <a:lnTo>
                    <a:pt x="65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1"/>
            <p:cNvSpPr/>
            <p:nvPr/>
          </p:nvSpPr>
          <p:spPr>
            <a:xfrm>
              <a:off x="7986146" y="1124433"/>
              <a:ext cx="810511" cy="810511"/>
            </a:xfrm>
            <a:custGeom>
              <a:avLst/>
              <a:gdLst/>
              <a:ahLst/>
              <a:cxnLst/>
              <a:rect l="l" t="t" r="r" b="b"/>
              <a:pathLst>
                <a:path w="45669" h="45669" extrusionOk="0">
                  <a:moveTo>
                    <a:pt x="22834" y="6525"/>
                  </a:moveTo>
                  <a:cubicBezTo>
                    <a:pt x="31837" y="6525"/>
                    <a:pt x="39144" y="13832"/>
                    <a:pt x="39144" y="22835"/>
                  </a:cubicBezTo>
                  <a:cubicBezTo>
                    <a:pt x="39144" y="31838"/>
                    <a:pt x="31837" y="39145"/>
                    <a:pt x="22834" y="39145"/>
                  </a:cubicBezTo>
                  <a:cubicBezTo>
                    <a:pt x="13831" y="39145"/>
                    <a:pt x="6524" y="31838"/>
                    <a:pt x="6524" y="22835"/>
                  </a:cubicBezTo>
                  <a:cubicBezTo>
                    <a:pt x="6524" y="13832"/>
                    <a:pt x="13831" y="6525"/>
                    <a:pt x="22834" y="6525"/>
                  </a:cubicBezTo>
                  <a:close/>
                  <a:moveTo>
                    <a:pt x="22834" y="1"/>
                  </a:moveTo>
                  <a:cubicBezTo>
                    <a:pt x="10243" y="1"/>
                    <a:pt x="0" y="10244"/>
                    <a:pt x="0" y="22835"/>
                  </a:cubicBezTo>
                  <a:cubicBezTo>
                    <a:pt x="0" y="35426"/>
                    <a:pt x="10243" y="45669"/>
                    <a:pt x="22834" y="45669"/>
                  </a:cubicBezTo>
                  <a:cubicBezTo>
                    <a:pt x="35426" y="45669"/>
                    <a:pt x="45668" y="35426"/>
                    <a:pt x="45668" y="22835"/>
                  </a:cubicBezTo>
                  <a:cubicBezTo>
                    <a:pt x="45668" y="10244"/>
                    <a:pt x="35426" y="1"/>
                    <a:pt x="22834" y="1"/>
                  </a:cubicBezTo>
                  <a:close/>
                </a:path>
              </a:pathLst>
            </a:custGeom>
            <a:solidFill>
              <a:srgbClr val="26A2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1"/>
            <p:cNvSpPr/>
            <p:nvPr/>
          </p:nvSpPr>
          <p:spPr>
            <a:xfrm>
              <a:off x="6249375" y="2745419"/>
              <a:ext cx="115802" cy="115802"/>
            </a:xfrm>
            <a:custGeom>
              <a:avLst/>
              <a:gdLst/>
              <a:ahLst/>
              <a:cxnLst/>
              <a:rect l="l" t="t" r="r" b="b"/>
              <a:pathLst>
                <a:path w="6525" h="6525" extrusionOk="0">
                  <a:moveTo>
                    <a:pt x="1" y="1"/>
                  </a:moveTo>
                  <a:lnTo>
                    <a:pt x="1" y="6524"/>
                  </a:lnTo>
                  <a:lnTo>
                    <a:pt x="6525" y="6524"/>
                  </a:lnTo>
                  <a:lnTo>
                    <a:pt x="6525" y="1"/>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1"/>
            <p:cNvSpPr/>
            <p:nvPr/>
          </p:nvSpPr>
          <p:spPr>
            <a:xfrm>
              <a:off x="6017806" y="2745419"/>
              <a:ext cx="115802" cy="115802"/>
            </a:xfrm>
            <a:custGeom>
              <a:avLst/>
              <a:gdLst/>
              <a:ahLst/>
              <a:cxnLst/>
              <a:rect l="l" t="t" r="r" b="b"/>
              <a:pathLst>
                <a:path w="6525" h="6525" extrusionOk="0">
                  <a:moveTo>
                    <a:pt x="1" y="1"/>
                  </a:moveTo>
                  <a:lnTo>
                    <a:pt x="1" y="6524"/>
                  </a:lnTo>
                  <a:lnTo>
                    <a:pt x="6525" y="6524"/>
                  </a:lnTo>
                  <a:lnTo>
                    <a:pt x="6525" y="1"/>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1"/>
            <p:cNvSpPr/>
            <p:nvPr/>
          </p:nvSpPr>
          <p:spPr>
            <a:xfrm>
              <a:off x="5786237" y="2745419"/>
              <a:ext cx="115802" cy="115802"/>
            </a:xfrm>
            <a:custGeom>
              <a:avLst/>
              <a:gdLst/>
              <a:ahLst/>
              <a:cxnLst/>
              <a:rect l="l" t="t" r="r" b="b"/>
              <a:pathLst>
                <a:path w="6525" h="6525" extrusionOk="0">
                  <a:moveTo>
                    <a:pt x="1" y="1"/>
                  </a:moveTo>
                  <a:lnTo>
                    <a:pt x="1" y="6524"/>
                  </a:lnTo>
                  <a:lnTo>
                    <a:pt x="6525" y="6524"/>
                  </a:lnTo>
                  <a:lnTo>
                    <a:pt x="6525" y="1"/>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1"/>
            <p:cNvSpPr/>
            <p:nvPr/>
          </p:nvSpPr>
          <p:spPr>
            <a:xfrm>
              <a:off x="6210597" y="1714946"/>
              <a:ext cx="362990" cy="439996"/>
            </a:xfrm>
            <a:custGeom>
              <a:avLst/>
              <a:gdLst/>
              <a:ahLst/>
              <a:cxnLst/>
              <a:rect l="l" t="t" r="r" b="b"/>
              <a:pathLst>
                <a:path w="20453" h="24792" extrusionOk="0">
                  <a:moveTo>
                    <a:pt x="16539" y="0"/>
                  </a:moveTo>
                  <a:lnTo>
                    <a:pt x="0" y="12396"/>
                  </a:lnTo>
                  <a:lnTo>
                    <a:pt x="16539" y="24791"/>
                  </a:lnTo>
                  <a:lnTo>
                    <a:pt x="20453" y="19572"/>
                  </a:lnTo>
                  <a:lnTo>
                    <a:pt x="10895" y="12396"/>
                  </a:lnTo>
                  <a:lnTo>
                    <a:pt x="20453" y="5219"/>
                  </a:lnTo>
                  <a:lnTo>
                    <a:pt x="16539" y="0"/>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1"/>
            <p:cNvSpPr/>
            <p:nvPr/>
          </p:nvSpPr>
          <p:spPr>
            <a:xfrm>
              <a:off x="7719844" y="2178085"/>
              <a:ext cx="362990" cy="439996"/>
            </a:xfrm>
            <a:custGeom>
              <a:avLst/>
              <a:gdLst/>
              <a:ahLst/>
              <a:cxnLst/>
              <a:rect l="l" t="t" r="r" b="b"/>
              <a:pathLst>
                <a:path w="20453" h="24792" extrusionOk="0">
                  <a:moveTo>
                    <a:pt x="3915" y="0"/>
                  </a:moveTo>
                  <a:lnTo>
                    <a:pt x="0" y="5219"/>
                  </a:lnTo>
                  <a:lnTo>
                    <a:pt x="9558" y="12396"/>
                  </a:lnTo>
                  <a:lnTo>
                    <a:pt x="0" y="19572"/>
                  </a:lnTo>
                  <a:lnTo>
                    <a:pt x="3915" y="24791"/>
                  </a:lnTo>
                  <a:lnTo>
                    <a:pt x="20453" y="12396"/>
                  </a:lnTo>
                  <a:lnTo>
                    <a:pt x="3915" y="0"/>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1"/>
            <p:cNvSpPr/>
            <p:nvPr/>
          </p:nvSpPr>
          <p:spPr>
            <a:xfrm>
              <a:off x="6712514" y="1703357"/>
              <a:ext cx="810511" cy="115802"/>
            </a:xfrm>
            <a:custGeom>
              <a:avLst/>
              <a:gdLst/>
              <a:ahLst/>
              <a:cxnLst/>
              <a:rect l="l" t="t" r="r" b="b"/>
              <a:pathLst>
                <a:path w="45669" h="6525" extrusionOk="0">
                  <a:moveTo>
                    <a:pt x="1" y="1"/>
                  </a:moveTo>
                  <a:lnTo>
                    <a:pt x="1" y="6525"/>
                  </a:lnTo>
                  <a:lnTo>
                    <a:pt x="45669" y="6525"/>
                  </a:lnTo>
                  <a:lnTo>
                    <a:pt x="45669" y="1"/>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1"/>
            <p:cNvSpPr/>
            <p:nvPr/>
          </p:nvSpPr>
          <p:spPr>
            <a:xfrm>
              <a:off x="6712514" y="1934926"/>
              <a:ext cx="810511" cy="115802"/>
            </a:xfrm>
            <a:custGeom>
              <a:avLst/>
              <a:gdLst/>
              <a:ahLst/>
              <a:cxnLst/>
              <a:rect l="l" t="t" r="r" b="b"/>
              <a:pathLst>
                <a:path w="45669" h="6525" extrusionOk="0">
                  <a:moveTo>
                    <a:pt x="1" y="1"/>
                  </a:moveTo>
                  <a:lnTo>
                    <a:pt x="1" y="6525"/>
                  </a:lnTo>
                  <a:lnTo>
                    <a:pt x="45669" y="6525"/>
                  </a:lnTo>
                  <a:lnTo>
                    <a:pt x="45669" y="1"/>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1"/>
            <p:cNvSpPr/>
            <p:nvPr/>
          </p:nvSpPr>
          <p:spPr>
            <a:xfrm>
              <a:off x="6712514" y="2166496"/>
              <a:ext cx="810511" cy="115802"/>
            </a:xfrm>
            <a:custGeom>
              <a:avLst/>
              <a:gdLst/>
              <a:ahLst/>
              <a:cxnLst/>
              <a:rect l="l" t="t" r="r" b="b"/>
              <a:pathLst>
                <a:path w="45669" h="6525" extrusionOk="0">
                  <a:moveTo>
                    <a:pt x="1" y="1"/>
                  </a:moveTo>
                  <a:lnTo>
                    <a:pt x="1" y="6525"/>
                  </a:lnTo>
                  <a:lnTo>
                    <a:pt x="45669" y="6525"/>
                  </a:lnTo>
                  <a:lnTo>
                    <a:pt x="45669" y="1"/>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1"/>
            <p:cNvSpPr/>
            <p:nvPr/>
          </p:nvSpPr>
          <p:spPr>
            <a:xfrm>
              <a:off x="6712514" y="2398065"/>
              <a:ext cx="578941" cy="115802"/>
            </a:xfrm>
            <a:custGeom>
              <a:avLst/>
              <a:gdLst/>
              <a:ahLst/>
              <a:cxnLst/>
              <a:rect l="l" t="t" r="r" b="b"/>
              <a:pathLst>
                <a:path w="32621" h="6525" extrusionOk="0">
                  <a:moveTo>
                    <a:pt x="1" y="1"/>
                  </a:moveTo>
                  <a:lnTo>
                    <a:pt x="1" y="6525"/>
                  </a:lnTo>
                  <a:lnTo>
                    <a:pt x="32621" y="6525"/>
                  </a:lnTo>
                  <a:lnTo>
                    <a:pt x="32621" y="1"/>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1"/>
            <p:cNvSpPr/>
            <p:nvPr/>
          </p:nvSpPr>
          <p:spPr>
            <a:xfrm>
              <a:off x="7407222" y="2398065"/>
              <a:ext cx="115802" cy="115802"/>
            </a:xfrm>
            <a:custGeom>
              <a:avLst/>
              <a:gdLst/>
              <a:ahLst/>
              <a:cxnLst/>
              <a:rect l="l" t="t" r="r" b="b"/>
              <a:pathLst>
                <a:path w="6525" h="6525" extrusionOk="0">
                  <a:moveTo>
                    <a:pt x="1" y="1"/>
                  </a:moveTo>
                  <a:lnTo>
                    <a:pt x="1" y="6525"/>
                  </a:lnTo>
                  <a:lnTo>
                    <a:pt x="6525" y="6525"/>
                  </a:lnTo>
                  <a:lnTo>
                    <a:pt x="6525" y="1"/>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1"/>
            <p:cNvSpPr/>
            <p:nvPr/>
          </p:nvSpPr>
          <p:spPr>
            <a:xfrm>
              <a:off x="7138596" y="3337653"/>
              <a:ext cx="474746" cy="668087"/>
            </a:xfrm>
            <a:custGeom>
              <a:avLst/>
              <a:gdLst/>
              <a:ahLst/>
              <a:cxnLst/>
              <a:rect l="l" t="t" r="r" b="b"/>
              <a:pathLst>
                <a:path w="26750" h="37644" extrusionOk="0">
                  <a:moveTo>
                    <a:pt x="4176" y="1"/>
                  </a:moveTo>
                  <a:lnTo>
                    <a:pt x="1" y="5024"/>
                  </a:lnTo>
                  <a:lnTo>
                    <a:pt x="16572" y="18822"/>
                  </a:lnTo>
                  <a:lnTo>
                    <a:pt x="1" y="32621"/>
                  </a:lnTo>
                  <a:lnTo>
                    <a:pt x="4176" y="37644"/>
                  </a:lnTo>
                  <a:lnTo>
                    <a:pt x="26749" y="18822"/>
                  </a:lnTo>
                  <a:lnTo>
                    <a:pt x="4176" y="1"/>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1"/>
            <p:cNvSpPr/>
            <p:nvPr/>
          </p:nvSpPr>
          <p:spPr>
            <a:xfrm>
              <a:off x="6274861" y="3337653"/>
              <a:ext cx="474728" cy="668087"/>
            </a:xfrm>
            <a:custGeom>
              <a:avLst/>
              <a:gdLst/>
              <a:ahLst/>
              <a:cxnLst/>
              <a:rect l="l" t="t" r="r" b="b"/>
              <a:pathLst>
                <a:path w="26749" h="37644" extrusionOk="0">
                  <a:moveTo>
                    <a:pt x="22573" y="1"/>
                  </a:moveTo>
                  <a:lnTo>
                    <a:pt x="0" y="18822"/>
                  </a:lnTo>
                  <a:lnTo>
                    <a:pt x="22573" y="37644"/>
                  </a:lnTo>
                  <a:lnTo>
                    <a:pt x="26748" y="32621"/>
                  </a:lnTo>
                  <a:lnTo>
                    <a:pt x="10177" y="18822"/>
                  </a:lnTo>
                  <a:lnTo>
                    <a:pt x="26748" y="5024"/>
                  </a:lnTo>
                  <a:lnTo>
                    <a:pt x="22573" y="1"/>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1"/>
            <p:cNvSpPr/>
            <p:nvPr/>
          </p:nvSpPr>
          <p:spPr>
            <a:xfrm>
              <a:off x="6771560" y="3194662"/>
              <a:ext cx="343325" cy="954088"/>
            </a:xfrm>
            <a:custGeom>
              <a:avLst/>
              <a:gdLst/>
              <a:ahLst/>
              <a:cxnLst/>
              <a:rect l="l" t="t" r="r" b="b"/>
              <a:pathLst>
                <a:path w="19345" h="53759" extrusionOk="0">
                  <a:moveTo>
                    <a:pt x="13016" y="1"/>
                  </a:moveTo>
                  <a:lnTo>
                    <a:pt x="1" y="52160"/>
                  </a:lnTo>
                  <a:lnTo>
                    <a:pt x="6329" y="53758"/>
                  </a:lnTo>
                  <a:lnTo>
                    <a:pt x="19345" y="1566"/>
                  </a:lnTo>
                  <a:lnTo>
                    <a:pt x="13016" y="1"/>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1"/>
            <p:cNvSpPr/>
            <p:nvPr/>
          </p:nvSpPr>
          <p:spPr>
            <a:xfrm>
              <a:off x="5786237" y="3671697"/>
              <a:ext cx="115802" cy="115802"/>
            </a:xfrm>
            <a:custGeom>
              <a:avLst/>
              <a:gdLst/>
              <a:ahLst/>
              <a:cxnLst/>
              <a:rect l="l" t="t" r="r" b="b"/>
              <a:pathLst>
                <a:path w="6525" h="6525" extrusionOk="0">
                  <a:moveTo>
                    <a:pt x="1" y="0"/>
                  </a:moveTo>
                  <a:lnTo>
                    <a:pt x="1" y="6524"/>
                  </a:lnTo>
                  <a:lnTo>
                    <a:pt x="6525" y="6524"/>
                  </a:lnTo>
                  <a:lnTo>
                    <a:pt x="6525" y="0"/>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1"/>
            <p:cNvSpPr/>
            <p:nvPr/>
          </p:nvSpPr>
          <p:spPr>
            <a:xfrm>
              <a:off x="5786237" y="3208558"/>
              <a:ext cx="115802" cy="115802"/>
            </a:xfrm>
            <a:custGeom>
              <a:avLst/>
              <a:gdLst/>
              <a:ahLst/>
              <a:cxnLst/>
              <a:rect l="l" t="t" r="r" b="b"/>
              <a:pathLst>
                <a:path w="6525" h="6525" extrusionOk="0">
                  <a:moveTo>
                    <a:pt x="1" y="0"/>
                  </a:moveTo>
                  <a:lnTo>
                    <a:pt x="1" y="6524"/>
                  </a:lnTo>
                  <a:lnTo>
                    <a:pt x="6525" y="6524"/>
                  </a:lnTo>
                  <a:lnTo>
                    <a:pt x="6525" y="0"/>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1"/>
            <p:cNvSpPr/>
            <p:nvPr/>
          </p:nvSpPr>
          <p:spPr>
            <a:xfrm>
              <a:off x="5786237" y="3440127"/>
              <a:ext cx="115802" cy="115802"/>
            </a:xfrm>
            <a:custGeom>
              <a:avLst/>
              <a:gdLst/>
              <a:ahLst/>
              <a:cxnLst/>
              <a:rect l="l" t="t" r="r" b="b"/>
              <a:pathLst>
                <a:path w="6525" h="6525" extrusionOk="0">
                  <a:moveTo>
                    <a:pt x="1" y="0"/>
                  </a:moveTo>
                  <a:lnTo>
                    <a:pt x="1" y="6524"/>
                  </a:lnTo>
                  <a:lnTo>
                    <a:pt x="6525" y="6524"/>
                  </a:lnTo>
                  <a:lnTo>
                    <a:pt x="6525" y="0"/>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1"/>
            <p:cNvSpPr/>
            <p:nvPr/>
          </p:nvSpPr>
          <p:spPr>
            <a:xfrm>
              <a:off x="7986146" y="4019051"/>
              <a:ext cx="115802" cy="115802"/>
            </a:xfrm>
            <a:custGeom>
              <a:avLst/>
              <a:gdLst/>
              <a:ahLst/>
              <a:cxnLst/>
              <a:rect l="l" t="t" r="r" b="b"/>
              <a:pathLst>
                <a:path w="6525" h="6525" extrusionOk="0">
                  <a:moveTo>
                    <a:pt x="0" y="0"/>
                  </a:moveTo>
                  <a:lnTo>
                    <a:pt x="0" y="6524"/>
                  </a:lnTo>
                  <a:lnTo>
                    <a:pt x="6524" y="6524"/>
                  </a:lnTo>
                  <a:lnTo>
                    <a:pt x="6524" y="0"/>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1"/>
            <p:cNvSpPr/>
            <p:nvPr/>
          </p:nvSpPr>
          <p:spPr>
            <a:xfrm>
              <a:off x="7986146" y="3555912"/>
              <a:ext cx="115802" cy="115802"/>
            </a:xfrm>
            <a:custGeom>
              <a:avLst/>
              <a:gdLst/>
              <a:ahLst/>
              <a:cxnLst/>
              <a:rect l="l" t="t" r="r" b="b"/>
              <a:pathLst>
                <a:path w="6525" h="6525" extrusionOk="0">
                  <a:moveTo>
                    <a:pt x="0" y="0"/>
                  </a:moveTo>
                  <a:lnTo>
                    <a:pt x="0" y="6524"/>
                  </a:lnTo>
                  <a:lnTo>
                    <a:pt x="6524" y="6524"/>
                  </a:lnTo>
                  <a:lnTo>
                    <a:pt x="6524" y="0"/>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1"/>
            <p:cNvSpPr/>
            <p:nvPr/>
          </p:nvSpPr>
          <p:spPr>
            <a:xfrm>
              <a:off x="7986146" y="3787481"/>
              <a:ext cx="115802" cy="115802"/>
            </a:xfrm>
            <a:custGeom>
              <a:avLst/>
              <a:gdLst/>
              <a:ahLst/>
              <a:cxnLst/>
              <a:rect l="l" t="t" r="r" b="b"/>
              <a:pathLst>
                <a:path w="6525" h="6525" extrusionOk="0">
                  <a:moveTo>
                    <a:pt x="0" y="0"/>
                  </a:moveTo>
                  <a:lnTo>
                    <a:pt x="0" y="6524"/>
                  </a:lnTo>
                  <a:lnTo>
                    <a:pt x="6524" y="6524"/>
                  </a:lnTo>
                  <a:lnTo>
                    <a:pt x="6524" y="0"/>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1"/>
            <p:cNvSpPr/>
            <p:nvPr/>
          </p:nvSpPr>
          <p:spPr>
            <a:xfrm>
              <a:off x="8449284" y="3787481"/>
              <a:ext cx="115802" cy="115802"/>
            </a:xfrm>
            <a:custGeom>
              <a:avLst/>
              <a:gdLst/>
              <a:ahLst/>
              <a:cxnLst/>
              <a:rect l="l" t="t" r="r" b="b"/>
              <a:pathLst>
                <a:path w="6525" h="6525" extrusionOk="0">
                  <a:moveTo>
                    <a:pt x="0" y="0"/>
                  </a:moveTo>
                  <a:lnTo>
                    <a:pt x="0" y="6524"/>
                  </a:lnTo>
                  <a:lnTo>
                    <a:pt x="6524" y="6524"/>
                  </a:lnTo>
                  <a:lnTo>
                    <a:pt x="6524" y="0"/>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1"/>
            <p:cNvSpPr/>
            <p:nvPr/>
          </p:nvSpPr>
          <p:spPr>
            <a:xfrm>
              <a:off x="8449284" y="4019051"/>
              <a:ext cx="115802" cy="115802"/>
            </a:xfrm>
            <a:custGeom>
              <a:avLst/>
              <a:gdLst/>
              <a:ahLst/>
              <a:cxnLst/>
              <a:rect l="l" t="t" r="r" b="b"/>
              <a:pathLst>
                <a:path w="6525" h="6525" extrusionOk="0">
                  <a:moveTo>
                    <a:pt x="0" y="0"/>
                  </a:moveTo>
                  <a:lnTo>
                    <a:pt x="0" y="6524"/>
                  </a:lnTo>
                  <a:lnTo>
                    <a:pt x="6524" y="6524"/>
                  </a:lnTo>
                  <a:lnTo>
                    <a:pt x="6524" y="0"/>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1"/>
            <p:cNvSpPr/>
            <p:nvPr/>
          </p:nvSpPr>
          <p:spPr>
            <a:xfrm>
              <a:off x="8449284" y="3555912"/>
              <a:ext cx="115802" cy="115802"/>
            </a:xfrm>
            <a:custGeom>
              <a:avLst/>
              <a:gdLst/>
              <a:ahLst/>
              <a:cxnLst/>
              <a:rect l="l" t="t" r="r" b="b"/>
              <a:pathLst>
                <a:path w="6525" h="6525" extrusionOk="0">
                  <a:moveTo>
                    <a:pt x="0" y="0"/>
                  </a:moveTo>
                  <a:lnTo>
                    <a:pt x="0" y="6524"/>
                  </a:lnTo>
                  <a:lnTo>
                    <a:pt x="6524" y="6524"/>
                  </a:lnTo>
                  <a:lnTo>
                    <a:pt x="6524" y="0"/>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99"/>
        <p:cNvGrpSpPr/>
        <p:nvPr/>
      </p:nvGrpSpPr>
      <p:grpSpPr>
        <a:xfrm>
          <a:off x="0" y="0"/>
          <a:ext cx="0" cy="0"/>
          <a:chOff x="0" y="0"/>
          <a:chExt cx="0" cy="0"/>
        </a:xfrm>
      </p:grpSpPr>
      <p:sp>
        <p:nvSpPr>
          <p:cNvPr id="800" name="Google Shape;800;p32"/>
          <p:cNvSpPr txBox="1">
            <a:spLocks noGrp="1"/>
          </p:cNvSpPr>
          <p:nvPr>
            <p:ph type="title"/>
          </p:nvPr>
        </p:nvSpPr>
        <p:spPr>
          <a:xfrm>
            <a:off x="720000" y="768000"/>
            <a:ext cx="7704000" cy="360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i="1" dirty="0"/>
              <a:t>HTML: HyperText Markup Language</a:t>
            </a:r>
            <a:endParaRPr b="1" i="1" dirty="0"/>
          </a:p>
          <a:p>
            <a:pPr marL="0" lvl="0" indent="0" algn="ctr" rtl="0">
              <a:spcBef>
                <a:spcPts val="0"/>
              </a:spcBef>
              <a:spcAft>
                <a:spcPts val="0"/>
              </a:spcAft>
              <a:buNone/>
            </a:pPr>
            <a:endParaRPr i="1" dirty="0"/>
          </a:p>
          <a:p>
            <a:pPr marL="0" lvl="0" indent="0" algn="ctr" rtl="0">
              <a:spcBef>
                <a:spcPts val="0"/>
              </a:spcBef>
              <a:spcAft>
                <a:spcPts val="0"/>
              </a:spcAft>
              <a:buNone/>
            </a:pPr>
            <a:r>
              <a:rPr lang="en" dirty="0"/>
              <a:t>HTML es el lenguaje con el que se escriben las páginas web. </a:t>
            </a: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en" dirty="0"/>
              <a:t>Código que se utiliza para estructurar y constituir una página web y sus contenidos.</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804"/>
        <p:cNvGrpSpPr/>
        <p:nvPr/>
      </p:nvGrpSpPr>
      <p:grpSpPr>
        <a:xfrm>
          <a:off x="0" y="0"/>
          <a:ext cx="0" cy="0"/>
          <a:chOff x="0" y="0"/>
          <a:chExt cx="0" cy="0"/>
        </a:xfrm>
      </p:grpSpPr>
      <p:sp>
        <p:nvSpPr>
          <p:cNvPr id="805" name="Google Shape;805;p33"/>
          <p:cNvSpPr txBox="1">
            <a:spLocks noGrp="1"/>
          </p:cNvSpPr>
          <p:nvPr>
            <p:ph type="title"/>
          </p:nvPr>
        </p:nvSpPr>
        <p:spPr>
          <a:xfrm>
            <a:off x="720000" y="768000"/>
            <a:ext cx="7704000" cy="360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HTML</a:t>
            </a:r>
            <a:endParaRPr/>
          </a:p>
          <a:p>
            <a:pPr marL="0" lvl="0" indent="0" algn="ctr" rtl="0">
              <a:spcBef>
                <a:spcPts val="0"/>
              </a:spcBef>
              <a:spcAft>
                <a:spcPts val="0"/>
              </a:spcAft>
              <a:buNone/>
            </a:pPr>
            <a:endParaRPr/>
          </a:p>
          <a:p>
            <a:pPr marL="0" lvl="0" indent="0" algn="ctr" rtl="0">
              <a:spcBef>
                <a:spcPts val="0"/>
              </a:spcBef>
              <a:spcAft>
                <a:spcPts val="0"/>
              </a:spcAft>
              <a:buNone/>
            </a:pPr>
            <a:r>
              <a:rPr lang="en" sz="2200"/>
              <a:t>Es un estándar a cargo del World Wide Web Consortium (W3C) o Consorcio WWW, organización dedicada a la estandarización de casi todas las tecnologías ligadas a la web, sobre todo en lo referente a su escritura e interpretación.</a:t>
            </a:r>
            <a:endParaRPr sz="2200"/>
          </a:p>
          <a:p>
            <a:pPr marL="0" lvl="0" indent="0" algn="ctr" rtl="0">
              <a:spcBef>
                <a:spcPts val="0"/>
              </a:spcBef>
              <a:spcAft>
                <a:spcPts val="0"/>
              </a:spcAft>
              <a:buNone/>
            </a:pPr>
            <a:endParaRPr sz="2200"/>
          </a:p>
          <a:p>
            <a:pPr marL="0" lvl="0" indent="0" algn="ctr" rtl="0">
              <a:spcBef>
                <a:spcPts val="0"/>
              </a:spcBef>
              <a:spcAft>
                <a:spcPts val="0"/>
              </a:spcAft>
              <a:buNone/>
            </a:pPr>
            <a:r>
              <a:rPr lang="en" sz="2200"/>
              <a:t>Acuñado por Tim Berners-Lee en 1991.</a:t>
            </a:r>
            <a:endParaRPr sz="2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809"/>
        <p:cNvGrpSpPr/>
        <p:nvPr/>
      </p:nvGrpSpPr>
      <p:grpSpPr>
        <a:xfrm>
          <a:off x="0" y="0"/>
          <a:ext cx="0" cy="0"/>
          <a:chOff x="0" y="0"/>
          <a:chExt cx="0" cy="0"/>
        </a:xfrm>
      </p:grpSpPr>
      <p:sp>
        <p:nvSpPr>
          <p:cNvPr id="810" name="Google Shape;810;p34"/>
          <p:cNvSpPr txBox="1">
            <a:spLocks noGrp="1"/>
          </p:cNvSpPr>
          <p:nvPr>
            <p:ph type="title"/>
          </p:nvPr>
        </p:nvSpPr>
        <p:spPr>
          <a:xfrm>
            <a:off x="1052800" y="1689450"/>
            <a:ext cx="2617200" cy="877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Mucha gente confunde (erróneamente) internet y la Web</a:t>
            </a:r>
            <a:endParaRPr/>
          </a:p>
        </p:txBody>
      </p:sp>
      <p:sp>
        <p:nvSpPr>
          <p:cNvPr id="811" name="Google Shape;811;p34"/>
          <p:cNvSpPr txBox="1">
            <a:spLocks noGrp="1"/>
          </p:cNvSpPr>
          <p:nvPr>
            <p:ph type="body" idx="2"/>
          </p:nvPr>
        </p:nvSpPr>
        <p:spPr>
          <a:xfrm>
            <a:off x="4001475" y="1440000"/>
            <a:ext cx="4422600" cy="22635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endParaRPr dirty="0"/>
          </a:p>
          <a:p>
            <a:pPr marL="0" lvl="0" indent="0" algn="just" rtl="0">
              <a:spcBef>
                <a:spcPts val="0"/>
              </a:spcBef>
              <a:spcAft>
                <a:spcPts val="0"/>
              </a:spcAft>
              <a:buClr>
                <a:schemeClr val="dk1"/>
              </a:buClr>
              <a:buSzPts val="1100"/>
              <a:buFont typeface="Arial"/>
              <a:buNone/>
            </a:pPr>
            <a:endParaRPr dirty="0"/>
          </a:p>
          <a:p>
            <a:pPr marL="457200" lvl="0" indent="-317500" algn="just" rtl="0">
              <a:spcBef>
                <a:spcPts val="0"/>
              </a:spcBef>
              <a:spcAft>
                <a:spcPts val="0"/>
              </a:spcAft>
              <a:buSzPts val="1400"/>
              <a:buChar char="●"/>
            </a:pPr>
            <a:r>
              <a:rPr lang="en" dirty="0"/>
              <a:t>La Web es parte de internet, es un gran paquete que incluye, entre otros: la Web, correos electrónicos, mensajería instantánea, etc.</a:t>
            </a:r>
            <a:endParaRPr dirty="0"/>
          </a:p>
          <a:p>
            <a:pPr marL="457200" lvl="0" indent="0" algn="just" rtl="0">
              <a:spcBef>
                <a:spcPts val="0"/>
              </a:spcBef>
              <a:spcAft>
                <a:spcPts val="0"/>
              </a:spcAft>
              <a:buNone/>
            </a:pPr>
            <a:endParaRPr dirty="0"/>
          </a:p>
          <a:p>
            <a:pPr marL="457200" lvl="0" indent="-317500" algn="just" rtl="0">
              <a:spcBef>
                <a:spcPts val="0"/>
              </a:spcBef>
              <a:spcAft>
                <a:spcPts val="0"/>
              </a:spcAft>
              <a:buSzPts val="1400"/>
              <a:buChar char="●"/>
            </a:pPr>
            <a:r>
              <a:rPr lang="en" dirty="0"/>
              <a:t>Tim Berners-Lee no es el inventor de internet, es "solo" inventor de la Web.</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809"/>
        <p:cNvGrpSpPr/>
        <p:nvPr/>
      </p:nvGrpSpPr>
      <p:grpSpPr>
        <a:xfrm>
          <a:off x="0" y="0"/>
          <a:ext cx="0" cy="0"/>
          <a:chOff x="0" y="0"/>
          <a:chExt cx="0" cy="0"/>
        </a:xfrm>
      </p:grpSpPr>
      <p:sp>
        <p:nvSpPr>
          <p:cNvPr id="810" name="Google Shape;810;p34"/>
          <p:cNvSpPr txBox="1">
            <a:spLocks noGrp="1"/>
          </p:cNvSpPr>
          <p:nvPr>
            <p:ph type="title"/>
          </p:nvPr>
        </p:nvSpPr>
        <p:spPr>
          <a:xfrm>
            <a:off x="1052800" y="1689450"/>
            <a:ext cx="2617200" cy="877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Estándares web</a:t>
            </a:r>
            <a:endParaRPr dirty="0"/>
          </a:p>
        </p:txBody>
      </p:sp>
      <p:sp>
        <p:nvSpPr>
          <p:cNvPr id="811" name="Google Shape;811;p34"/>
          <p:cNvSpPr txBox="1">
            <a:spLocks noGrp="1"/>
          </p:cNvSpPr>
          <p:nvPr>
            <p:ph type="body" idx="2"/>
          </p:nvPr>
        </p:nvSpPr>
        <p:spPr>
          <a:xfrm>
            <a:off x="4001475" y="963827"/>
            <a:ext cx="4422600" cy="2739673"/>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SzPts val="1400"/>
              <a:buChar char="●"/>
            </a:pPr>
            <a:r>
              <a:rPr lang="en" dirty="0"/>
              <a:t>URI (</a:t>
            </a:r>
            <a:r>
              <a:rPr lang="en-US" dirty="0" err="1"/>
              <a:t>Identificador</a:t>
            </a:r>
            <a:r>
              <a:rPr lang="en-US" dirty="0"/>
              <a:t> de </a:t>
            </a:r>
            <a:r>
              <a:rPr lang="en-US" dirty="0" err="1"/>
              <a:t>Recurso</a:t>
            </a:r>
            <a:r>
              <a:rPr lang="en-US" dirty="0"/>
              <a:t> </a:t>
            </a:r>
            <a:r>
              <a:rPr lang="en-US" dirty="0" err="1"/>
              <a:t>Uniforme</a:t>
            </a:r>
            <a:r>
              <a:rPr lang="en" dirty="0"/>
              <a:t>): </a:t>
            </a:r>
            <a:r>
              <a:rPr lang="es-ES" dirty="0"/>
              <a:t>es un sistema universal para referenciar recursos en la Web, como páginas web</a:t>
            </a:r>
            <a:r>
              <a:rPr lang="en" dirty="0"/>
              <a:t>.</a:t>
            </a:r>
            <a:endParaRPr dirty="0"/>
          </a:p>
          <a:p>
            <a:pPr marL="457200" lvl="0" indent="0" algn="just" rtl="0">
              <a:spcBef>
                <a:spcPts val="0"/>
              </a:spcBef>
              <a:spcAft>
                <a:spcPts val="0"/>
              </a:spcAft>
              <a:buNone/>
            </a:pPr>
            <a:endParaRPr dirty="0"/>
          </a:p>
          <a:p>
            <a:pPr marL="457200" lvl="0" indent="-317500" algn="just" rtl="0">
              <a:spcBef>
                <a:spcPts val="0"/>
              </a:spcBef>
              <a:spcAft>
                <a:spcPts val="0"/>
              </a:spcAft>
              <a:buSzPts val="1400"/>
              <a:buChar char="●"/>
            </a:pPr>
            <a:r>
              <a:rPr lang="en" dirty="0"/>
              <a:t>HTTP (</a:t>
            </a:r>
            <a:r>
              <a:rPr lang="pt-BR" dirty="0"/>
              <a:t>Protocolo de </a:t>
            </a:r>
            <a:r>
              <a:rPr lang="pt-BR" dirty="0" err="1"/>
              <a:t>Transferencia</a:t>
            </a:r>
            <a:r>
              <a:rPr lang="pt-BR" dirty="0"/>
              <a:t> de Hipertexto</a:t>
            </a:r>
            <a:r>
              <a:rPr lang="en" dirty="0"/>
              <a:t>): </a:t>
            </a:r>
            <a:r>
              <a:rPr lang="es-ES" dirty="0"/>
              <a:t>especifica cómo se comunican el navegador y el servidor entre ellos</a:t>
            </a:r>
            <a:r>
              <a:rPr lang="en" dirty="0"/>
              <a:t>.</a:t>
            </a:r>
          </a:p>
          <a:p>
            <a:pPr marL="457200" lvl="0" indent="-317500" algn="just" rtl="0">
              <a:spcBef>
                <a:spcPts val="0"/>
              </a:spcBef>
              <a:spcAft>
                <a:spcPts val="0"/>
              </a:spcAft>
              <a:buSzPts val="1400"/>
              <a:buChar char="●"/>
            </a:pPr>
            <a:endParaRPr lang="en" dirty="0"/>
          </a:p>
          <a:p>
            <a:pPr marL="457200" lvl="0" indent="-317500" algn="just" rtl="0">
              <a:spcBef>
                <a:spcPts val="0"/>
              </a:spcBef>
              <a:spcAft>
                <a:spcPts val="0"/>
              </a:spcAft>
              <a:buSzPts val="1400"/>
              <a:buChar char="●"/>
            </a:pPr>
            <a:r>
              <a:rPr lang="en" dirty="0"/>
              <a:t>HTML (</a:t>
            </a:r>
            <a:r>
              <a:rPr lang="en-US" dirty="0" err="1"/>
              <a:t>Lenguaje</a:t>
            </a:r>
            <a:r>
              <a:rPr lang="en-US" dirty="0"/>
              <a:t> de </a:t>
            </a:r>
            <a:r>
              <a:rPr lang="en-US" dirty="0" err="1"/>
              <a:t>Marcado</a:t>
            </a:r>
            <a:r>
              <a:rPr lang="en-US" dirty="0"/>
              <a:t> de </a:t>
            </a:r>
            <a:r>
              <a:rPr lang="en-US" dirty="0" err="1"/>
              <a:t>Hipertexto</a:t>
            </a:r>
            <a:r>
              <a:rPr lang="en" dirty="0"/>
              <a:t>): </a:t>
            </a:r>
            <a:r>
              <a:rPr lang="es-ES" dirty="0"/>
              <a:t>usado para definir la estructura y contenido de documentos de hipertexto.</a:t>
            </a:r>
          </a:p>
          <a:p>
            <a:pPr marL="457200" lvl="0" indent="-317500" algn="just" rtl="0">
              <a:spcBef>
                <a:spcPts val="0"/>
              </a:spcBef>
              <a:spcAft>
                <a:spcPts val="0"/>
              </a:spcAft>
              <a:buSzPts val="1400"/>
              <a:buChar char="●"/>
            </a:pPr>
            <a:endParaRPr lang="es-ES" dirty="0"/>
          </a:p>
          <a:p>
            <a:pPr marL="457200" lvl="0" indent="-317500" algn="just" rtl="0">
              <a:spcBef>
                <a:spcPts val="0"/>
              </a:spcBef>
              <a:spcAft>
                <a:spcPts val="0"/>
              </a:spcAft>
              <a:buSzPts val="1400"/>
              <a:buChar char="●"/>
            </a:pPr>
            <a:r>
              <a:rPr lang="es-ES" dirty="0"/>
              <a:t>XML (Lenguaje de Marcado Extensible): usado para describir la estructura de los documentos de texto.</a:t>
            </a:r>
            <a:endParaRPr dirty="0"/>
          </a:p>
        </p:txBody>
      </p:sp>
    </p:spTree>
    <p:extLst>
      <p:ext uri="{BB962C8B-B14F-4D97-AF65-F5344CB8AC3E}">
        <p14:creationId xmlns:p14="http://schemas.microsoft.com/office/powerpoint/2010/main" val="1082602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809"/>
        <p:cNvGrpSpPr/>
        <p:nvPr/>
      </p:nvGrpSpPr>
      <p:grpSpPr>
        <a:xfrm>
          <a:off x="0" y="0"/>
          <a:ext cx="0" cy="0"/>
          <a:chOff x="0" y="0"/>
          <a:chExt cx="0" cy="0"/>
        </a:xfrm>
      </p:grpSpPr>
      <p:sp>
        <p:nvSpPr>
          <p:cNvPr id="5" name="Marcador de texto 4">
            <a:extLst>
              <a:ext uri="{FF2B5EF4-FFF2-40B4-BE49-F238E27FC236}">
                <a16:creationId xmlns:a16="http://schemas.microsoft.com/office/drawing/2014/main" id="{AB71D57D-FEBC-B1E8-3E99-86952CCB7BE6}"/>
              </a:ext>
            </a:extLst>
          </p:cNvPr>
          <p:cNvSpPr>
            <a:spLocks noGrp="1"/>
          </p:cNvSpPr>
          <p:nvPr>
            <p:ph type="body" idx="2"/>
          </p:nvPr>
        </p:nvSpPr>
        <p:spPr>
          <a:xfrm>
            <a:off x="1290838" y="1762897"/>
            <a:ext cx="6562324" cy="1059154"/>
          </a:xfrm>
        </p:spPr>
        <p:txBody>
          <a:bodyPr/>
          <a:lstStyle/>
          <a:p>
            <a:pPr algn="just"/>
            <a:r>
              <a:rPr lang="es-ES" dirty="0"/>
              <a:t>Un identificador de recursos uniforme (URI) es o bien un localizador uniforme de recursos (URL), un nombre de recurso uniforme (URN), o ambos a la vez.</a:t>
            </a:r>
          </a:p>
          <a:p>
            <a:pPr algn="just"/>
            <a:endParaRPr lang="es-ES" dirty="0"/>
          </a:p>
          <a:p>
            <a:pPr algn="just"/>
            <a:r>
              <a:rPr lang="es-ES" dirty="0"/>
              <a:t>URL es un identificador de recursos uniforme cuyos recursos referidos pueden cambiar, esto es, la dirección puede apuntar a recursos variables en el tiempo.</a:t>
            </a:r>
            <a:endParaRPr lang="es-CO" dirty="0"/>
          </a:p>
        </p:txBody>
      </p:sp>
      <p:pic>
        <p:nvPicPr>
          <p:cNvPr id="1026" name="Picture 2">
            <a:extLst>
              <a:ext uri="{FF2B5EF4-FFF2-40B4-BE49-F238E27FC236}">
                <a16:creationId xmlns:a16="http://schemas.microsoft.com/office/drawing/2014/main" id="{FAE7545A-C4CC-47AD-DF39-851833613A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0" y="348435"/>
            <a:ext cx="2095500" cy="1266825"/>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3862D187-E9FD-747C-97A9-3C2EB7699B7B}"/>
              </a:ext>
            </a:extLst>
          </p:cNvPr>
          <p:cNvPicPr>
            <a:picLocks noChangeAspect="1"/>
          </p:cNvPicPr>
          <p:nvPr/>
        </p:nvPicPr>
        <p:blipFill>
          <a:blip r:embed="rId4"/>
          <a:stretch>
            <a:fillRect/>
          </a:stretch>
        </p:blipFill>
        <p:spPr>
          <a:xfrm>
            <a:off x="3681412" y="3797256"/>
            <a:ext cx="1781175" cy="333375"/>
          </a:xfrm>
          <a:prstGeom prst="rect">
            <a:avLst/>
          </a:prstGeom>
        </p:spPr>
      </p:pic>
    </p:spTree>
    <p:extLst>
      <p:ext uri="{BB962C8B-B14F-4D97-AF65-F5344CB8AC3E}">
        <p14:creationId xmlns:p14="http://schemas.microsoft.com/office/powerpoint/2010/main" val="2875119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3"/>
        <p:cNvGrpSpPr/>
        <p:nvPr/>
      </p:nvGrpSpPr>
      <p:grpSpPr>
        <a:xfrm>
          <a:off x="0" y="0"/>
          <a:ext cx="0" cy="0"/>
          <a:chOff x="0" y="0"/>
          <a:chExt cx="0" cy="0"/>
        </a:xfrm>
      </p:grpSpPr>
      <p:pic>
        <p:nvPicPr>
          <p:cNvPr id="2050" name="Picture 2" descr="URI vs URL vs URN | difference between URI,URL and URN">
            <a:extLst>
              <a:ext uri="{FF2B5EF4-FFF2-40B4-BE49-F238E27FC236}">
                <a16:creationId xmlns:a16="http://schemas.microsoft.com/office/drawing/2014/main" id="{E77E6FE8-91D6-4567-8CA8-F59411E4CC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4138" y="1385888"/>
            <a:ext cx="3895725" cy="237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660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3"/>
        <p:cNvGrpSpPr/>
        <p:nvPr/>
      </p:nvGrpSpPr>
      <p:grpSpPr>
        <a:xfrm>
          <a:off x="0" y="0"/>
          <a:ext cx="0" cy="0"/>
          <a:chOff x="0" y="0"/>
          <a:chExt cx="0" cy="0"/>
        </a:xfrm>
      </p:grpSpPr>
      <p:pic>
        <p:nvPicPr>
          <p:cNvPr id="3074" name="Picture 2" descr="The Real Difference Between a URL and a URI">
            <a:extLst>
              <a:ext uri="{FF2B5EF4-FFF2-40B4-BE49-F238E27FC236}">
                <a16:creationId xmlns:a16="http://schemas.microsoft.com/office/drawing/2014/main" id="{1750D16F-3BBE-680A-880F-46FCE5A789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8331" y="1373818"/>
            <a:ext cx="2556562" cy="239586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in on information systems">
            <a:extLst>
              <a:ext uri="{FF2B5EF4-FFF2-40B4-BE49-F238E27FC236}">
                <a16:creationId xmlns:a16="http://schemas.microsoft.com/office/drawing/2014/main" id="{ED94BE12-20BA-314E-E2D8-976A6609B3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107" y="923338"/>
            <a:ext cx="5375257" cy="3296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9744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3"/>
        <p:cNvGrpSpPr/>
        <p:nvPr/>
      </p:nvGrpSpPr>
      <p:grpSpPr>
        <a:xfrm>
          <a:off x="0" y="0"/>
          <a:ext cx="0" cy="0"/>
          <a:chOff x="0" y="0"/>
          <a:chExt cx="0" cy="0"/>
        </a:xfrm>
      </p:grpSpPr>
      <p:pic>
        <p:nvPicPr>
          <p:cNvPr id="4098" name="Picture 2" descr="O que são URL, URI e URN 🤔 - Base de Conhecimento - Fórum da Casa do  Desenvolvedor">
            <a:extLst>
              <a:ext uri="{FF2B5EF4-FFF2-40B4-BE49-F238E27FC236}">
                <a16:creationId xmlns:a16="http://schemas.microsoft.com/office/drawing/2014/main" id="{C938E3F4-A88A-A274-F24B-AE0D350C6A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0087" y="514350"/>
            <a:ext cx="5483826" cy="188016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En qué se diferencia la URL, URI y URN | Odisea Geek">
            <a:extLst>
              <a:ext uri="{FF2B5EF4-FFF2-40B4-BE49-F238E27FC236}">
                <a16:creationId xmlns:a16="http://schemas.microsoft.com/office/drawing/2014/main" id="{DCE9411C-D9C1-E385-50CB-F79FED558F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6151" y="2571750"/>
            <a:ext cx="5477762" cy="1959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6661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3"/>
        <p:cNvGrpSpPr/>
        <p:nvPr/>
      </p:nvGrpSpPr>
      <p:grpSpPr>
        <a:xfrm>
          <a:off x="0" y="0"/>
          <a:ext cx="0" cy="0"/>
          <a:chOff x="0" y="0"/>
          <a:chExt cx="0" cy="0"/>
        </a:xfrm>
      </p:grpSpPr>
      <p:pic>
        <p:nvPicPr>
          <p:cNvPr id="5122" name="Picture 2" descr="Website URL design is not simple - SoByte">
            <a:extLst>
              <a:ext uri="{FF2B5EF4-FFF2-40B4-BE49-F238E27FC236}">
                <a16:creationId xmlns:a16="http://schemas.microsoft.com/office/drawing/2014/main" id="{CC591C0B-F1CA-77D9-9CA0-71715ABE4B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914" y="469557"/>
            <a:ext cx="4481658" cy="257020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Comprender la diferencia entre URL, URI y URN">
            <a:extLst>
              <a:ext uri="{FF2B5EF4-FFF2-40B4-BE49-F238E27FC236}">
                <a16:creationId xmlns:a16="http://schemas.microsoft.com/office/drawing/2014/main" id="{AF432F6C-A4B0-4F3D-BBCF-CDFA616EF2D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9583"/>
          <a:stretch/>
        </p:blipFill>
        <p:spPr bwMode="auto">
          <a:xfrm>
            <a:off x="4572000" y="2875004"/>
            <a:ext cx="4283675" cy="19636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03252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815"/>
        <p:cNvGrpSpPr/>
        <p:nvPr/>
      </p:nvGrpSpPr>
      <p:grpSpPr>
        <a:xfrm>
          <a:off x="0" y="0"/>
          <a:ext cx="0" cy="0"/>
          <a:chOff x="0" y="0"/>
          <a:chExt cx="0" cy="0"/>
        </a:xfrm>
      </p:grpSpPr>
      <p:sp>
        <p:nvSpPr>
          <p:cNvPr id="816" name="Google Shape;816;p35"/>
          <p:cNvSpPr txBox="1">
            <a:spLocks noGrp="1"/>
          </p:cNvSpPr>
          <p:nvPr>
            <p:ph type="title"/>
          </p:nvPr>
        </p:nvSpPr>
        <p:spPr>
          <a:xfrm>
            <a:off x="3026300" y="1383150"/>
            <a:ext cx="3249000" cy="237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600" dirty="0">
                <a:solidFill>
                  <a:schemeClr val="accent3"/>
                </a:solidFill>
              </a:rPr>
              <a:t>HTML y CSS: dos lenguajes para la creación de un sitio web.</a:t>
            </a:r>
            <a:endParaRPr sz="3600" dirty="0">
              <a:solidFill>
                <a:schemeClr val="accent3"/>
              </a:solidFill>
            </a:endParaRPr>
          </a:p>
        </p:txBody>
      </p:sp>
      <p:grpSp>
        <p:nvGrpSpPr>
          <p:cNvPr id="817" name="Google Shape;817;p35"/>
          <p:cNvGrpSpPr/>
          <p:nvPr/>
        </p:nvGrpSpPr>
        <p:grpSpPr>
          <a:xfrm>
            <a:off x="6275293" y="1383097"/>
            <a:ext cx="2377303" cy="2377303"/>
            <a:chOff x="5612559" y="834972"/>
            <a:chExt cx="3473558" cy="3473558"/>
          </a:xfrm>
        </p:grpSpPr>
        <p:sp>
          <p:nvSpPr>
            <p:cNvPr id="818" name="Google Shape;818;p35"/>
            <p:cNvSpPr/>
            <p:nvPr/>
          </p:nvSpPr>
          <p:spPr>
            <a:xfrm>
              <a:off x="5612559" y="3034881"/>
              <a:ext cx="2894635" cy="1273649"/>
            </a:xfrm>
            <a:custGeom>
              <a:avLst/>
              <a:gdLst/>
              <a:ahLst/>
              <a:cxnLst/>
              <a:rect l="l" t="t" r="r" b="b"/>
              <a:pathLst>
                <a:path w="163101" h="71765" extrusionOk="0">
                  <a:moveTo>
                    <a:pt x="1" y="0"/>
                  </a:moveTo>
                  <a:lnTo>
                    <a:pt x="1" y="58716"/>
                  </a:lnTo>
                  <a:cubicBezTo>
                    <a:pt x="1" y="65925"/>
                    <a:pt x="5840" y="71764"/>
                    <a:pt x="13049" y="71764"/>
                  </a:cubicBezTo>
                  <a:lnTo>
                    <a:pt x="163100" y="71764"/>
                  </a:lnTo>
                  <a:cubicBezTo>
                    <a:pt x="155891" y="71764"/>
                    <a:pt x="150052" y="65925"/>
                    <a:pt x="150052" y="58716"/>
                  </a:cubicBezTo>
                  <a:lnTo>
                    <a:pt x="1500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5"/>
            <p:cNvSpPr/>
            <p:nvPr/>
          </p:nvSpPr>
          <p:spPr>
            <a:xfrm>
              <a:off x="5612559" y="2571742"/>
              <a:ext cx="2663066" cy="463157"/>
            </a:xfrm>
            <a:custGeom>
              <a:avLst/>
              <a:gdLst/>
              <a:ahLst/>
              <a:cxnLst/>
              <a:rect l="l" t="t" r="r" b="b"/>
              <a:pathLst>
                <a:path w="150053" h="26097" extrusionOk="0">
                  <a:moveTo>
                    <a:pt x="13049" y="1"/>
                  </a:moveTo>
                  <a:cubicBezTo>
                    <a:pt x="5840" y="1"/>
                    <a:pt x="1" y="5840"/>
                    <a:pt x="1" y="13049"/>
                  </a:cubicBezTo>
                  <a:lnTo>
                    <a:pt x="1" y="26096"/>
                  </a:lnTo>
                  <a:lnTo>
                    <a:pt x="150052" y="26096"/>
                  </a:lnTo>
                  <a:cubicBezTo>
                    <a:pt x="150052" y="18887"/>
                    <a:pt x="144213" y="13049"/>
                    <a:pt x="137004" y="13049"/>
                  </a:cubicBezTo>
                  <a:lnTo>
                    <a:pt x="52193" y="13049"/>
                  </a:lnTo>
                  <a:lnTo>
                    <a:pt x="46321" y="5220"/>
                  </a:lnTo>
                  <a:cubicBezTo>
                    <a:pt x="43842" y="1925"/>
                    <a:pt x="39993" y="1"/>
                    <a:pt x="35883"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5"/>
            <p:cNvSpPr/>
            <p:nvPr/>
          </p:nvSpPr>
          <p:spPr>
            <a:xfrm>
              <a:off x="6075698" y="1413895"/>
              <a:ext cx="2663066" cy="2894635"/>
            </a:xfrm>
            <a:custGeom>
              <a:avLst/>
              <a:gdLst/>
              <a:ahLst/>
              <a:cxnLst/>
              <a:rect l="l" t="t" r="r" b="b"/>
              <a:pathLst>
                <a:path w="150053" h="163101" extrusionOk="0">
                  <a:moveTo>
                    <a:pt x="55455" y="1"/>
                  </a:moveTo>
                  <a:lnTo>
                    <a:pt x="48931" y="6525"/>
                  </a:lnTo>
                  <a:lnTo>
                    <a:pt x="1" y="6525"/>
                  </a:lnTo>
                  <a:lnTo>
                    <a:pt x="1" y="65241"/>
                  </a:lnTo>
                  <a:lnTo>
                    <a:pt x="9787" y="65241"/>
                  </a:lnTo>
                  <a:cubicBezTo>
                    <a:pt x="13897" y="65241"/>
                    <a:pt x="17746" y="67165"/>
                    <a:pt x="20225" y="70460"/>
                  </a:cubicBezTo>
                  <a:lnTo>
                    <a:pt x="26097" y="78289"/>
                  </a:lnTo>
                  <a:lnTo>
                    <a:pt x="110908" y="78289"/>
                  </a:lnTo>
                  <a:cubicBezTo>
                    <a:pt x="118117" y="78289"/>
                    <a:pt x="123956" y="84127"/>
                    <a:pt x="123956" y="91336"/>
                  </a:cubicBezTo>
                  <a:lnTo>
                    <a:pt x="123956" y="150052"/>
                  </a:lnTo>
                  <a:cubicBezTo>
                    <a:pt x="123956" y="157261"/>
                    <a:pt x="129795" y="163100"/>
                    <a:pt x="137004" y="163100"/>
                  </a:cubicBezTo>
                  <a:cubicBezTo>
                    <a:pt x="140592" y="163100"/>
                    <a:pt x="143854" y="161632"/>
                    <a:pt x="146236" y="159284"/>
                  </a:cubicBezTo>
                  <a:cubicBezTo>
                    <a:pt x="148584" y="156902"/>
                    <a:pt x="150052" y="153640"/>
                    <a:pt x="150052" y="150052"/>
                  </a:cubicBezTo>
                  <a:lnTo>
                    <a:pt x="150052" y="40417"/>
                  </a:lnTo>
                  <a:lnTo>
                    <a:pt x="143463" y="36437"/>
                  </a:lnTo>
                  <a:cubicBezTo>
                    <a:pt x="143137" y="36600"/>
                    <a:pt x="142811" y="36698"/>
                    <a:pt x="142484" y="36829"/>
                  </a:cubicBezTo>
                  <a:lnTo>
                    <a:pt x="140266" y="45669"/>
                  </a:lnTo>
                  <a:lnTo>
                    <a:pt x="120694" y="45669"/>
                  </a:lnTo>
                  <a:lnTo>
                    <a:pt x="118476" y="36829"/>
                  </a:lnTo>
                  <a:cubicBezTo>
                    <a:pt x="118150" y="36698"/>
                    <a:pt x="117824" y="36600"/>
                    <a:pt x="117498" y="36437"/>
                  </a:cubicBezTo>
                  <a:lnTo>
                    <a:pt x="109734" y="41134"/>
                  </a:lnTo>
                  <a:lnTo>
                    <a:pt x="95871" y="27271"/>
                  </a:lnTo>
                  <a:lnTo>
                    <a:pt x="100568" y="19508"/>
                  </a:lnTo>
                  <a:cubicBezTo>
                    <a:pt x="100405" y="19181"/>
                    <a:pt x="100307" y="18855"/>
                    <a:pt x="100176" y="18529"/>
                  </a:cubicBezTo>
                  <a:lnTo>
                    <a:pt x="91336" y="16311"/>
                  </a:lnTo>
                  <a:lnTo>
                    <a:pt x="9133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5"/>
            <p:cNvSpPr/>
            <p:nvPr/>
          </p:nvSpPr>
          <p:spPr>
            <a:xfrm>
              <a:off x="6075698" y="1066541"/>
              <a:ext cx="1796420" cy="463157"/>
            </a:xfrm>
            <a:custGeom>
              <a:avLst/>
              <a:gdLst/>
              <a:ahLst/>
              <a:cxnLst/>
              <a:rect l="l" t="t" r="r" b="b"/>
              <a:pathLst>
                <a:path w="101221" h="26097" extrusionOk="0">
                  <a:moveTo>
                    <a:pt x="1" y="1"/>
                  </a:moveTo>
                  <a:lnTo>
                    <a:pt x="1" y="26097"/>
                  </a:lnTo>
                  <a:lnTo>
                    <a:pt x="48931" y="26097"/>
                  </a:lnTo>
                  <a:lnTo>
                    <a:pt x="55455" y="19573"/>
                  </a:lnTo>
                  <a:lnTo>
                    <a:pt x="91336" y="19573"/>
                  </a:lnTo>
                  <a:lnTo>
                    <a:pt x="91336" y="16311"/>
                  </a:lnTo>
                  <a:lnTo>
                    <a:pt x="100176" y="14093"/>
                  </a:lnTo>
                  <a:cubicBezTo>
                    <a:pt x="100307" y="13767"/>
                    <a:pt x="100405" y="13440"/>
                    <a:pt x="100568" y="13114"/>
                  </a:cubicBezTo>
                  <a:lnTo>
                    <a:pt x="95871" y="5351"/>
                  </a:lnTo>
                  <a:lnTo>
                    <a:pt x="101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5"/>
            <p:cNvSpPr/>
            <p:nvPr/>
          </p:nvSpPr>
          <p:spPr>
            <a:xfrm>
              <a:off x="8044038" y="1182326"/>
              <a:ext cx="694726" cy="694726"/>
            </a:xfrm>
            <a:custGeom>
              <a:avLst/>
              <a:gdLst/>
              <a:ahLst/>
              <a:cxnLst/>
              <a:rect l="l" t="t" r="r" b="b"/>
              <a:pathLst>
                <a:path w="39145" h="39145" extrusionOk="0">
                  <a:moveTo>
                    <a:pt x="19572" y="13049"/>
                  </a:moveTo>
                  <a:cubicBezTo>
                    <a:pt x="23161" y="13049"/>
                    <a:pt x="26096" y="15985"/>
                    <a:pt x="26096" y="19573"/>
                  </a:cubicBezTo>
                  <a:cubicBezTo>
                    <a:pt x="26096" y="23161"/>
                    <a:pt x="23161" y="26097"/>
                    <a:pt x="19572" y="26097"/>
                  </a:cubicBezTo>
                  <a:cubicBezTo>
                    <a:pt x="15984" y="26097"/>
                    <a:pt x="13048" y="23161"/>
                    <a:pt x="13048" y="19573"/>
                  </a:cubicBezTo>
                  <a:cubicBezTo>
                    <a:pt x="13048" y="15985"/>
                    <a:pt x="15984" y="13049"/>
                    <a:pt x="19572" y="13049"/>
                  </a:cubicBezTo>
                  <a:close/>
                  <a:moveTo>
                    <a:pt x="19572" y="1"/>
                  </a:moveTo>
                  <a:cubicBezTo>
                    <a:pt x="8775" y="1"/>
                    <a:pt x="0" y="8776"/>
                    <a:pt x="0" y="19573"/>
                  </a:cubicBezTo>
                  <a:cubicBezTo>
                    <a:pt x="0" y="30370"/>
                    <a:pt x="8775" y="39145"/>
                    <a:pt x="19572" y="39145"/>
                  </a:cubicBezTo>
                  <a:cubicBezTo>
                    <a:pt x="30369" y="39145"/>
                    <a:pt x="39144" y="30370"/>
                    <a:pt x="39144" y="19573"/>
                  </a:cubicBezTo>
                  <a:cubicBezTo>
                    <a:pt x="39144" y="8776"/>
                    <a:pt x="30369" y="1"/>
                    <a:pt x="195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5"/>
            <p:cNvSpPr/>
            <p:nvPr/>
          </p:nvSpPr>
          <p:spPr>
            <a:xfrm>
              <a:off x="7696684" y="834972"/>
              <a:ext cx="1389434" cy="1389434"/>
            </a:xfrm>
            <a:custGeom>
              <a:avLst/>
              <a:gdLst/>
              <a:ahLst/>
              <a:cxnLst/>
              <a:rect l="l" t="t" r="r" b="b"/>
              <a:pathLst>
                <a:path w="78289" h="78289" extrusionOk="0">
                  <a:moveTo>
                    <a:pt x="39144" y="19573"/>
                  </a:moveTo>
                  <a:cubicBezTo>
                    <a:pt x="49941" y="19573"/>
                    <a:pt x="58716" y="28348"/>
                    <a:pt x="58716" y="39145"/>
                  </a:cubicBezTo>
                  <a:cubicBezTo>
                    <a:pt x="58716" y="49942"/>
                    <a:pt x="49941" y="58717"/>
                    <a:pt x="39144" y="58717"/>
                  </a:cubicBezTo>
                  <a:cubicBezTo>
                    <a:pt x="28347" y="58717"/>
                    <a:pt x="19572" y="49942"/>
                    <a:pt x="19572" y="39145"/>
                  </a:cubicBezTo>
                  <a:cubicBezTo>
                    <a:pt x="19572" y="28348"/>
                    <a:pt x="28347" y="19573"/>
                    <a:pt x="39144" y="19573"/>
                  </a:cubicBezTo>
                  <a:close/>
                  <a:moveTo>
                    <a:pt x="29358" y="1"/>
                  </a:moveTo>
                  <a:lnTo>
                    <a:pt x="27140" y="8841"/>
                  </a:lnTo>
                  <a:cubicBezTo>
                    <a:pt x="26814" y="8971"/>
                    <a:pt x="26488" y="9069"/>
                    <a:pt x="26162" y="9232"/>
                  </a:cubicBezTo>
                  <a:lnTo>
                    <a:pt x="18398" y="4535"/>
                  </a:lnTo>
                  <a:lnTo>
                    <a:pt x="9884" y="13049"/>
                  </a:lnTo>
                  <a:lnTo>
                    <a:pt x="4535" y="18399"/>
                  </a:lnTo>
                  <a:lnTo>
                    <a:pt x="9232" y="26162"/>
                  </a:lnTo>
                  <a:cubicBezTo>
                    <a:pt x="9069" y="26488"/>
                    <a:pt x="8971" y="26815"/>
                    <a:pt x="8840" y="27141"/>
                  </a:cubicBezTo>
                  <a:lnTo>
                    <a:pt x="0" y="29359"/>
                  </a:lnTo>
                  <a:lnTo>
                    <a:pt x="0" y="32621"/>
                  </a:lnTo>
                  <a:lnTo>
                    <a:pt x="0" y="48931"/>
                  </a:lnTo>
                  <a:lnTo>
                    <a:pt x="8840" y="51149"/>
                  </a:lnTo>
                  <a:cubicBezTo>
                    <a:pt x="8971" y="51475"/>
                    <a:pt x="9069" y="51801"/>
                    <a:pt x="9232" y="52128"/>
                  </a:cubicBezTo>
                  <a:lnTo>
                    <a:pt x="4535" y="59891"/>
                  </a:lnTo>
                  <a:lnTo>
                    <a:pt x="18398" y="73754"/>
                  </a:lnTo>
                  <a:lnTo>
                    <a:pt x="26162" y="69057"/>
                  </a:lnTo>
                  <a:cubicBezTo>
                    <a:pt x="26488" y="69220"/>
                    <a:pt x="26814" y="69318"/>
                    <a:pt x="27140" y="69449"/>
                  </a:cubicBezTo>
                  <a:lnTo>
                    <a:pt x="29358" y="78289"/>
                  </a:lnTo>
                  <a:lnTo>
                    <a:pt x="48930" y="78289"/>
                  </a:lnTo>
                  <a:lnTo>
                    <a:pt x="51148" y="69449"/>
                  </a:lnTo>
                  <a:cubicBezTo>
                    <a:pt x="51475" y="69318"/>
                    <a:pt x="51801" y="69220"/>
                    <a:pt x="52127" y="69057"/>
                  </a:cubicBezTo>
                  <a:lnTo>
                    <a:pt x="58716" y="73037"/>
                  </a:lnTo>
                  <a:lnTo>
                    <a:pt x="59891" y="73754"/>
                  </a:lnTo>
                  <a:lnTo>
                    <a:pt x="73754" y="59891"/>
                  </a:lnTo>
                  <a:lnTo>
                    <a:pt x="69057" y="52128"/>
                  </a:lnTo>
                  <a:cubicBezTo>
                    <a:pt x="69220" y="51801"/>
                    <a:pt x="69318" y="51475"/>
                    <a:pt x="69448" y="51149"/>
                  </a:cubicBezTo>
                  <a:lnTo>
                    <a:pt x="78288" y="48931"/>
                  </a:lnTo>
                  <a:lnTo>
                    <a:pt x="78288" y="29359"/>
                  </a:lnTo>
                  <a:lnTo>
                    <a:pt x="69448" y="27141"/>
                  </a:lnTo>
                  <a:cubicBezTo>
                    <a:pt x="69318" y="26815"/>
                    <a:pt x="69220" y="26488"/>
                    <a:pt x="69057" y="26162"/>
                  </a:cubicBezTo>
                  <a:lnTo>
                    <a:pt x="73754" y="18399"/>
                  </a:lnTo>
                  <a:lnTo>
                    <a:pt x="59891" y="4535"/>
                  </a:lnTo>
                  <a:lnTo>
                    <a:pt x="52127" y="9232"/>
                  </a:lnTo>
                  <a:cubicBezTo>
                    <a:pt x="51801" y="9069"/>
                    <a:pt x="51475" y="8971"/>
                    <a:pt x="51148" y="8841"/>
                  </a:cubicBezTo>
                  <a:lnTo>
                    <a:pt x="489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5"/>
            <p:cNvSpPr/>
            <p:nvPr/>
          </p:nvSpPr>
          <p:spPr>
            <a:xfrm>
              <a:off x="6249375" y="1240218"/>
              <a:ext cx="115802" cy="115802"/>
            </a:xfrm>
            <a:custGeom>
              <a:avLst/>
              <a:gdLst/>
              <a:ahLst/>
              <a:cxnLst/>
              <a:rect l="l" t="t" r="r" b="b"/>
              <a:pathLst>
                <a:path w="6525" h="6525" extrusionOk="0">
                  <a:moveTo>
                    <a:pt x="1" y="1"/>
                  </a:moveTo>
                  <a:lnTo>
                    <a:pt x="1" y="6525"/>
                  </a:lnTo>
                  <a:lnTo>
                    <a:pt x="6525" y="6525"/>
                  </a:lnTo>
                  <a:lnTo>
                    <a:pt x="65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5"/>
            <p:cNvSpPr/>
            <p:nvPr/>
          </p:nvSpPr>
          <p:spPr>
            <a:xfrm>
              <a:off x="6712514" y="1240218"/>
              <a:ext cx="115802" cy="115802"/>
            </a:xfrm>
            <a:custGeom>
              <a:avLst/>
              <a:gdLst/>
              <a:ahLst/>
              <a:cxnLst/>
              <a:rect l="l" t="t" r="r" b="b"/>
              <a:pathLst>
                <a:path w="6525" h="6525" extrusionOk="0">
                  <a:moveTo>
                    <a:pt x="1" y="1"/>
                  </a:moveTo>
                  <a:lnTo>
                    <a:pt x="1" y="6525"/>
                  </a:lnTo>
                  <a:lnTo>
                    <a:pt x="6525" y="6525"/>
                  </a:lnTo>
                  <a:lnTo>
                    <a:pt x="65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5"/>
            <p:cNvSpPr/>
            <p:nvPr/>
          </p:nvSpPr>
          <p:spPr>
            <a:xfrm>
              <a:off x="6480945" y="1240218"/>
              <a:ext cx="115802" cy="115802"/>
            </a:xfrm>
            <a:custGeom>
              <a:avLst/>
              <a:gdLst/>
              <a:ahLst/>
              <a:cxnLst/>
              <a:rect l="l" t="t" r="r" b="b"/>
              <a:pathLst>
                <a:path w="6525" h="6525" extrusionOk="0">
                  <a:moveTo>
                    <a:pt x="1" y="1"/>
                  </a:moveTo>
                  <a:lnTo>
                    <a:pt x="1" y="6525"/>
                  </a:lnTo>
                  <a:lnTo>
                    <a:pt x="6525" y="6525"/>
                  </a:lnTo>
                  <a:lnTo>
                    <a:pt x="65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5"/>
            <p:cNvSpPr/>
            <p:nvPr/>
          </p:nvSpPr>
          <p:spPr>
            <a:xfrm>
              <a:off x="7986146" y="1124433"/>
              <a:ext cx="810511" cy="810511"/>
            </a:xfrm>
            <a:custGeom>
              <a:avLst/>
              <a:gdLst/>
              <a:ahLst/>
              <a:cxnLst/>
              <a:rect l="l" t="t" r="r" b="b"/>
              <a:pathLst>
                <a:path w="45669" h="45669" extrusionOk="0">
                  <a:moveTo>
                    <a:pt x="22834" y="6525"/>
                  </a:moveTo>
                  <a:cubicBezTo>
                    <a:pt x="31837" y="6525"/>
                    <a:pt x="39144" y="13832"/>
                    <a:pt x="39144" y="22835"/>
                  </a:cubicBezTo>
                  <a:cubicBezTo>
                    <a:pt x="39144" y="31838"/>
                    <a:pt x="31837" y="39145"/>
                    <a:pt x="22834" y="39145"/>
                  </a:cubicBezTo>
                  <a:cubicBezTo>
                    <a:pt x="13831" y="39145"/>
                    <a:pt x="6524" y="31838"/>
                    <a:pt x="6524" y="22835"/>
                  </a:cubicBezTo>
                  <a:cubicBezTo>
                    <a:pt x="6524" y="13832"/>
                    <a:pt x="13831" y="6525"/>
                    <a:pt x="22834" y="6525"/>
                  </a:cubicBezTo>
                  <a:close/>
                  <a:moveTo>
                    <a:pt x="22834" y="1"/>
                  </a:moveTo>
                  <a:cubicBezTo>
                    <a:pt x="10243" y="1"/>
                    <a:pt x="0" y="10244"/>
                    <a:pt x="0" y="22835"/>
                  </a:cubicBezTo>
                  <a:cubicBezTo>
                    <a:pt x="0" y="35426"/>
                    <a:pt x="10243" y="45669"/>
                    <a:pt x="22834" y="45669"/>
                  </a:cubicBezTo>
                  <a:cubicBezTo>
                    <a:pt x="35426" y="45669"/>
                    <a:pt x="45668" y="35426"/>
                    <a:pt x="45668" y="22835"/>
                  </a:cubicBezTo>
                  <a:cubicBezTo>
                    <a:pt x="45668" y="10244"/>
                    <a:pt x="35426" y="1"/>
                    <a:pt x="22834" y="1"/>
                  </a:cubicBezTo>
                  <a:close/>
                </a:path>
              </a:pathLst>
            </a:custGeom>
            <a:solidFill>
              <a:srgbClr val="26A2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5"/>
            <p:cNvSpPr/>
            <p:nvPr/>
          </p:nvSpPr>
          <p:spPr>
            <a:xfrm>
              <a:off x="6249375" y="2745419"/>
              <a:ext cx="115802" cy="115802"/>
            </a:xfrm>
            <a:custGeom>
              <a:avLst/>
              <a:gdLst/>
              <a:ahLst/>
              <a:cxnLst/>
              <a:rect l="l" t="t" r="r" b="b"/>
              <a:pathLst>
                <a:path w="6525" h="6525" extrusionOk="0">
                  <a:moveTo>
                    <a:pt x="1" y="1"/>
                  </a:moveTo>
                  <a:lnTo>
                    <a:pt x="1" y="6524"/>
                  </a:lnTo>
                  <a:lnTo>
                    <a:pt x="6525" y="6524"/>
                  </a:lnTo>
                  <a:lnTo>
                    <a:pt x="6525" y="1"/>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5"/>
            <p:cNvSpPr/>
            <p:nvPr/>
          </p:nvSpPr>
          <p:spPr>
            <a:xfrm>
              <a:off x="6017806" y="2745419"/>
              <a:ext cx="115802" cy="115802"/>
            </a:xfrm>
            <a:custGeom>
              <a:avLst/>
              <a:gdLst/>
              <a:ahLst/>
              <a:cxnLst/>
              <a:rect l="l" t="t" r="r" b="b"/>
              <a:pathLst>
                <a:path w="6525" h="6525" extrusionOk="0">
                  <a:moveTo>
                    <a:pt x="1" y="1"/>
                  </a:moveTo>
                  <a:lnTo>
                    <a:pt x="1" y="6524"/>
                  </a:lnTo>
                  <a:lnTo>
                    <a:pt x="6525" y="6524"/>
                  </a:lnTo>
                  <a:lnTo>
                    <a:pt x="6525" y="1"/>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5"/>
            <p:cNvSpPr/>
            <p:nvPr/>
          </p:nvSpPr>
          <p:spPr>
            <a:xfrm>
              <a:off x="5786237" y="2745419"/>
              <a:ext cx="115802" cy="115802"/>
            </a:xfrm>
            <a:custGeom>
              <a:avLst/>
              <a:gdLst/>
              <a:ahLst/>
              <a:cxnLst/>
              <a:rect l="l" t="t" r="r" b="b"/>
              <a:pathLst>
                <a:path w="6525" h="6525" extrusionOk="0">
                  <a:moveTo>
                    <a:pt x="1" y="1"/>
                  </a:moveTo>
                  <a:lnTo>
                    <a:pt x="1" y="6524"/>
                  </a:lnTo>
                  <a:lnTo>
                    <a:pt x="6525" y="6524"/>
                  </a:lnTo>
                  <a:lnTo>
                    <a:pt x="6525" y="1"/>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5"/>
            <p:cNvSpPr/>
            <p:nvPr/>
          </p:nvSpPr>
          <p:spPr>
            <a:xfrm>
              <a:off x="6210597" y="1714946"/>
              <a:ext cx="362990" cy="439996"/>
            </a:xfrm>
            <a:custGeom>
              <a:avLst/>
              <a:gdLst/>
              <a:ahLst/>
              <a:cxnLst/>
              <a:rect l="l" t="t" r="r" b="b"/>
              <a:pathLst>
                <a:path w="20453" h="24792" extrusionOk="0">
                  <a:moveTo>
                    <a:pt x="16539" y="0"/>
                  </a:moveTo>
                  <a:lnTo>
                    <a:pt x="0" y="12396"/>
                  </a:lnTo>
                  <a:lnTo>
                    <a:pt x="16539" y="24791"/>
                  </a:lnTo>
                  <a:lnTo>
                    <a:pt x="20453" y="19572"/>
                  </a:lnTo>
                  <a:lnTo>
                    <a:pt x="10895" y="12396"/>
                  </a:lnTo>
                  <a:lnTo>
                    <a:pt x="20453" y="5219"/>
                  </a:lnTo>
                  <a:lnTo>
                    <a:pt x="16539" y="0"/>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5"/>
            <p:cNvSpPr/>
            <p:nvPr/>
          </p:nvSpPr>
          <p:spPr>
            <a:xfrm>
              <a:off x="7719844" y="2178085"/>
              <a:ext cx="362990" cy="439996"/>
            </a:xfrm>
            <a:custGeom>
              <a:avLst/>
              <a:gdLst/>
              <a:ahLst/>
              <a:cxnLst/>
              <a:rect l="l" t="t" r="r" b="b"/>
              <a:pathLst>
                <a:path w="20453" h="24792" extrusionOk="0">
                  <a:moveTo>
                    <a:pt x="3915" y="0"/>
                  </a:moveTo>
                  <a:lnTo>
                    <a:pt x="0" y="5219"/>
                  </a:lnTo>
                  <a:lnTo>
                    <a:pt x="9558" y="12396"/>
                  </a:lnTo>
                  <a:lnTo>
                    <a:pt x="0" y="19572"/>
                  </a:lnTo>
                  <a:lnTo>
                    <a:pt x="3915" y="24791"/>
                  </a:lnTo>
                  <a:lnTo>
                    <a:pt x="20453" y="12396"/>
                  </a:lnTo>
                  <a:lnTo>
                    <a:pt x="3915" y="0"/>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5"/>
            <p:cNvSpPr/>
            <p:nvPr/>
          </p:nvSpPr>
          <p:spPr>
            <a:xfrm>
              <a:off x="6712514" y="1703357"/>
              <a:ext cx="810511" cy="115802"/>
            </a:xfrm>
            <a:custGeom>
              <a:avLst/>
              <a:gdLst/>
              <a:ahLst/>
              <a:cxnLst/>
              <a:rect l="l" t="t" r="r" b="b"/>
              <a:pathLst>
                <a:path w="45669" h="6525" extrusionOk="0">
                  <a:moveTo>
                    <a:pt x="1" y="1"/>
                  </a:moveTo>
                  <a:lnTo>
                    <a:pt x="1" y="6525"/>
                  </a:lnTo>
                  <a:lnTo>
                    <a:pt x="45669" y="6525"/>
                  </a:lnTo>
                  <a:lnTo>
                    <a:pt x="45669" y="1"/>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5"/>
            <p:cNvSpPr/>
            <p:nvPr/>
          </p:nvSpPr>
          <p:spPr>
            <a:xfrm>
              <a:off x="6712514" y="1934926"/>
              <a:ext cx="810511" cy="115802"/>
            </a:xfrm>
            <a:custGeom>
              <a:avLst/>
              <a:gdLst/>
              <a:ahLst/>
              <a:cxnLst/>
              <a:rect l="l" t="t" r="r" b="b"/>
              <a:pathLst>
                <a:path w="45669" h="6525" extrusionOk="0">
                  <a:moveTo>
                    <a:pt x="1" y="1"/>
                  </a:moveTo>
                  <a:lnTo>
                    <a:pt x="1" y="6525"/>
                  </a:lnTo>
                  <a:lnTo>
                    <a:pt x="45669" y="6525"/>
                  </a:lnTo>
                  <a:lnTo>
                    <a:pt x="45669" y="1"/>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5"/>
            <p:cNvSpPr/>
            <p:nvPr/>
          </p:nvSpPr>
          <p:spPr>
            <a:xfrm>
              <a:off x="6712514" y="2166496"/>
              <a:ext cx="810511" cy="115802"/>
            </a:xfrm>
            <a:custGeom>
              <a:avLst/>
              <a:gdLst/>
              <a:ahLst/>
              <a:cxnLst/>
              <a:rect l="l" t="t" r="r" b="b"/>
              <a:pathLst>
                <a:path w="45669" h="6525" extrusionOk="0">
                  <a:moveTo>
                    <a:pt x="1" y="1"/>
                  </a:moveTo>
                  <a:lnTo>
                    <a:pt x="1" y="6525"/>
                  </a:lnTo>
                  <a:lnTo>
                    <a:pt x="45669" y="6525"/>
                  </a:lnTo>
                  <a:lnTo>
                    <a:pt x="45669" y="1"/>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5"/>
            <p:cNvSpPr/>
            <p:nvPr/>
          </p:nvSpPr>
          <p:spPr>
            <a:xfrm>
              <a:off x="6712514" y="2398065"/>
              <a:ext cx="578941" cy="115802"/>
            </a:xfrm>
            <a:custGeom>
              <a:avLst/>
              <a:gdLst/>
              <a:ahLst/>
              <a:cxnLst/>
              <a:rect l="l" t="t" r="r" b="b"/>
              <a:pathLst>
                <a:path w="32621" h="6525" extrusionOk="0">
                  <a:moveTo>
                    <a:pt x="1" y="1"/>
                  </a:moveTo>
                  <a:lnTo>
                    <a:pt x="1" y="6525"/>
                  </a:lnTo>
                  <a:lnTo>
                    <a:pt x="32621" y="6525"/>
                  </a:lnTo>
                  <a:lnTo>
                    <a:pt x="32621" y="1"/>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5"/>
            <p:cNvSpPr/>
            <p:nvPr/>
          </p:nvSpPr>
          <p:spPr>
            <a:xfrm>
              <a:off x="7407222" y="2398065"/>
              <a:ext cx="115802" cy="115802"/>
            </a:xfrm>
            <a:custGeom>
              <a:avLst/>
              <a:gdLst/>
              <a:ahLst/>
              <a:cxnLst/>
              <a:rect l="l" t="t" r="r" b="b"/>
              <a:pathLst>
                <a:path w="6525" h="6525" extrusionOk="0">
                  <a:moveTo>
                    <a:pt x="1" y="1"/>
                  </a:moveTo>
                  <a:lnTo>
                    <a:pt x="1" y="6525"/>
                  </a:lnTo>
                  <a:lnTo>
                    <a:pt x="6525" y="6525"/>
                  </a:lnTo>
                  <a:lnTo>
                    <a:pt x="6525" y="1"/>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5"/>
            <p:cNvSpPr/>
            <p:nvPr/>
          </p:nvSpPr>
          <p:spPr>
            <a:xfrm>
              <a:off x="7138596" y="3337653"/>
              <a:ext cx="474746" cy="668087"/>
            </a:xfrm>
            <a:custGeom>
              <a:avLst/>
              <a:gdLst/>
              <a:ahLst/>
              <a:cxnLst/>
              <a:rect l="l" t="t" r="r" b="b"/>
              <a:pathLst>
                <a:path w="26750" h="37644" extrusionOk="0">
                  <a:moveTo>
                    <a:pt x="4176" y="1"/>
                  </a:moveTo>
                  <a:lnTo>
                    <a:pt x="1" y="5024"/>
                  </a:lnTo>
                  <a:lnTo>
                    <a:pt x="16572" y="18822"/>
                  </a:lnTo>
                  <a:lnTo>
                    <a:pt x="1" y="32621"/>
                  </a:lnTo>
                  <a:lnTo>
                    <a:pt x="4176" y="37644"/>
                  </a:lnTo>
                  <a:lnTo>
                    <a:pt x="26749" y="18822"/>
                  </a:lnTo>
                  <a:lnTo>
                    <a:pt x="4176" y="1"/>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5"/>
            <p:cNvSpPr/>
            <p:nvPr/>
          </p:nvSpPr>
          <p:spPr>
            <a:xfrm>
              <a:off x="6274861" y="3337653"/>
              <a:ext cx="474728" cy="668087"/>
            </a:xfrm>
            <a:custGeom>
              <a:avLst/>
              <a:gdLst/>
              <a:ahLst/>
              <a:cxnLst/>
              <a:rect l="l" t="t" r="r" b="b"/>
              <a:pathLst>
                <a:path w="26749" h="37644" extrusionOk="0">
                  <a:moveTo>
                    <a:pt x="22573" y="1"/>
                  </a:moveTo>
                  <a:lnTo>
                    <a:pt x="0" y="18822"/>
                  </a:lnTo>
                  <a:lnTo>
                    <a:pt x="22573" y="37644"/>
                  </a:lnTo>
                  <a:lnTo>
                    <a:pt x="26748" y="32621"/>
                  </a:lnTo>
                  <a:lnTo>
                    <a:pt x="10177" y="18822"/>
                  </a:lnTo>
                  <a:lnTo>
                    <a:pt x="26748" y="5024"/>
                  </a:lnTo>
                  <a:lnTo>
                    <a:pt x="22573" y="1"/>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5"/>
            <p:cNvSpPr/>
            <p:nvPr/>
          </p:nvSpPr>
          <p:spPr>
            <a:xfrm>
              <a:off x="6771560" y="3194662"/>
              <a:ext cx="343325" cy="954088"/>
            </a:xfrm>
            <a:custGeom>
              <a:avLst/>
              <a:gdLst/>
              <a:ahLst/>
              <a:cxnLst/>
              <a:rect l="l" t="t" r="r" b="b"/>
              <a:pathLst>
                <a:path w="19345" h="53759" extrusionOk="0">
                  <a:moveTo>
                    <a:pt x="13016" y="1"/>
                  </a:moveTo>
                  <a:lnTo>
                    <a:pt x="1" y="52160"/>
                  </a:lnTo>
                  <a:lnTo>
                    <a:pt x="6329" y="53758"/>
                  </a:lnTo>
                  <a:lnTo>
                    <a:pt x="19345" y="1566"/>
                  </a:lnTo>
                  <a:lnTo>
                    <a:pt x="13016" y="1"/>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5"/>
            <p:cNvSpPr/>
            <p:nvPr/>
          </p:nvSpPr>
          <p:spPr>
            <a:xfrm>
              <a:off x="5786237" y="3671697"/>
              <a:ext cx="115802" cy="115802"/>
            </a:xfrm>
            <a:custGeom>
              <a:avLst/>
              <a:gdLst/>
              <a:ahLst/>
              <a:cxnLst/>
              <a:rect l="l" t="t" r="r" b="b"/>
              <a:pathLst>
                <a:path w="6525" h="6525" extrusionOk="0">
                  <a:moveTo>
                    <a:pt x="1" y="0"/>
                  </a:moveTo>
                  <a:lnTo>
                    <a:pt x="1" y="6524"/>
                  </a:lnTo>
                  <a:lnTo>
                    <a:pt x="6525" y="6524"/>
                  </a:lnTo>
                  <a:lnTo>
                    <a:pt x="6525" y="0"/>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5"/>
            <p:cNvSpPr/>
            <p:nvPr/>
          </p:nvSpPr>
          <p:spPr>
            <a:xfrm>
              <a:off x="5786237" y="3208558"/>
              <a:ext cx="115802" cy="115802"/>
            </a:xfrm>
            <a:custGeom>
              <a:avLst/>
              <a:gdLst/>
              <a:ahLst/>
              <a:cxnLst/>
              <a:rect l="l" t="t" r="r" b="b"/>
              <a:pathLst>
                <a:path w="6525" h="6525" extrusionOk="0">
                  <a:moveTo>
                    <a:pt x="1" y="0"/>
                  </a:moveTo>
                  <a:lnTo>
                    <a:pt x="1" y="6524"/>
                  </a:lnTo>
                  <a:lnTo>
                    <a:pt x="6525" y="6524"/>
                  </a:lnTo>
                  <a:lnTo>
                    <a:pt x="6525" y="0"/>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5"/>
            <p:cNvSpPr/>
            <p:nvPr/>
          </p:nvSpPr>
          <p:spPr>
            <a:xfrm>
              <a:off x="5786237" y="3440127"/>
              <a:ext cx="115802" cy="115802"/>
            </a:xfrm>
            <a:custGeom>
              <a:avLst/>
              <a:gdLst/>
              <a:ahLst/>
              <a:cxnLst/>
              <a:rect l="l" t="t" r="r" b="b"/>
              <a:pathLst>
                <a:path w="6525" h="6525" extrusionOk="0">
                  <a:moveTo>
                    <a:pt x="1" y="0"/>
                  </a:moveTo>
                  <a:lnTo>
                    <a:pt x="1" y="6524"/>
                  </a:lnTo>
                  <a:lnTo>
                    <a:pt x="6525" y="6524"/>
                  </a:lnTo>
                  <a:lnTo>
                    <a:pt x="6525" y="0"/>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5"/>
            <p:cNvSpPr/>
            <p:nvPr/>
          </p:nvSpPr>
          <p:spPr>
            <a:xfrm>
              <a:off x="7986146" y="4019051"/>
              <a:ext cx="115802" cy="115802"/>
            </a:xfrm>
            <a:custGeom>
              <a:avLst/>
              <a:gdLst/>
              <a:ahLst/>
              <a:cxnLst/>
              <a:rect l="l" t="t" r="r" b="b"/>
              <a:pathLst>
                <a:path w="6525" h="6525" extrusionOk="0">
                  <a:moveTo>
                    <a:pt x="0" y="0"/>
                  </a:moveTo>
                  <a:lnTo>
                    <a:pt x="0" y="6524"/>
                  </a:lnTo>
                  <a:lnTo>
                    <a:pt x="6524" y="6524"/>
                  </a:lnTo>
                  <a:lnTo>
                    <a:pt x="6524" y="0"/>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5"/>
            <p:cNvSpPr/>
            <p:nvPr/>
          </p:nvSpPr>
          <p:spPr>
            <a:xfrm>
              <a:off x="7986146" y="3555912"/>
              <a:ext cx="115802" cy="115802"/>
            </a:xfrm>
            <a:custGeom>
              <a:avLst/>
              <a:gdLst/>
              <a:ahLst/>
              <a:cxnLst/>
              <a:rect l="l" t="t" r="r" b="b"/>
              <a:pathLst>
                <a:path w="6525" h="6525" extrusionOk="0">
                  <a:moveTo>
                    <a:pt x="0" y="0"/>
                  </a:moveTo>
                  <a:lnTo>
                    <a:pt x="0" y="6524"/>
                  </a:lnTo>
                  <a:lnTo>
                    <a:pt x="6524" y="6524"/>
                  </a:lnTo>
                  <a:lnTo>
                    <a:pt x="6524" y="0"/>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5"/>
            <p:cNvSpPr/>
            <p:nvPr/>
          </p:nvSpPr>
          <p:spPr>
            <a:xfrm>
              <a:off x="7986146" y="3787481"/>
              <a:ext cx="115802" cy="115802"/>
            </a:xfrm>
            <a:custGeom>
              <a:avLst/>
              <a:gdLst/>
              <a:ahLst/>
              <a:cxnLst/>
              <a:rect l="l" t="t" r="r" b="b"/>
              <a:pathLst>
                <a:path w="6525" h="6525" extrusionOk="0">
                  <a:moveTo>
                    <a:pt x="0" y="0"/>
                  </a:moveTo>
                  <a:lnTo>
                    <a:pt x="0" y="6524"/>
                  </a:lnTo>
                  <a:lnTo>
                    <a:pt x="6524" y="6524"/>
                  </a:lnTo>
                  <a:lnTo>
                    <a:pt x="6524" y="0"/>
                  </a:lnTo>
                  <a:close/>
                </a:path>
              </a:pathLst>
            </a:custGeom>
            <a:solidFill>
              <a:srgbClr val="9275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5"/>
            <p:cNvSpPr/>
            <p:nvPr/>
          </p:nvSpPr>
          <p:spPr>
            <a:xfrm>
              <a:off x="8449284" y="3787481"/>
              <a:ext cx="115802" cy="115802"/>
            </a:xfrm>
            <a:custGeom>
              <a:avLst/>
              <a:gdLst/>
              <a:ahLst/>
              <a:cxnLst/>
              <a:rect l="l" t="t" r="r" b="b"/>
              <a:pathLst>
                <a:path w="6525" h="6525" extrusionOk="0">
                  <a:moveTo>
                    <a:pt x="0" y="0"/>
                  </a:moveTo>
                  <a:lnTo>
                    <a:pt x="0" y="6524"/>
                  </a:lnTo>
                  <a:lnTo>
                    <a:pt x="6524" y="6524"/>
                  </a:lnTo>
                  <a:lnTo>
                    <a:pt x="6524" y="0"/>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5"/>
            <p:cNvSpPr/>
            <p:nvPr/>
          </p:nvSpPr>
          <p:spPr>
            <a:xfrm>
              <a:off x="8449284" y="4019051"/>
              <a:ext cx="115802" cy="115802"/>
            </a:xfrm>
            <a:custGeom>
              <a:avLst/>
              <a:gdLst/>
              <a:ahLst/>
              <a:cxnLst/>
              <a:rect l="l" t="t" r="r" b="b"/>
              <a:pathLst>
                <a:path w="6525" h="6525" extrusionOk="0">
                  <a:moveTo>
                    <a:pt x="0" y="0"/>
                  </a:moveTo>
                  <a:lnTo>
                    <a:pt x="0" y="6524"/>
                  </a:lnTo>
                  <a:lnTo>
                    <a:pt x="6524" y="6524"/>
                  </a:lnTo>
                  <a:lnTo>
                    <a:pt x="6524" y="0"/>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5"/>
            <p:cNvSpPr/>
            <p:nvPr/>
          </p:nvSpPr>
          <p:spPr>
            <a:xfrm>
              <a:off x="8449284" y="3555912"/>
              <a:ext cx="115802" cy="115802"/>
            </a:xfrm>
            <a:custGeom>
              <a:avLst/>
              <a:gdLst/>
              <a:ahLst/>
              <a:cxnLst/>
              <a:rect l="l" t="t" r="r" b="b"/>
              <a:pathLst>
                <a:path w="6525" h="6525" extrusionOk="0">
                  <a:moveTo>
                    <a:pt x="0" y="0"/>
                  </a:moveTo>
                  <a:lnTo>
                    <a:pt x="0" y="6524"/>
                  </a:lnTo>
                  <a:lnTo>
                    <a:pt x="6524" y="6524"/>
                  </a:lnTo>
                  <a:lnTo>
                    <a:pt x="6524" y="0"/>
                  </a:lnTo>
                  <a:close/>
                </a:path>
              </a:pathLst>
            </a:custGeom>
            <a:solidFill>
              <a:srgbClr val="4F57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853"/>
        <p:cNvGrpSpPr/>
        <p:nvPr/>
      </p:nvGrpSpPr>
      <p:grpSpPr>
        <a:xfrm>
          <a:off x="0" y="0"/>
          <a:ext cx="0" cy="0"/>
          <a:chOff x="0" y="0"/>
          <a:chExt cx="0" cy="0"/>
        </a:xfrm>
      </p:grpSpPr>
      <p:sp>
        <p:nvSpPr>
          <p:cNvPr id="854" name="Google Shape;854;p36"/>
          <p:cNvSpPr txBox="1">
            <a:spLocks noGrp="1"/>
          </p:cNvSpPr>
          <p:nvPr>
            <p:ph type="subTitle" idx="2"/>
          </p:nvPr>
        </p:nvSpPr>
        <p:spPr>
          <a:xfrm>
            <a:off x="720000" y="1981086"/>
            <a:ext cx="2316900" cy="144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Para crear un sitio web, se debe dar instrucciones al ordenador. No basta con solo indicar el texto.</a:t>
            </a:r>
            <a:endParaRPr/>
          </a:p>
          <a:p>
            <a:pPr marL="0" lvl="0" indent="0" algn="ctr" rtl="0">
              <a:spcBef>
                <a:spcPts val="0"/>
              </a:spcBef>
              <a:spcAft>
                <a:spcPts val="0"/>
              </a:spcAft>
              <a:buClr>
                <a:schemeClr val="dk1"/>
              </a:buClr>
              <a:buSzPts val="1100"/>
              <a:buFont typeface="Arial"/>
              <a:buNone/>
            </a:pPr>
            <a:endParaRPr/>
          </a:p>
          <a:p>
            <a:pPr marL="0" lvl="0" indent="0" algn="ctr" rtl="0">
              <a:spcBef>
                <a:spcPts val="0"/>
              </a:spcBef>
              <a:spcAft>
                <a:spcPts val="0"/>
              </a:spcAft>
              <a:buClr>
                <a:schemeClr val="dk1"/>
              </a:buClr>
              <a:buSzPts val="1100"/>
              <a:buFont typeface="Arial"/>
              <a:buNone/>
            </a:pPr>
            <a:r>
              <a:rPr lang="en"/>
              <a:t>¿Donde? ¿Enlaces? etc</a:t>
            </a:r>
            <a:endParaRPr/>
          </a:p>
          <a:p>
            <a:pPr marL="0" lvl="0" indent="0" algn="ctr" rtl="0">
              <a:spcBef>
                <a:spcPts val="0"/>
              </a:spcBef>
              <a:spcAft>
                <a:spcPts val="0"/>
              </a:spcAft>
              <a:buNone/>
            </a:pPr>
            <a:endParaRPr/>
          </a:p>
        </p:txBody>
      </p:sp>
      <p:sp>
        <p:nvSpPr>
          <p:cNvPr id="855" name="Google Shape;855;p36"/>
          <p:cNvSpPr txBox="1">
            <a:spLocks noGrp="1"/>
          </p:cNvSpPr>
          <p:nvPr>
            <p:ph type="subTitle" idx="4"/>
          </p:nvPr>
        </p:nvSpPr>
        <p:spPr>
          <a:xfrm>
            <a:off x="3282963" y="1981088"/>
            <a:ext cx="2578200" cy="204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Para indicar al ordenador lo que se quiere hacer, se tiene que utilizar un lenguaje de</a:t>
            </a:r>
            <a:endParaRPr/>
          </a:p>
          <a:p>
            <a:pPr marL="0" lvl="0" indent="0" algn="ctr" rtl="0">
              <a:spcBef>
                <a:spcPts val="0"/>
              </a:spcBef>
              <a:spcAft>
                <a:spcPts val="0"/>
              </a:spcAft>
              <a:buClr>
                <a:schemeClr val="dk1"/>
              </a:buClr>
              <a:buSzPts val="1100"/>
              <a:buFont typeface="Arial"/>
              <a:buNone/>
            </a:pPr>
            <a:r>
              <a:rPr lang="en"/>
              <a:t>programación comprensible.</a:t>
            </a:r>
            <a:endParaRPr/>
          </a:p>
          <a:p>
            <a:pPr marL="0" lvl="0" indent="0" algn="ctr" rtl="0">
              <a:spcBef>
                <a:spcPts val="0"/>
              </a:spcBef>
              <a:spcAft>
                <a:spcPts val="0"/>
              </a:spcAft>
              <a:buClr>
                <a:schemeClr val="dk1"/>
              </a:buClr>
              <a:buSzPts val="1100"/>
              <a:buFont typeface="Arial"/>
              <a:buNone/>
            </a:pPr>
            <a:endParaRPr/>
          </a:p>
          <a:p>
            <a:pPr marL="0" lvl="0" indent="0" algn="ctr" rtl="0">
              <a:spcBef>
                <a:spcPts val="0"/>
              </a:spcBef>
              <a:spcAft>
                <a:spcPts val="0"/>
              </a:spcAft>
              <a:buClr>
                <a:schemeClr val="dk1"/>
              </a:buClr>
              <a:buSzPts val="1100"/>
              <a:buFont typeface="Arial"/>
              <a:buNone/>
            </a:pPr>
            <a:r>
              <a:rPr lang="en"/>
              <a:t>¿Por qué se crearon dos?</a:t>
            </a:r>
            <a:endParaRPr/>
          </a:p>
          <a:p>
            <a:pPr marL="0" lvl="0" indent="0" algn="ctr" rtl="0">
              <a:spcBef>
                <a:spcPts val="0"/>
              </a:spcBef>
              <a:spcAft>
                <a:spcPts val="0"/>
              </a:spcAft>
              <a:buNone/>
            </a:pPr>
            <a:endParaRPr/>
          </a:p>
          <a:p>
            <a:pPr marL="0" lvl="0" indent="0" algn="ctr" rtl="0">
              <a:spcBef>
                <a:spcPts val="0"/>
              </a:spcBef>
              <a:spcAft>
                <a:spcPts val="0"/>
              </a:spcAft>
              <a:buNone/>
            </a:pPr>
            <a:r>
              <a:rPr lang="en"/>
              <a:t>Uno habría bastado, ¿no?</a:t>
            </a:r>
            <a:endParaRPr/>
          </a:p>
        </p:txBody>
      </p:sp>
      <p:sp>
        <p:nvSpPr>
          <p:cNvPr id="856" name="Google Shape;856;p36"/>
          <p:cNvSpPr txBox="1">
            <a:spLocks noGrp="1"/>
          </p:cNvSpPr>
          <p:nvPr>
            <p:ph type="subTitle" idx="6"/>
          </p:nvPr>
        </p:nvSpPr>
        <p:spPr>
          <a:xfrm>
            <a:off x="6107225" y="1981088"/>
            <a:ext cx="2461800" cy="144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Si hay dos lenguajes es para facilitar las cosas. Vamos a tratar con dos lenguajes que son complementarios, ya que tienen funciones diferentes: HTML y CSS.</a:t>
            </a:r>
            <a:endParaRPr/>
          </a:p>
          <a:p>
            <a:pPr marL="0" lvl="0" indent="0" algn="ctr" rtl="0">
              <a:spcBef>
                <a:spcPts val="0"/>
              </a:spcBef>
              <a:spcAft>
                <a:spcPts val="0"/>
              </a:spcAft>
              <a:buNone/>
            </a:pPr>
            <a:endParaRPr/>
          </a:p>
        </p:txBody>
      </p:sp>
      <p:grpSp>
        <p:nvGrpSpPr>
          <p:cNvPr id="857" name="Google Shape;857;p36"/>
          <p:cNvGrpSpPr/>
          <p:nvPr/>
        </p:nvGrpSpPr>
        <p:grpSpPr>
          <a:xfrm>
            <a:off x="1645267" y="1112519"/>
            <a:ext cx="466361" cy="466336"/>
            <a:chOff x="1487200" y="2021475"/>
            <a:chExt cx="483125" cy="483150"/>
          </a:xfrm>
        </p:grpSpPr>
        <p:sp>
          <p:nvSpPr>
            <p:cNvPr id="858" name="Google Shape;858;p36"/>
            <p:cNvSpPr/>
            <p:nvPr/>
          </p:nvSpPr>
          <p:spPr>
            <a:xfrm>
              <a:off x="1487200" y="2021475"/>
              <a:ext cx="483125" cy="483150"/>
            </a:xfrm>
            <a:custGeom>
              <a:avLst/>
              <a:gdLst/>
              <a:ahLst/>
              <a:cxnLst/>
              <a:rect l="l" t="t" r="r" b="b"/>
              <a:pathLst>
                <a:path w="19325" h="19326" extrusionOk="0">
                  <a:moveTo>
                    <a:pt x="17628" y="1133"/>
                  </a:moveTo>
                  <a:cubicBezTo>
                    <a:pt x="17939" y="1133"/>
                    <a:pt x="18192" y="1386"/>
                    <a:pt x="18192" y="1701"/>
                  </a:cubicBezTo>
                  <a:lnTo>
                    <a:pt x="18192" y="14796"/>
                  </a:lnTo>
                  <a:lnTo>
                    <a:pt x="1132" y="14796"/>
                  </a:lnTo>
                  <a:lnTo>
                    <a:pt x="1132" y="1701"/>
                  </a:lnTo>
                  <a:cubicBezTo>
                    <a:pt x="1132" y="1386"/>
                    <a:pt x="1386" y="1133"/>
                    <a:pt x="1700" y="1133"/>
                  </a:cubicBezTo>
                  <a:close/>
                  <a:moveTo>
                    <a:pt x="18192" y="15928"/>
                  </a:moveTo>
                  <a:lnTo>
                    <a:pt x="18192" y="17628"/>
                  </a:lnTo>
                  <a:cubicBezTo>
                    <a:pt x="18192" y="17939"/>
                    <a:pt x="17939" y="18193"/>
                    <a:pt x="17628" y="18193"/>
                  </a:cubicBezTo>
                  <a:lnTo>
                    <a:pt x="1700" y="18193"/>
                  </a:lnTo>
                  <a:cubicBezTo>
                    <a:pt x="1386" y="18193"/>
                    <a:pt x="1132" y="17939"/>
                    <a:pt x="1132" y="17628"/>
                  </a:cubicBezTo>
                  <a:lnTo>
                    <a:pt x="1132" y="15928"/>
                  </a:lnTo>
                  <a:close/>
                  <a:moveTo>
                    <a:pt x="1700" y="1"/>
                  </a:moveTo>
                  <a:cubicBezTo>
                    <a:pt x="761" y="1"/>
                    <a:pt x="0" y="761"/>
                    <a:pt x="0" y="1701"/>
                  </a:cubicBezTo>
                  <a:lnTo>
                    <a:pt x="0" y="17628"/>
                  </a:lnTo>
                  <a:cubicBezTo>
                    <a:pt x="0" y="18564"/>
                    <a:pt x="761" y="19325"/>
                    <a:pt x="1700" y="19325"/>
                  </a:cubicBezTo>
                  <a:lnTo>
                    <a:pt x="17628" y="19325"/>
                  </a:lnTo>
                  <a:cubicBezTo>
                    <a:pt x="18564" y="19325"/>
                    <a:pt x="19325" y="18564"/>
                    <a:pt x="19325" y="17628"/>
                  </a:cubicBezTo>
                  <a:lnTo>
                    <a:pt x="19325" y="1701"/>
                  </a:lnTo>
                  <a:cubicBezTo>
                    <a:pt x="19325" y="761"/>
                    <a:pt x="18564" y="1"/>
                    <a:pt x="17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59" name="Google Shape;859;p36"/>
            <p:cNvSpPr/>
            <p:nvPr/>
          </p:nvSpPr>
          <p:spPr>
            <a:xfrm>
              <a:off x="1573100" y="2078100"/>
              <a:ext cx="84875" cy="284000"/>
            </a:xfrm>
            <a:custGeom>
              <a:avLst/>
              <a:gdLst/>
              <a:ahLst/>
              <a:cxnLst/>
              <a:rect l="l" t="t" r="r" b="b"/>
              <a:pathLst>
                <a:path w="3395" h="11360" extrusionOk="0">
                  <a:moveTo>
                    <a:pt x="1697" y="6833"/>
                  </a:moveTo>
                  <a:cubicBezTo>
                    <a:pt x="2201" y="6833"/>
                    <a:pt x="2455" y="7440"/>
                    <a:pt x="2099" y="7799"/>
                  </a:cubicBezTo>
                  <a:cubicBezTo>
                    <a:pt x="1983" y="7914"/>
                    <a:pt x="1841" y="7966"/>
                    <a:pt x="1702" y="7966"/>
                  </a:cubicBezTo>
                  <a:cubicBezTo>
                    <a:pt x="1411" y="7966"/>
                    <a:pt x="1133" y="7739"/>
                    <a:pt x="1133" y="7398"/>
                  </a:cubicBezTo>
                  <a:cubicBezTo>
                    <a:pt x="1133" y="7084"/>
                    <a:pt x="1383" y="6833"/>
                    <a:pt x="1697" y="6833"/>
                  </a:cubicBezTo>
                  <a:close/>
                  <a:moveTo>
                    <a:pt x="1697" y="0"/>
                  </a:moveTo>
                  <a:cubicBezTo>
                    <a:pt x="1383" y="0"/>
                    <a:pt x="1133" y="254"/>
                    <a:pt x="1133" y="568"/>
                  </a:cubicBezTo>
                  <a:lnTo>
                    <a:pt x="1133" y="5798"/>
                  </a:lnTo>
                  <a:cubicBezTo>
                    <a:pt x="453" y="6036"/>
                    <a:pt x="0" y="6679"/>
                    <a:pt x="0" y="7398"/>
                  </a:cubicBezTo>
                  <a:cubicBezTo>
                    <a:pt x="0" y="8116"/>
                    <a:pt x="453" y="8760"/>
                    <a:pt x="1133" y="8998"/>
                  </a:cubicBezTo>
                  <a:lnTo>
                    <a:pt x="1133" y="10795"/>
                  </a:lnTo>
                  <a:cubicBezTo>
                    <a:pt x="1133" y="11109"/>
                    <a:pt x="1383" y="11359"/>
                    <a:pt x="1697" y="11359"/>
                  </a:cubicBezTo>
                  <a:cubicBezTo>
                    <a:pt x="2011" y="11359"/>
                    <a:pt x="2265" y="11109"/>
                    <a:pt x="2265" y="10795"/>
                  </a:cubicBezTo>
                  <a:lnTo>
                    <a:pt x="2265" y="8998"/>
                  </a:lnTo>
                  <a:cubicBezTo>
                    <a:pt x="2941" y="8760"/>
                    <a:pt x="3394" y="8116"/>
                    <a:pt x="3394" y="7398"/>
                  </a:cubicBezTo>
                  <a:cubicBezTo>
                    <a:pt x="3394" y="6679"/>
                    <a:pt x="2941" y="6036"/>
                    <a:pt x="2265" y="5798"/>
                  </a:cubicBezTo>
                  <a:lnTo>
                    <a:pt x="2265" y="568"/>
                  </a:lnTo>
                  <a:cubicBezTo>
                    <a:pt x="2265" y="254"/>
                    <a:pt x="2011" y="0"/>
                    <a:pt x="16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60" name="Google Shape;860;p36"/>
            <p:cNvSpPr/>
            <p:nvPr/>
          </p:nvSpPr>
          <p:spPr>
            <a:xfrm>
              <a:off x="1686325" y="2078100"/>
              <a:ext cx="84875" cy="284000"/>
            </a:xfrm>
            <a:custGeom>
              <a:avLst/>
              <a:gdLst/>
              <a:ahLst/>
              <a:cxnLst/>
              <a:rect l="l" t="t" r="r" b="b"/>
              <a:pathLst>
                <a:path w="3395" h="11360" extrusionOk="0">
                  <a:moveTo>
                    <a:pt x="1697" y="3436"/>
                  </a:moveTo>
                  <a:cubicBezTo>
                    <a:pt x="2011" y="3436"/>
                    <a:pt x="2262" y="3687"/>
                    <a:pt x="2262" y="4001"/>
                  </a:cubicBezTo>
                  <a:cubicBezTo>
                    <a:pt x="2262" y="4315"/>
                    <a:pt x="2011" y="4569"/>
                    <a:pt x="1697" y="4569"/>
                  </a:cubicBezTo>
                  <a:cubicBezTo>
                    <a:pt x="1383" y="4569"/>
                    <a:pt x="1133" y="4315"/>
                    <a:pt x="1133" y="4001"/>
                  </a:cubicBezTo>
                  <a:cubicBezTo>
                    <a:pt x="1133" y="3687"/>
                    <a:pt x="1383" y="3436"/>
                    <a:pt x="1697" y="3436"/>
                  </a:cubicBezTo>
                  <a:close/>
                  <a:moveTo>
                    <a:pt x="1697" y="0"/>
                  </a:moveTo>
                  <a:cubicBezTo>
                    <a:pt x="1383" y="0"/>
                    <a:pt x="1133" y="254"/>
                    <a:pt x="1133" y="568"/>
                  </a:cubicBezTo>
                  <a:lnTo>
                    <a:pt x="1133" y="2401"/>
                  </a:lnTo>
                  <a:cubicBezTo>
                    <a:pt x="453" y="2639"/>
                    <a:pt x="0" y="3282"/>
                    <a:pt x="0" y="4001"/>
                  </a:cubicBezTo>
                  <a:cubicBezTo>
                    <a:pt x="0" y="4720"/>
                    <a:pt x="453" y="5363"/>
                    <a:pt x="1133" y="5601"/>
                  </a:cubicBezTo>
                  <a:lnTo>
                    <a:pt x="1133" y="10795"/>
                  </a:lnTo>
                  <a:cubicBezTo>
                    <a:pt x="1133" y="11109"/>
                    <a:pt x="1383" y="11359"/>
                    <a:pt x="1697" y="11359"/>
                  </a:cubicBezTo>
                  <a:cubicBezTo>
                    <a:pt x="2011" y="11359"/>
                    <a:pt x="2265" y="11109"/>
                    <a:pt x="2265" y="10795"/>
                  </a:cubicBezTo>
                  <a:lnTo>
                    <a:pt x="2265" y="5601"/>
                  </a:lnTo>
                  <a:cubicBezTo>
                    <a:pt x="2941" y="5363"/>
                    <a:pt x="3394" y="4720"/>
                    <a:pt x="3394" y="4001"/>
                  </a:cubicBezTo>
                  <a:cubicBezTo>
                    <a:pt x="3394" y="3282"/>
                    <a:pt x="2941" y="2639"/>
                    <a:pt x="2265" y="2401"/>
                  </a:cubicBezTo>
                  <a:lnTo>
                    <a:pt x="2265" y="568"/>
                  </a:lnTo>
                  <a:cubicBezTo>
                    <a:pt x="2265" y="254"/>
                    <a:pt x="2011" y="0"/>
                    <a:pt x="16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61" name="Google Shape;861;p36"/>
            <p:cNvSpPr/>
            <p:nvPr/>
          </p:nvSpPr>
          <p:spPr>
            <a:xfrm>
              <a:off x="1799550" y="2078100"/>
              <a:ext cx="84875" cy="284000"/>
            </a:xfrm>
            <a:custGeom>
              <a:avLst/>
              <a:gdLst/>
              <a:ahLst/>
              <a:cxnLst/>
              <a:rect l="l" t="t" r="r" b="b"/>
              <a:pathLst>
                <a:path w="3395" h="11360" extrusionOk="0">
                  <a:moveTo>
                    <a:pt x="1698" y="6833"/>
                  </a:moveTo>
                  <a:cubicBezTo>
                    <a:pt x="2202" y="6833"/>
                    <a:pt x="2455" y="7440"/>
                    <a:pt x="2099" y="7799"/>
                  </a:cubicBezTo>
                  <a:cubicBezTo>
                    <a:pt x="1983" y="7914"/>
                    <a:pt x="1841" y="7966"/>
                    <a:pt x="1703" y="7966"/>
                  </a:cubicBezTo>
                  <a:cubicBezTo>
                    <a:pt x="1411" y="7966"/>
                    <a:pt x="1133" y="7739"/>
                    <a:pt x="1133" y="7398"/>
                  </a:cubicBezTo>
                  <a:cubicBezTo>
                    <a:pt x="1133" y="7084"/>
                    <a:pt x="1384" y="6833"/>
                    <a:pt x="1698" y="6833"/>
                  </a:cubicBezTo>
                  <a:close/>
                  <a:moveTo>
                    <a:pt x="1698" y="0"/>
                  </a:moveTo>
                  <a:cubicBezTo>
                    <a:pt x="1384" y="0"/>
                    <a:pt x="1133" y="254"/>
                    <a:pt x="1133" y="568"/>
                  </a:cubicBezTo>
                  <a:lnTo>
                    <a:pt x="1133" y="5798"/>
                  </a:lnTo>
                  <a:cubicBezTo>
                    <a:pt x="454" y="6036"/>
                    <a:pt x="1" y="6679"/>
                    <a:pt x="1" y="7398"/>
                  </a:cubicBezTo>
                  <a:cubicBezTo>
                    <a:pt x="1" y="8116"/>
                    <a:pt x="454" y="8760"/>
                    <a:pt x="1133" y="8998"/>
                  </a:cubicBezTo>
                  <a:lnTo>
                    <a:pt x="1133" y="10795"/>
                  </a:lnTo>
                  <a:cubicBezTo>
                    <a:pt x="1133" y="11109"/>
                    <a:pt x="1384" y="11359"/>
                    <a:pt x="1698" y="11359"/>
                  </a:cubicBezTo>
                  <a:cubicBezTo>
                    <a:pt x="2012" y="11359"/>
                    <a:pt x="2265" y="11109"/>
                    <a:pt x="2265" y="10795"/>
                  </a:cubicBezTo>
                  <a:lnTo>
                    <a:pt x="2265" y="8998"/>
                  </a:lnTo>
                  <a:cubicBezTo>
                    <a:pt x="2942" y="8760"/>
                    <a:pt x="3394" y="8116"/>
                    <a:pt x="3394" y="7398"/>
                  </a:cubicBezTo>
                  <a:cubicBezTo>
                    <a:pt x="3394" y="6679"/>
                    <a:pt x="2942" y="6036"/>
                    <a:pt x="2265" y="5798"/>
                  </a:cubicBezTo>
                  <a:lnTo>
                    <a:pt x="2265" y="568"/>
                  </a:lnTo>
                  <a:cubicBezTo>
                    <a:pt x="2265" y="254"/>
                    <a:pt x="2012"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862" name="Google Shape;862;p36"/>
          <p:cNvGrpSpPr/>
          <p:nvPr/>
        </p:nvGrpSpPr>
        <p:grpSpPr>
          <a:xfrm>
            <a:off x="4338993" y="1112521"/>
            <a:ext cx="466331" cy="466332"/>
            <a:chOff x="3282325" y="2035675"/>
            <a:chExt cx="459575" cy="454825"/>
          </a:xfrm>
        </p:grpSpPr>
        <p:sp>
          <p:nvSpPr>
            <p:cNvPr id="863" name="Google Shape;863;p36"/>
            <p:cNvSpPr/>
            <p:nvPr/>
          </p:nvSpPr>
          <p:spPr>
            <a:xfrm>
              <a:off x="3337050" y="2234125"/>
              <a:ext cx="85925" cy="206325"/>
            </a:xfrm>
            <a:custGeom>
              <a:avLst/>
              <a:gdLst/>
              <a:ahLst/>
              <a:cxnLst/>
              <a:rect l="l" t="t" r="r" b="b"/>
              <a:pathLst>
                <a:path w="3437" h="8253" extrusionOk="0">
                  <a:moveTo>
                    <a:pt x="2305" y="1133"/>
                  </a:moveTo>
                  <a:lnTo>
                    <a:pt x="2305" y="7120"/>
                  </a:lnTo>
                  <a:lnTo>
                    <a:pt x="1133" y="7120"/>
                  </a:lnTo>
                  <a:lnTo>
                    <a:pt x="1133" y="1133"/>
                  </a:lnTo>
                  <a:close/>
                  <a:moveTo>
                    <a:pt x="568" y="0"/>
                  </a:moveTo>
                  <a:cubicBezTo>
                    <a:pt x="254" y="0"/>
                    <a:pt x="1" y="254"/>
                    <a:pt x="1" y="568"/>
                  </a:cubicBezTo>
                  <a:lnTo>
                    <a:pt x="1" y="7688"/>
                  </a:lnTo>
                  <a:cubicBezTo>
                    <a:pt x="1" y="7999"/>
                    <a:pt x="254" y="8253"/>
                    <a:pt x="568" y="8253"/>
                  </a:cubicBezTo>
                  <a:lnTo>
                    <a:pt x="2869" y="8253"/>
                  </a:lnTo>
                  <a:cubicBezTo>
                    <a:pt x="3183" y="8253"/>
                    <a:pt x="3437" y="7999"/>
                    <a:pt x="3437" y="7688"/>
                  </a:cubicBezTo>
                  <a:lnTo>
                    <a:pt x="3437" y="568"/>
                  </a:lnTo>
                  <a:cubicBezTo>
                    <a:pt x="3437" y="254"/>
                    <a:pt x="3183" y="0"/>
                    <a:pt x="28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64" name="Google Shape;864;p36"/>
            <p:cNvSpPr/>
            <p:nvPr/>
          </p:nvSpPr>
          <p:spPr>
            <a:xfrm>
              <a:off x="3451275" y="2175475"/>
              <a:ext cx="84925" cy="264975"/>
            </a:xfrm>
            <a:custGeom>
              <a:avLst/>
              <a:gdLst/>
              <a:ahLst/>
              <a:cxnLst/>
              <a:rect l="l" t="t" r="r" b="b"/>
              <a:pathLst>
                <a:path w="3397" h="10599" extrusionOk="0">
                  <a:moveTo>
                    <a:pt x="2265" y="1133"/>
                  </a:moveTo>
                  <a:lnTo>
                    <a:pt x="2265" y="9466"/>
                  </a:lnTo>
                  <a:lnTo>
                    <a:pt x="1132" y="9466"/>
                  </a:lnTo>
                  <a:lnTo>
                    <a:pt x="1132" y="1133"/>
                  </a:lnTo>
                  <a:close/>
                  <a:moveTo>
                    <a:pt x="565" y="0"/>
                  </a:moveTo>
                  <a:cubicBezTo>
                    <a:pt x="254" y="0"/>
                    <a:pt x="0" y="254"/>
                    <a:pt x="0" y="565"/>
                  </a:cubicBezTo>
                  <a:lnTo>
                    <a:pt x="0" y="10034"/>
                  </a:lnTo>
                  <a:cubicBezTo>
                    <a:pt x="0" y="10345"/>
                    <a:pt x="254" y="10599"/>
                    <a:pt x="565" y="10599"/>
                  </a:cubicBezTo>
                  <a:lnTo>
                    <a:pt x="2829" y="10599"/>
                  </a:lnTo>
                  <a:cubicBezTo>
                    <a:pt x="3143" y="10599"/>
                    <a:pt x="3397" y="10345"/>
                    <a:pt x="3397" y="10034"/>
                  </a:cubicBezTo>
                  <a:lnTo>
                    <a:pt x="3397" y="565"/>
                  </a:lnTo>
                  <a:cubicBezTo>
                    <a:pt x="3397" y="254"/>
                    <a:pt x="3143" y="0"/>
                    <a:pt x="28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65" name="Google Shape;865;p36"/>
            <p:cNvSpPr/>
            <p:nvPr/>
          </p:nvSpPr>
          <p:spPr>
            <a:xfrm>
              <a:off x="3564500" y="2116825"/>
              <a:ext cx="84950" cy="323625"/>
            </a:xfrm>
            <a:custGeom>
              <a:avLst/>
              <a:gdLst/>
              <a:ahLst/>
              <a:cxnLst/>
              <a:rect l="l" t="t" r="r" b="b"/>
              <a:pathLst>
                <a:path w="3398" h="12945" extrusionOk="0">
                  <a:moveTo>
                    <a:pt x="2265" y="1132"/>
                  </a:moveTo>
                  <a:lnTo>
                    <a:pt x="2265" y="11812"/>
                  </a:lnTo>
                  <a:lnTo>
                    <a:pt x="1133" y="11812"/>
                  </a:lnTo>
                  <a:lnTo>
                    <a:pt x="1133" y="1132"/>
                  </a:lnTo>
                  <a:close/>
                  <a:moveTo>
                    <a:pt x="565" y="0"/>
                  </a:moveTo>
                  <a:cubicBezTo>
                    <a:pt x="254" y="0"/>
                    <a:pt x="0" y="251"/>
                    <a:pt x="0" y="565"/>
                  </a:cubicBezTo>
                  <a:lnTo>
                    <a:pt x="0" y="12380"/>
                  </a:lnTo>
                  <a:cubicBezTo>
                    <a:pt x="0" y="12691"/>
                    <a:pt x="254" y="12945"/>
                    <a:pt x="565" y="12945"/>
                  </a:cubicBezTo>
                  <a:lnTo>
                    <a:pt x="2829" y="12945"/>
                  </a:lnTo>
                  <a:cubicBezTo>
                    <a:pt x="3144" y="12945"/>
                    <a:pt x="3397" y="12691"/>
                    <a:pt x="3397" y="12380"/>
                  </a:cubicBezTo>
                  <a:lnTo>
                    <a:pt x="3397" y="565"/>
                  </a:lnTo>
                  <a:cubicBezTo>
                    <a:pt x="3397" y="251"/>
                    <a:pt x="3144" y="0"/>
                    <a:pt x="28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66" name="Google Shape;866;p36"/>
            <p:cNvSpPr/>
            <p:nvPr/>
          </p:nvSpPr>
          <p:spPr>
            <a:xfrm>
              <a:off x="3282325" y="2035675"/>
              <a:ext cx="459575" cy="454825"/>
            </a:xfrm>
            <a:custGeom>
              <a:avLst/>
              <a:gdLst/>
              <a:ahLst/>
              <a:cxnLst/>
              <a:rect l="l" t="t" r="r" b="b"/>
              <a:pathLst>
                <a:path w="18383" h="18193" extrusionOk="0">
                  <a:moveTo>
                    <a:pt x="568" y="0"/>
                  </a:moveTo>
                  <a:cubicBezTo>
                    <a:pt x="254" y="0"/>
                    <a:pt x="1" y="251"/>
                    <a:pt x="1" y="565"/>
                  </a:cubicBezTo>
                  <a:lnTo>
                    <a:pt x="1" y="17625"/>
                  </a:lnTo>
                  <a:cubicBezTo>
                    <a:pt x="1" y="17939"/>
                    <a:pt x="254" y="18192"/>
                    <a:pt x="568" y="18192"/>
                  </a:cubicBezTo>
                  <a:lnTo>
                    <a:pt x="17815" y="18192"/>
                  </a:lnTo>
                  <a:cubicBezTo>
                    <a:pt x="18129" y="18192"/>
                    <a:pt x="18383" y="17939"/>
                    <a:pt x="18383" y="17625"/>
                  </a:cubicBezTo>
                  <a:cubicBezTo>
                    <a:pt x="18383" y="17311"/>
                    <a:pt x="18129" y="17060"/>
                    <a:pt x="17815" y="17060"/>
                  </a:cubicBezTo>
                  <a:lnTo>
                    <a:pt x="1133" y="17060"/>
                  </a:lnTo>
                  <a:lnTo>
                    <a:pt x="1133" y="565"/>
                  </a:lnTo>
                  <a:cubicBezTo>
                    <a:pt x="1133" y="251"/>
                    <a:pt x="879" y="0"/>
                    <a:pt x="5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867" name="Google Shape;867;p36"/>
          <p:cNvSpPr/>
          <p:nvPr/>
        </p:nvSpPr>
        <p:spPr>
          <a:xfrm>
            <a:off x="7032708" y="1119000"/>
            <a:ext cx="466343" cy="453373"/>
          </a:xfrm>
          <a:custGeom>
            <a:avLst/>
            <a:gdLst/>
            <a:ahLst/>
            <a:cxnLst/>
            <a:rect l="l" t="t" r="r" b="b"/>
            <a:pathLst>
              <a:path w="18772" h="17991" extrusionOk="0">
                <a:moveTo>
                  <a:pt x="17492" y="6197"/>
                </a:moveTo>
                <a:lnTo>
                  <a:pt x="17217" y="8063"/>
                </a:lnTo>
                <a:lnTo>
                  <a:pt x="15626" y="6472"/>
                </a:lnTo>
                <a:lnTo>
                  <a:pt x="17492" y="6197"/>
                </a:lnTo>
                <a:close/>
                <a:moveTo>
                  <a:pt x="6055" y="9391"/>
                </a:moveTo>
                <a:lnTo>
                  <a:pt x="6055" y="16858"/>
                </a:lnTo>
                <a:lnTo>
                  <a:pt x="1133" y="16858"/>
                </a:lnTo>
                <a:lnTo>
                  <a:pt x="1133" y="13332"/>
                </a:lnTo>
                <a:lnTo>
                  <a:pt x="6055" y="9391"/>
                </a:lnTo>
                <a:close/>
                <a:moveTo>
                  <a:pt x="7187" y="9141"/>
                </a:moveTo>
                <a:lnTo>
                  <a:pt x="11903" y="11568"/>
                </a:lnTo>
                <a:lnTo>
                  <a:pt x="11903" y="16858"/>
                </a:lnTo>
                <a:lnTo>
                  <a:pt x="7187" y="16858"/>
                </a:lnTo>
                <a:lnTo>
                  <a:pt x="7187" y="9141"/>
                </a:lnTo>
                <a:close/>
                <a:moveTo>
                  <a:pt x="565" y="1"/>
                </a:moveTo>
                <a:cubicBezTo>
                  <a:pt x="254" y="1"/>
                  <a:pt x="1" y="255"/>
                  <a:pt x="1" y="569"/>
                </a:cubicBezTo>
                <a:lnTo>
                  <a:pt x="1" y="17423"/>
                </a:lnTo>
                <a:cubicBezTo>
                  <a:pt x="1" y="17737"/>
                  <a:pt x="254" y="17991"/>
                  <a:pt x="565" y="17991"/>
                </a:cubicBezTo>
                <a:lnTo>
                  <a:pt x="18141" y="17991"/>
                </a:lnTo>
                <a:cubicBezTo>
                  <a:pt x="18455" y="17991"/>
                  <a:pt x="18706" y="17737"/>
                  <a:pt x="18706" y="17423"/>
                </a:cubicBezTo>
                <a:cubicBezTo>
                  <a:pt x="18706" y="17112"/>
                  <a:pt x="18455" y="16858"/>
                  <a:pt x="18141" y="16858"/>
                </a:cubicBezTo>
                <a:lnTo>
                  <a:pt x="13033" y="16858"/>
                </a:lnTo>
                <a:lnTo>
                  <a:pt x="13033" y="11457"/>
                </a:lnTo>
                <a:lnTo>
                  <a:pt x="16022" y="8467"/>
                </a:lnTo>
                <a:lnTo>
                  <a:pt x="17214" y="9660"/>
                </a:lnTo>
                <a:cubicBezTo>
                  <a:pt x="17329" y="9774"/>
                  <a:pt x="17471" y="9826"/>
                  <a:pt x="17611" y="9826"/>
                </a:cubicBezTo>
                <a:cubicBezTo>
                  <a:pt x="17874" y="9826"/>
                  <a:pt x="18129" y="9643"/>
                  <a:pt x="18175" y="9343"/>
                </a:cubicBezTo>
                <a:lnTo>
                  <a:pt x="18721" y="5608"/>
                </a:lnTo>
                <a:cubicBezTo>
                  <a:pt x="18771" y="5262"/>
                  <a:pt x="18501" y="4962"/>
                  <a:pt x="18164" y="4962"/>
                </a:cubicBezTo>
                <a:cubicBezTo>
                  <a:pt x="18137" y="4962"/>
                  <a:pt x="18109" y="4964"/>
                  <a:pt x="18081" y="4968"/>
                </a:cubicBezTo>
                <a:lnTo>
                  <a:pt x="14346" y="5514"/>
                </a:lnTo>
                <a:cubicBezTo>
                  <a:pt x="13887" y="5584"/>
                  <a:pt x="13700" y="6145"/>
                  <a:pt x="14029" y="6475"/>
                </a:cubicBezTo>
                <a:lnTo>
                  <a:pt x="15222" y="7667"/>
                </a:lnTo>
                <a:lnTo>
                  <a:pt x="12359" y="10530"/>
                </a:lnTo>
                <a:lnTo>
                  <a:pt x="6879" y="7710"/>
                </a:lnTo>
                <a:cubicBezTo>
                  <a:pt x="6867" y="7703"/>
                  <a:pt x="6855" y="7697"/>
                  <a:pt x="6846" y="7694"/>
                </a:cubicBezTo>
                <a:lnTo>
                  <a:pt x="6831" y="7688"/>
                </a:lnTo>
                <a:lnTo>
                  <a:pt x="6794" y="7673"/>
                </a:lnTo>
                <a:lnTo>
                  <a:pt x="6776" y="7670"/>
                </a:lnTo>
                <a:cubicBezTo>
                  <a:pt x="6767" y="7667"/>
                  <a:pt x="6755" y="7664"/>
                  <a:pt x="6743" y="7661"/>
                </a:cubicBezTo>
                <a:lnTo>
                  <a:pt x="6728" y="7658"/>
                </a:lnTo>
                <a:cubicBezTo>
                  <a:pt x="6713" y="7655"/>
                  <a:pt x="6695" y="7652"/>
                  <a:pt x="6680" y="7649"/>
                </a:cubicBezTo>
                <a:lnTo>
                  <a:pt x="6553" y="7649"/>
                </a:lnTo>
                <a:cubicBezTo>
                  <a:pt x="6541" y="7649"/>
                  <a:pt x="6526" y="7655"/>
                  <a:pt x="6514" y="7655"/>
                </a:cubicBezTo>
                <a:lnTo>
                  <a:pt x="6495" y="7661"/>
                </a:lnTo>
                <a:cubicBezTo>
                  <a:pt x="6483" y="7661"/>
                  <a:pt x="6474" y="7664"/>
                  <a:pt x="6465" y="7667"/>
                </a:cubicBezTo>
                <a:lnTo>
                  <a:pt x="6447" y="7673"/>
                </a:lnTo>
                <a:cubicBezTo>
                  <a:pt x="6432" y="7679"/>
                  <a:pt x="6417" y="7682"/>
                  <a:pt x="6405" y="7688"/>
                </a:cubicBezTo>
                <a:lnTo>
                  <a:pt x="6387" y="7697"/>
                </a:lnTo>
                <a:lnTo>
                  <a:pt x="6360" y="7710"/>
                </a:lnTo>
                <a:lnTo>
                  <a:pt x="6341" y="7719"/>
                </a:lnTo>
                <a:cubicBezTo>
                  <a:pt x="6332" y="7725"/>
                  <a:pt x="6323" y="7731"/>
                  <a:pt x="6314" y="7737"/>
                </a:cubicBezTo>
                <a:lnTo>
                  <a:pt x="6299" y="7746"/>
                </a:lnTo>
                <a:cubicBezTo>
                  <a:pt x="6287" y="7752"/>
                  <a:pt x="6275" y="7761"/>
                  <a:pt x="6266" y="7770"/>
                </a:cubicBezTo>
                <a:lnTo>
                  <a:pt x="6260" y="7776"/>
                </a:lnTo>
                <a:lnTo>
                  <a:pt x="1133" y="11879"/>
                </a:lnTo>
                <a:lnTo>
                  <a:pt x="1133" y="569"/>
                </a:lnTo>
                <a:cubicBezTo>
                  <a:pt x="1133" y="255"/>
                  <a:pt x="879" y="1"/>
                  <a:pt x="5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871"/>
        <p:cNvGrpSpPr/>
        <p:nvPr/>
      </p:nvGrpSpPr>
      <p:grpSpPr>
        <a:xfrm>
          <a:off x="0" y="0"/>
          <a:ext cx="0" cy="0"/>
          <a:chOff x="0" y="0"/>
          <a:chExt cx="0" cy="0"/>
        </a:xfrm>
      </p:grpSpPr>
      <p:sp>
        <p:nvSpPr>
          <p:cNvPr id="872" name="Google Shape;872;p37"/>
          <p:cNvSpPr txBox="1">
            <a:spLocks noGrp="1"/>
          </p:cNvSpPr>
          <p:nvPr>
            <p:ph type="body" idx="1"/>
          </p:nvPr>
        </p:nvSpPr>
        <p:spPr>
          <a:xfrm>
            <a:off x="5175750" y="1846775"/>
            <a:ext cx="2644500" cy="240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Cascading Style Sheets (Hojas de estilo).</a:t>
            </a: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en" dirty="0"/>
              <a:t>Gestionar la apariencia de la página web (diseño, posicionamiento, colores, tamaño de texto, tipografía ...).</a:t>
            </a: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en" dirty="0"/>
              <a:t>Este lenguaje ha complementado el código HTML desde 1996.</a:t>
            </a:r>
            <a:endParaRPr dirty="0"/>
          </a:p>
        </p:txBody>
      </p:sp>
      <p:sp>
        <p:nvSpPr>
          <p:cNvPr id="873" name="Google Shape;873;p37"/>
          <p:cNvSpPr txBox="1">
            <a:spLocks noGrp="1"/>
          </p:cNvSpPr>
          <p:nvPr>
            <p:ph type="body" idx="2"/>
          </p:nvPr>
        </p:nvSpPr>
        <p:spPr>
          <a:xfrm>
            <a:off x="1261400" y="2401350"/>
            <a:ext cx="2644500" cy="151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Gestión y organización del contenido. A través de HTML se puede escribir lo que que se desea mostrar en la página: texto, enlaces, imágenes, etc.</a:t>
            </a:r>
            <a:endParaRPr/>
          </a:p>
        </p:txBody>
      </p:sp>
      <p:sp>
        <p:nvSpPr>
          <p:cNvPr id="874" name="Google Shape;874;p37"/>
          <p:cNvSpPr txBox="1">
            <a:spLocks noGrp="1"/>
          </p:cNvSpPr>
          <p:nvPr>
            <p:ph type="title" idx="3"/>
          </p:nvPr>
        </p:nvSpPr>
        <p:spPr>
          <a:xfrm>
            <a:off x="1511010" y="1159925"/>
            <a:ext cx="2145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HTML</a:t>
            </a:r>
            <a:endParaRPr/>
          </a:p>
        </p:txBody>
      </p:sp>
      <p:sp>
        <p:nvSpPr>
          <p:cNvPr id="875" name="Google Shape;875;p37"/>
          <p:cNvSpPr txBox="1">
            <a:spLocks noGrp="1"/>
          </p:cNvSpPr>
          <p:nvPr>
            <p:ph type="title"/>
          </p:nvPr>
        </p:nvSpPr>
        <p:spPr>
          <a:xfrm>
            <a:off x="5425360" y="1159925"/>
            <a:ext cx="2145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CSS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921"/>
        <p:cNvGrpSpPr/>
        <p:nvPr/>
      </p:nvGrpSpPr>
      <p:grpSpPr>
        <a:xfrm>
          <a:off x="0" y="0"/>
          <a:ext cx="0" cy="0"/>
          <a:chOff x="0" y="0"/>
          <a:chExt cx="0" cy="0"/>
        </a:xfrm>
      </p:grpSpPr>
      <p:sp>
        <p:nvSpPr>
          <p:cNvPr id="922" name="Google Shape;922;p40"/>
          <p:cNvSpPr txBox="1">
            <a:spLocks noGrp="1"/>
          </p:cNvSpPr>
          <p:nvPr>
            <p:ph type="title"/>
          </p:nvPr>
        </p:nvSpPr>
        <p:spPr>
          <a:xfrm>
            <a:off x="1074550" y="2133000"/>
            <a:ext cx="2617200" cy="877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Herramientas</a:t>
            </a:r>
            <a:endParaRPr/>
          </a:p>
        </p:txBody>
      </p:sp>
      <p:sp>
        <p:nvSpPr>
          <p:cNvPr id="923" name="Google Shape;923;p40"/>
          <p:cNvSpPr txBox="1">
            <a:spLocks noGrp="1"/>
          </p:cNvSpPr>
          <p:nvPr>
            <p:ph type="body" idx="2"/>
          </p:nvPr>
        </p:nvSpPr>
        <p:spPr>
          <a:xfrm>
            <a:off x="4001400" y="1965150"/>
            <a:ext cx="4422600" cy="12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a:p>
            <a:pPr marL="457200" lvl="0" indent="-317500" algn="l" rtl="0">
              <a:spcBef>
                <a:spcPts val="0"/>
              </a:spcBef>
              <a:spcAft>
                <a:spcPts val="0"/>
              </a:spcAft>
              <a:buSzPts val="1400"/>
              <a:buChar char="●"/>
            </a:pPr>
            <a:r>
              <a:rPr lang="en"/>
              <a:t>Editor de textos (programas)</a:t>
            </a:r>
            <a:endParaRPr/>
          </a:p>
          <a:p>
            <a:pPr marL="457200" lvl="0" indent="-317500" algn="l" rtl="0">
              <a:spcBef>
                <a:spcPts val="0"/>
              </a:spcBef>
              <a:spcAft>
                <a:spcPts val="0"/>
              </a:spcAft>
              <a:buSzPts val="1400"/>
              <a:buChar char="●"/>
            </a:pPr>
            <a:r>
              <a:rPr lang="en"/>
              <a:t>Navegador</a:t>
            </a:r>
            <a:endParaRPr/>
          </a:p>
          <a:p>
            <a:pPr marL="914400" lvl="1" indent="-317500" algn="l" rtl="0">
              <a:spcBef>
                <a:spcPts val="0"/>
              </a:spcBef>
              <a:spcAft>
                <a:spcPts val="0"/>
              </a:spcAft>
              <a:buSzPts val="1400"/>
              <a:buChar char="○"/>
            </a:pPr>
            <a:r>
              <a:rPr lang="en"/>
              <a:t>PC</a:t>
            </a:r>
            <a:endParaRPr/>
          </a:p>
          <a:p>
            <a:pPr marL="914400" lvl="1" indent="-317500" algn="l" rtl="0">
              <a:spcBef>
                <a:spcPts val="0"/>
              </a:spcBef>
              <a:spcAft>
                <a:spcPts val="0"/>
              </a:spcAft>
              <a:buSzPts val="1400"/>
              <a:buChar char="○"/>
            </a:pPr>
            <a:r>
              <a:rPr lang="en"/>
              <a:t>Dispositivos móviles </a:t>
            </a:r>
            <a:endParaRPr/>
          </a:p>
          <a:p>
            <a:pPr marL="0" lvl="0" indent="0" algn="l" rtl="0">
              <a:spcBef>
                <a:spcPts val="0"/>
              </a:spcBef>
              <a:spcAft>
                <a:spcPts val="160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921"/>
        <p:cNvGrpSpPr/>
        <p:nvPr/>
      </p:nvGrpSpPr>
      <p:grpSpPr>
        <a:xfrm>
          <a:off x="0" y="0"/>
          <a:ext cx="0" cy="0"/>
          <a:chOff x="0" y="0"/>
          <a:chExt cx="0" cy="0"/>
        </a:xfrm>
      </p:grpSpPr>
      <p:sp>
        <p:nvSpPr>
          <p:cNvPr id="922" name="Google Shape;922;p40"/>
          <p:cNvSpPr txBox="1">
            <a:spLocks noGrp="1"/>
          </p:cNvSpPr>
          <p:nvPr>
            <p:ph type="title"/>
          </p:nvPr>
        </p:nvSpPr>
        <p:spPr>
          <a:xfrm>
            <a:off x="1074550" y="2133000"/>
            <a:ext cx="2617200" cy="877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Script</a:t>
            </a:r>
            <a:endParaRPr dirty="0"/>
          </a:p>
        </p:txBody>
      </p:sp>
      <p:sp>
        <p:nvSpPr>
          <p:cNvPr id="923" name="Google Shape;923;p40"/>
          <p:cNvSpPr txBox="1">
            <a:spLocks noGrp="1"/>
          </p:cNvSpPr>
          <p:nvPr>
            <p:ph type="body" idx="2"/>
          </p:nvPr>
        </p:nvSpPr>
        <p:spPr>
          <a:xfrm>
            <a:off x="4001400" y="1272721"/>
            <a:ext cx="4422600" cy="2598057"/>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endParaRPr dirty="0"/>
          </a:p>
          <a:p>
            <a:pPr marL="457200" lvl="0" indent="-317500" algn="just" rtl="0">
              <a:spcBef>
                <a:spcPts val="0"/>
              </a:spcBef>
              <a:spcAft>
                <a:spcPts val="0"/>
              </a:spcAft>
              <a:buSzPts val="1400"/>
              <a:buChar char="●"/>
            </a:pPr>
            <a:r>
              <a:rPr lang="es-ES" dirty="0"/>
              <a:t>Es un documento o conjunto de instrucciones que permiten manipular, personalizar o crear rutinas de ejecución que facilitan la tarea de crear aplicativos webs más dinámicos y llamativos para los usuarios.</a:t>
            </a:r>
          </a:p>
          <a:p>
            <a:pPr marL="457200" lvl="0" indent="-317500" algn="just" rtl="0">
              <a:spcBef>
                <a:spcPts val="0"/>
              </a:spcBef>
              <a:spcAft>
                <a:spcPts val="0"/>
              </a:spcAft>
              <a:buSzPts val="1400"/>
              <a:buChar char="●"/>
            </a:pPr>
            <a:endParaRPr lang="es-ES" dirty="0"/>
          </a:p>
          <a:p>
            <a:pPr marL="457200" lvl="0" indent="-317500" algn="just" rtl="0">
              <a:spcBef>
                <a:spcPts val="0"/>
              </a:spcBef>
              <a:spcAft>
                <a:spcPts val="0"/>
              </a:spcAft>
              <a:buSzPts val="1400"/>
              <a:buChar char="●"/>
            </a:pPr>
            <a:r>
              <a:rPr lang="es-ES" dirty="0"/>
              <a:t>JavaScript, el cual es soportado por los navegadores y es un lenguaje interpretado, es decir no hace falta ser compilado para ser ejecutado.</a:t>
            </a:r>
          </a:p>
          <a:p>
            <a:pPr marL="457200" lvl="0" indent="-317500" algn="just" rtl="0">
              <a:spcBef>
                <a:spcPts val="0"/>
              </a:spcBef>
              <a:spcAft>
                <a:spcPts val="0"/>
              </a:spcAft>
              <a:buSzPts val="1400"/>
              <a:buChar char="●"/>
            </a:pPr>
            <a:endParaRPr lang="es-ES" dirty="0"/>
          </a:p>
          <a:p>
            <a:pPr lvl="1" algn="just">
              <a:spcBef>
                <a:spcPts val="0"/>
              </a:spcBef>
              <a:buChar char="●"/>
            </a:pPr>
            <a:r>
              <a:rPr lang="es-ES" dirty="0"/>
              <a:t>JavaScript</a:t>
            </a:r>
          </a:p>
          <a:p>
            <a:pPr lvl="1" algn="just">
              <a:spcBef>
                <a:spcPts val="0"/>
              </a:spcBef>
              <a:buChar char="●"/>
            </a:pPr>
            <a:r>
              <a:rPr lang="es-ES" dirty="0" err="1"/>
              <a:t>TypeScript</a:t>
            </a:r>
            <a:endParaRPr dirty="0"/>
          </a:p>
        </p:txBody>
      </p:sp>
    </p:spTree>
    <p:extLst>
      <p:ext uri="{BB962C8B-B14F-4D97-AF65-F5344CB8AC3E}">
        <p14:creationId xmlns:p14="http://schemas.microsoft.com/office/powerpoint/2010/main" val="2134498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shadeToTitle="1">
        <a:solidFill>
          <a:srgbClr val="FFFFFF"/>
        </a:solidFill>
        <a:effectLst/>
      </p:bgPr>
    </p:bg>
    <p:spTree>
      <p:nvGrpSpPr>
        <p:cNvPr id="1" name="Shape 921"/>
        <p:cNvGrpSpPr/>
        <p:nvPr/>
      </p:nvGrpSpPr>
      <p:grpSpPr>
        <a:xfrm>
          <a:off x="0" y="0"/>
          <a:ext cx="0" cy="0"/>
          <a:chOff x="0" y="0"/>
          <a:chExt cx="0" cy="0"/>
        </a:xfrm>
      </p:grpSpPr>
      <p:sp>
        <p:nvSpPr>
          <p:cNvPr id="922" name="Google Shape;922;p40"/>
          <p:cNvSpPr txBox="1">
            <a:spLocks noGrp="1"/>
          </p:cNvSpPr>
          <p:nvPr>
            <p:ph type="title"/>
          </p:nvPr>
        </p:nvSpPr>
        <p:spPr>
          <a:xfrm>
            <a:off x="1066313" y="1383357"/>
            <a:ext cx="2617200" cy="877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solidFill>
                  <a:schemeClr val="bg2"/>
                </a:solidFill>
              </a:rPr>
              <a:t>Aclarando…</a:t>
            </a:r>
            <a:endParaRPr dirty="0">
              <a:solidFill>
                <a:schemeClr val="bg2"/>
              </a:solidFill>
            </a:endParaRPr>
          </a:p>
        </p:txBody>
      </p:sp>
      <p:sp>
        <p:nvSpPr>
          <p:cNvPr id="923" name="Google Shape;923;p40"/>
          <p:cNvSpPr txBox="1">
            <a:spLocks noGrp="1"/>
          </p:cNvSpPr>
          <p:nvPr>
            <p:ph type="body" idx="2"/>
          </p:nvPr>
        </p:nvSpPr>
        <p:spPr>
          <a:xfrm>
            <a:off x="3993163" y="523078"/>
            <a:ext cx="4422600" cy="2598057"/>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endParaRPr dirty="0">
              <a:solidFill>
                <a:schemeClr val="accent1">
                  <a:lumMod val="25000"/>
                </a:schemeClr>
              </a:solidFill>
            </a:endParaRPr>
          </a:p>
          <a:p>
            <a:pPr marL="457200" lvl="0" indent="-317500" algn="just" rtl="0">
              <a:spcBef>
                <a:spcPts val="0"/>
              </a:spcBef>
              <a:spcAft>
                <a:spcPts val="0"/>
              </a:spcAft>
              <a:buSzPts val="1400"/>
              <a:buChar char="●"/>
            </a:pPr>
            <a:r>
              <a:rPr lang="es-ES" dirty="0">
                <a:solidFill>
                  <a:schemeClr val="accent1">
                    <a:lumMod val="25000"/>
                  </a:schemeClr>
                </a:solidFill>
              </a:rPr>
              <a:t>Tanto compiladores como interpretadores son programas que convierten el código que escribes a lenguaje de máquina.</a:t>
            </a:r>
          </a:p>
          <a:p>
            <a:pPr marL="457200" lvl="0" indent="-317500" algn="just" rtl="0">
              <a:spcBef>
                <a:spcPts val="0"/>
              </a:spcBef>
              <a:spcAft>
                <a:spcPts val="0"/>
              </a:spcAft>
              <a:buSzPts val="1400"/>
              <a:buChar char="●"/>
            </a:pPr>
            <a:endParaRPr lang="es-ES" dirty="0">
              <a:solidFill>
                <a:schemeClr val="accent1">
                  <a:lumMod val="25000"/>
                </a:schemeClr>
              </a:solidFill>
            </a:endParaRPr>
          </a:p>
          <a:p>
            <a:pPr marL="457200" lvl="0" indent="-317500" algn="just" rtl="0">
              <a:spcBef>
                <a:spcPts val="0"/>
              </a:spcBef>
              <a:spcAft>
                <a:spcPts val="0"/>
              </a:spcAft>
              <a:buSzPts val="1400"/>
              <a:buChar char="●"/>
            </a:pPr>
            <a:r>
              <a:rPr lang="es-ES" dirty="0">
                <a:solidFill>
                  <a:schemeClr val="accent1">
                    <a:lumMod val="25000"/>
                  </a:schemeClr>
                </a:solidFill>
              </a:rPr>
              <a:t>Lenguaje de máquina son las instrucciones que entiende el computador (el procesador para ser más exactos) en código binario (unos y ceros).</a:t>
            </a:r>
            <a:endParaRPr dirty="0">
              <a:solidFill>
                <a:schemeClr val="accent1">
                  <a:lumMod val="25000"/>
                </a:schemeClr>
              </a:solidFill>
            </a:endParaRPr>
          </a:p>
        </p:txBody>
      </p:sp>
      <p:pic>
        <p:nvPicPr>
          <p:cNvPr id="6146" name="Picture 2" descr="Lenguaje de alto nivel a lenguaje de máquina">
            <a:extLst>
              <a:ext uri="{FF2B5EF4-FFF2-40B4-BE49-F238E27FC236}">
                <a16:creationId xmlns:a16="http://schemas.microsoft.com/office/drawing/2014/main" id="{3113B17C-8D0C-0C48-17BB-7D8D2795A9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1794" y="2476673"/>
            <a:ext cx="5140411" cy="2069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6612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shadeToTitle="1">
        <a:solidFill>
          <a:srgbClr val="FFFFFF"/>
        </a:solidFill>
        <a:effectLst/>
      </p:bgPr>
    </p:bg>
    <p:spTree>
      <p:nvGrpSpPr>
        <p:cNvPr id="1" name="Shape 921"/>
        <p:cNvGrpSpPr/>
        <p:nvPr/>
      </p:nvGrpSpPr>
      <p:grpSpPr>
        <a:xfrm>
          <a:off x="0" y="0"/>
          <a:ext cx="0" cy="0"/>
          <a:chOff x="0" y="0"/>
          <a:chExt cx="0" cy="0"/>
        </a:xfrm>
      </p:grpSpPr>
      <p:sp>
        <p:nvSpPr>
          <p:cNvPr id="922" name="Google Shape;922;p40"/>
          <p:cNvSpPr txBox="1">
            <a:spLocks noGrp="1"/>
          </p:cNvSpPr>
          <p:nvPr>
            <p:ph type="title"/>
          </p:nvPr>
        </p:nvSpPr>
        <p:spPr>
          <a:xfrm>
            <a:off x="1082789" y="2215379"/>
            <a:ext cx="2617200" cy="877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solidFill>
                  <a:schemeClr val="bg2"/>
                </a:solidFill>
              </a:rPr>
              <a:t>Aclarando…</a:t>
            </a:r>
            <a:endParaRPr dirty="0">
              <a:solidFill>
                <a:schemeClr val="bg2"/>
              </a:solidFill>
            </a:endParaRPr>
          </a:p>
        </p:txBody>
      </p:sp>
      <p:sp>
        <p:nvSpPr>
          <p:cNvPr id="923" name="Google Shape;923;p40"/>
          <p:cNvSpPr txBox="1">
            <a:spLocks noGrp="1"/>
          </p:cNvSpPr>
          <p:nvPr>
            <p:ph type="body" idx="2"/>
          </p:nvPr>
        </p:nvSpPr>
        <p:spPr>
          <a:xfrm>
            <a:off x="4009639" y="1355100"/>
            <a:ext cx="4422600" cy="2598057"/>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dirty="0">
                <a:solidFill>
                  <a:schemeClr val="accent1">
                    <a:lumMod val="25000"/>
                  </a:schemeClr>
                </a:solidFill>
              </a:rPr>
              <a:t>La principal diferencia entre un lenguaje compilado y uno interpretado es que el lenguaje compilado requiere un paso adicional antes de ser ejecutado, la compilación, que convierte el código que escribes a lenguaje de máquina. </a:t>
            </a:r>
          </a:p>
          <a:p>
            <a:pPr marL="0" lvl="0" indent="0" algn="just" rtl="0">
              <a:spcBef>
                <a:spcPts val="0"/>
              </a:spcBef>
              <a:spcAft>
                <a:spcPts val="0"/>
              </a:spcAft>
              <a:buClr>
                <a:schemeClr val="dk1"/>
              </a:buClr>
              <a:buSzPts val="1100"/>
              <a:buFont typeface="Arial"/>
              <a:buNone/>
            </a:pPr>
            <a:endParaRPr lang="es-ES" dirty="0">
              <a:solidFill>
                <a:schemeClr val="accent1">
                  <a:lumMod val="25000"/>
                </a:schemeClr>
              </a:solidFill>
            </a:endParaRPr>
          </a:p>
          <a:p>
            <a:pPr marL="0" lvl="0" indent="0" algn="just" rtl="0">
              <a:spcBef>
                <a:spcPts val="0"/>
              </a:spcBef>
              <a:spcAft>
                <a:spcPts val="0"/>
              </a:spcAft>
              <a:buClr>
                <a:schemeClr val="dk1"/>
              </a:buClr>
              <a:buSzPts val="1100"/>
              <a:buFont typeface="Arial"/>
              <a:buNone/>
            </a:pPr>
            <a:r>
              <a:rPr lang="es-ES" dirty="0">
                <a:solidFill>
                  <a:schemeClr val="accent1">
                    <a:lumMod val="25000"/>
                  </a:schemeClr>
                </a:solidFill>
              </a:rPr>
              <a:t>Un lenguaje interpretado, por otro lado, es convertido a lenguaje de máquina a medida que es ejecutado.</a:t>
            </a:r>
            <a:endParaRPr dirty="0">
              <a:solidFill>
                <a:schemeClr val="accent1">
                  <a:lumMod val="25000"/>
                </a:schemeClr>
              </a:solidFill>
            </a:endParaRPr>
          </a:p>
        </p:txBody>
      </p:sp>
      <p:sp>
        <p:nvSpPr>
          <p:cNvPr id="3" name="CuadroTexto 2">
            <a:extLst>
              <a:ext uri="{FF2B5EF4-FFF2-40B4-BE49-F238E27FC236}">
                <a16:creationId xmlns:a16="http://schemas.microsoft.com/office/drawing/2014/main" id="{320B0D26-7A43-6946-4332-095ECA8C6296}"/>
              </a:ext>
            </a:extLst>
          </p:cNvPr>
          <p:cNvSpPr txBox="1"/>
          <p:nvPr/>
        </p:nvSpPr>
        <p:spPr>
          <a:xfrm>
            <a:off x="605481" y="4227006"/>
            <a:ext cx="7385221" cy="230832"/>
          </a:xfrm>
          <a:prstGeom prst="rect">
            <a:avLst/>
          </a:prstGeom>
          <a:noFill/>
        </p:spPr>
        <p:txBody>
          <a:bodyPr wrap="square">
            <a:spAutoFit/>
          </a:bodyPr>
          <a:lstStyle/>
          <a:p>
            <a:r>
              <a:rPr lang="es-CO" sz="900" i="1" dirty="0">
                <a:solidFill>
                  <a:schemeClr val="accent3"/>
                </a:solidFill>
                <a:hlinkClick r:id="rId3">
                  <a:extLst>
                    <a:ext uri="{A12FA001-AC4F-418D-AE19-62706E023703}">
                      <ahyp:hlinkClr xmlns:ahyp="http://schemas.microsoft.com/office/drawing/2018/hyperlinkcolor" val="tx"/>
                    </a:ext>
                  </a:extLst>
                </a:hlinkClick>
              </a:rPr>
              <a:t>https://blog.makeitreal.camp/lenguajes-compilados-e-interpretados/</a:t>
            </a:r>
            <a:r>
              <a:rPr lang="es-CO" sz="900" i="1" dirty="0">
                <a:solidFill>
                  <a:schemeClr val="accent3"/>
                </a:solidFill>
              </a:rPr>
              <a:t> </a:t>
            </a:r>
          </a:p>
        </p:txBody>
      </p:sp>
    </p:spTree>
    <p:extLst>
      <p:ext uri="{BB962C8B-B14F-4D97-AF65-F5344CB8AC3E}">
        <p14:creationId xmlns:p14="http://schemas.microsoft.com/office/powerpoint/2010/main" val="31501580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467A"/>
            </a:gs>
            <a:gs pos="100000">
              <a:srgbClr val="00487A"/>
            </a:gs>
          </a:gsLst>
          <a:lin ang="2700000" scaled="1"/>
          <a:tileRect/>
        </a:gradFill>
        <a:effectLst/>
      </p:bgPr>
    </p:bg>
    <p:spTree>
      <p:nvGrpSpPr>
        <p:cNvPr id="1" name="Shape 921"/>
        <p:cNvGrpSpPr/>
        <p:nvPr/>
      </p:nvGrpSpPr>
      <p:grpSpPr>
        <a:xfrm>
          <a:off x="0" y="0"/>
          <a:ext cx="0" cy="0"/>
          <a:chOff x="0" y="0"/>
          <a:chExt cx="0" cy="0"/>
        </a:xfrm>
      </p:grpSpPr>
      <p:pic>
        <p:nvPicPr>
          <p:cNvPr id="7170" name="Picture 2" descr="Tipos de lenguajes de programación | EDteam">
            <a:extLst>
              <a:ext uri="{FF2B5EF4-FFF2-40B4-BE49-F238E27FC236}">
                <a16:creationId xmlns:a16="http://schemas.microsoft.com/office/drawing/2014/main" id="{4B9F2D4D-D109-F25D-8841-8DD2346D241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3033"/>
          <a:stretch/>
        </p:blipFill>
        <p:spPr bwMode="auto">
          <a:xfrm>
            <a:off x="2002631" y="335177"/>
            <a:ext cx="5138737" cy="4473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31339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921"/>
        <p:cNvGrpSpPr/>
        <p:nvPr/>
      </p:nvGrpSpPr>
      <p:grpSpPr>
        <a:xfrm>
          <a:off x="0" y="0"/>
          <a:ext cx="0" cy="0"/>
          <a:chOff x="0" y="0"/>
          <a:chExt cx="0" cy="0"/>
        </a:xfrm>
      </p:grpSpPr>
      <p:pic>
        <p:nvPicPr>
          <p:cNvPr id="3074" name="Picture 2">
            <a:extLst>
              <a:ext uri="{FF2B5EF4-FFF2-40B4-BE49-F238E27FC236}">
                <a16:creationId xmlns:a16="http://schemas.microsoft.com/office/drawing/2014/main" id="{AFEE78EF-BE44-FDA0-517F-DEBB3A032F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019" y="1290956"/>
            <a:ext cx="4143603" cy="256158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19A2AFC3-FA74-465C-3D5E-93A8433841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7868" y="1716880"/>
            <a:ext cx="3038474" cy="1709737"/>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922;p40">
            <a:extLst>
              <a:ext uri="{FF2B5EF4-FFF2-40B4-BE49-F238E27FC236}">
                <a16:creationId xmlns:a16="http://schemas.microsoft.com/office/drawing/2014/main" id="{5A0BAC61-BE37-5916-70D1-863210AF4D80}"/>
              </a:ext>
            </a:extLst>
          </p:cNvPr>
          <p:cNvSpPr txBox="1">
            <a:spLocks noGrp="1"/>
          </p:cNvSpPr>
          <p:nvPr>
            <p:ph type="title"/>
          </p:nvPr>
        </p:nvSpPr>
        <p:spPr>
          <a:xfrm>
            <a:off x="1028019" y="413456"/>
            <a:ext cx="2617200" cy="87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3"/>
                </a:solidFill>
              </a:rPr>
              <a:t>Retomando…</a:t>
            </a:r>
            <a:endParaRPr dirty="0">
              <a:solidFill>
                <a:schemeClr val="accent3"/>
              </a:solidFill>
            </a:endParaRPr>
          </a:p>
        </p:txBody>
      </p:sp>
    </p:spTree>
    <p:extLst>
      <p:ext uri="{BB962C8B-B14F-4D97-AF65-F5344CB8AC3E}">
        <p14:creationId xmlns:p14="http://schemas.microsoft.com/office/powerpoint/2010/main" val="29843537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1"/>
        <p:cNvGrpSpPr/>
        <p:nvPr/>
      </p:nvGrpSpPr>
      <p:grpSpPr>
        <a:xfrm>
          <a:off x="0" y="0"/>
          <a:ext cx="0" cy="0"/>
          <a:chOff x="0" y="0"/>
          <a:chExt cx="0" cy="0"/>
        </a:xfrm>
      </p:grpSpPr>
      <p:pic>
        <p:nvPicPr>
          <p:cNvPr id="4098" name="Picture 2">
            <a:extLst>
              <a:ext uri="{FF2B5EF4-FFF2-40B4-BE49-F238E27FC236}">
                <a16:creationId xmlns:a16="http://schemas.microsoft.com/office/drawing/2014/main" id="{9A982E6B-45F8-4911-C789-01C2B7447E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9950" y="238579"/>
            <a:ext cx="4864100" cy="24320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FACE6271-52A4-61E3-A611-33DF774754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9950" y="2747282"/>
            <a:ext cx="4864100" cy="2073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64623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1309"/>
        <p:cNvGrpSpPr/>
        <p:nvPr/>
      </p:nvGrpSpPr>
      <p:grpSpPr>
        <a:xfrm>
          <a:off x="0" y="0"/>
          <a:ext cx="0" cy="0"/>
          <a:chOff x="0" y="0"/>
          <a:chExt cx="0" cy="0"/>
        </a:xfrm>
      </p:grpSpPr>
      <p:sp>
        <p:nvSpPr>
          <p:cNvPr id="1310" name="Google Shape;1310;p66"/>
          <p:cNvSpPr txBox="1">
            <a:spLocks noGrp="1"/>
          </p:cNvSpPr>
          <p:nvPr>
            <p:ph type="title"/>
          </p:nvPr>
        </p:nvSpPr>
        <p:spPr>
          <a:xfrm>
            <a:off x="1903250" y="1834838"/>
            <a:ext cx="5337600" cy="112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1"/>
                </a:solidFill>
              </a:rPr>
              <a:t>JavaScript (I)</a:t>
            </a:r>
            <a:endParaRPr dirty="0">
              <a:solidFill>
                <a:schemeClr val="accent5"/>
              </a:solidFill>
            </a:endParaRPr>
          </a:p>
        </p:txBody>
      </p:sp>
    </p:spTree>
    <p:extLst>
      <p:ext uri="{BB962C8B-B14F-4D97-AF65-F5344CB8AC3E}">
        <p14:creationId xmlns:p14="http://schemas.microsoft.com/office/powerpoint/2010/main" val="38253848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921"/>
        <p:cNvGrpSpPr/>
        <p:nvPr/>
      </p:nvGrpSpPr>
      <p:grpSpPr>
        <a:xfrm>
          <a:off x="0" y="0"/>
          <a:ext cx="0" cy="0"/>
          <a:chOff x="0" y="0"/>
          <a:chExt cx="0" cy="0"/>
        </a:xfrm>
      </p:grpSpPr>
      <p:sp>
        <p:nvSpPr>
          <p:cNvPr id="923" name="Google Shape;923;p40"/>
          <p:cNvSpPr txBox="1">
            <a:spLocks noGrp="1"/>
          </p:cNvSpPr>
          <p:nvPr>
            <p:ph type="body" idx="2"/>
          </p:nvPr>
        </p:nvSpPr>
        <p:spPr>
          <a:xfrm>
            <a:off x="837284" y="1027792"/>
            <a:ext cx="6985915" cy="3464379"/>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dirty="0"/>
              <a:t>JavaScript es un lenguaje de programación interpretado, ligero y con tipado débil:</a:t>
            </a:r>
          </a:p>
          <a:p>
            <a:pPr marL="0" lvl="0" indent="0" algn="just" rtl="0">
              <a:spcBef>
                <a:spcPts val="0"/>
              </a:spcBef>
              <a:spcAft>
                <a:spcPts val="0"/>
              </a:spcAft>
              <a:buClr>
                <a:schemeClr val="dk1"/>
              </a:buClr>
              <a:buSzPts val="1100"/>
              <a:buFont typeface="Arial"/>
              <a:buNone/>
            </a:pPr>
            <a:endParaRPr lang="es-ES" dirty="0"/>
          </a:p>
          <a:p>
            <a:pPr marL="285750" indent="-285750" algn="just">
              <a:buSzPts val="1100"/>
            </a:pPr>
            <a:r>
              <a:rPr lang="es-ES" i="1" dirty="0"/>
              <a:t>Interpretado: aquellos que convierten su lenguaje al de la máquina a medida que ejecutan el código. Esto sucede a medida que el programa lee nuestro lenguaje de arriba abajo y de izquierda a derecha. Los </a:t>
            </a:r>
            <a:r>
              <a:rPr lang="es-ES" b="1" i="1" dirty="0"/>
              <a:t>compilados </a:t>
            </a:r>
            <a:r>
              <a:rPr lang="es-ES" i="1" dirty="0"/>
              <a:t>requieren un paso extra, pues deben compilar el código al lenguaje de la máquina antes de ser ejecutado. Esto quiere decir que estos lenguajes crean un compilado de nuestro archivo con el lenguaje de programación original, llamado «ejecutable»</a:t>
            </a:r>
          </a:p>
          <a:p>
            <a:pPr marL="285750" indent="-285750" algn="just">
              <a:buSzPts val="1100"/>
            </a:pPr>
            <a:endParaRPr lang="es-ES" i="1" dirty="0"/>
          </a:p>
          <a:p>
            <a:pPr marL="285750" indent="-285750" algn="just">
              <a:buSzPts val="1100"/>
            </a:pPr>
            <a:r>
              <a:rPr lang="es-ES" i="1" dirty="0"/>
              <a:t>Ligero: tipo de formateo de texto más o menos estandarizado, que ocupa poco espacio y es fácil de editar con un editor de texto</a:t>
            </a:r>
          </a:p>
          <a:p>
            <a:pPr marL="285750" indent="-285750" algn="just">
              <a:buSzPts val="1100"/>
            </a:pPr>
            <a:endParaRPr lang="es-ES" i="1" dirty="0"/>
          </a:p>
          <a:p>
            <a:pPr marL="285750" indent="-285750" algn="just">
              <a:buSzPts val="1100"/>
            </a:pPr>
            <a:r>
              <a:rPr lang="es-ES" i="1" dirty="0"/>
              <a:t>Tipado débil: ante una operación entre dos tipos de datos diferentes efectúa una conversión para su resolución (Esto suele llamarse coerción de tipos.)</a:t>
            </a:r>
            <a:endParaRPr lang="es-CO" i="1" dirty="0"/>
          </a:p>
        </p:txBody>
      </p:sp>
      <p:pic>
        <p:nvPicPr>
          <p:cNvPr id="1026" name="Picture 2">
            <a:extLst>
              <a:ext uri="{FF2B5EF4-FFF2-40B4-BE49-F238E27FC236}">
                <a16:creationId xmlns:a16="http://schemas.microsoft.com/office/drawing/2014/main" id="{013EA8A0-6A40-7C90-8AB1-748FE1D1A2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5725" y="4027940"/>
            <a:ext cx="2154947" cy="928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6656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921"/>
        <p:cNvGrpSpPr/>
        <p:nvPr/>
      </p:nvGrpSpPr>
      <p:grpSpPr>
        <a:xfrm>
          <a:off x="0" y="0"/>
          <a:ext cx="0" cy="0"/>
          <a:chOff x="0" y="0"/>
          <a:chExt cx="0" cy="0"/>
        </a:xfrm>
      </p:grpSpPr>
      <p:sp>
        <p:nvSpPr>
          <p:cNvPr id="923" name="Google Shape;923;p40"/>
          <p:cNvSpPr txBox="1">
            <a:spLocks noGrp="1"/>
          </p:cNvSpPr>
          <p:nvPr>
            <p:ph type="body" idx="2"/>
          </p:nvPr>
        </p:nvSpPr>
        <p:spPr>
          <a:xfrm>
            <a:off x="853760" y="1380413"/>
            <a:ext cx="6985915" cy="2382673"/>
          </a:xfrm>
          <a:prstGeom prst="rect">
            <a:avLst/>
          </a:prstGeom>
        </p:spPr>
        <p:txBody>
          <a:bodyPr spcFirstLastPara="1" wrap="square" lIns="91425" tIns="91425" rIns="91425" bIns="91425" anchor="t" anchorCtr="0">
            <a:noAutofit/>
          </a:bodyPr>
          <a:lstStyle/>
          <a:p>
            <a:pPr marL="285750" indent="-285750" algn="just">
              <a:buSzPts val="1100"/>
            </a:pPr>
            <a:r>
              <a:rPr lang="es-ES" dirty="0"/>
              <a:t>Tipado estático: el tipo está ligado a la variable. Los tipos se revisan en tiempo de compilación. </a:t>
            </a:r>
          </a:p>
          <a:p>
            <a:pPr marL="285750" indent="-285750" algn="just">
              <a:buSzPts val="1100"/>
            </a:pPr>
            <a:endParaRPr lang="es-ES" dirty="0"/>
          </a:p>
          <a:p>
            <a:pPr marL="285750" indent="-285750" algn="just">
              <a:buSzPts val="1100"/>
            </a:pPr>
            <a:r>
              <a:rPr lang="es-ES" dirty="0"/>
              <a:t>Tipado dinámico: el tipo está ligado al valor. Es cuando el tipo de dato de una variable puede cambiar en tiempo de ejecución.</a:t>
            </a:r>
          </a:p>
          <a:p>
            <a:pPr marL="285750" indent="-285750" algn="just">
              <a:buSzPts val="1100"/>
            </a:pPr>
            <a:endParaRPr lang="es-ES" dirty="0"/>
          </a:p>
          <a:p>
            <a:pPr marL="285750" indent="-285750" algn="just">
              <a:buSzPts val="1100"/>
            </a:pPr>
            <a:r>
              <a:rPr lang="es-ES" dirty="0"/>
              <a:t>Tipado débil: no indicamos, la mayoría de las veces, el tipo de variable.</a:t>
            </a:r>
          </a:p>
          <a:p>
            <a:pPr marL="285750" indent="-285750" algn="just">
              <a:buSzPts val="1100"/>
            </a:pPr>
            <a:endParaRPr lang="es-ES" dirty="0"/>
          </a:p>
          <a:p>
            <a:pPr marL="285750" indent="-285750" algn="just">
              <a:buSzPts val="1100"/>
            </a:pPr>
            <a:r>
              <a:rPr lang="es-ES" dirty="0"/>
              <a:t>Tipado fuerte:  cuando, ante una operación entre dos tipos de datos incompatibles, arroja un error (durante la compilación o la ejecución, dependiendo de si se trata de un lenguaje compilado o interpretado) en lugar de convertir implícitamente alguno de los dos tipos.</a:t>
            </a:r>
          </a:p>
        </p:txBody>
      </p:sp>
    </p:spTree>
    <p:extLst>
      <p:ext uri="{BB962C8B-B14F-4D97-AF65-F5344CB8AC3E}">
        <p14:creationId xmlns:p14="http://schemas.microsoft.com/office/powerpoint/2010/main" val="17404057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1"/>
        <p:cNvGrpSpPr/>
        <p:nvPr/>
      </p:nvGrpSpPr>
      <p:grpSpPr>
        <a:xfrm>
          <a:off x="0" y="0"/>
          <a:ext cx="0" cy="0"/>
          <a:chOff x="0" y="0"/>
          <a:chExt cx="0" cy="0"/>
        </a:xfrm>
      </p:grpSpPr>
      <p:sp>
        <p:nvSpPr>
          <p:cNvPr id="923" name="Google Shape;923;p40"/>
          <p:cNvSpPr txBox="1">
            <a:spLocks noGrp="1"/>
          </p:cNvSpPr>
          <p:nvPr>
            <p:ph type="body" idx="2"/>
          </p:nvPr>
        </p:nvSpPr>
        <p:spPr>
          <a:xfrm>
            <a:off x="837282" y="871273"/>
            <a:ext cx="7763019" cy="537397"/>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dirty="0">
                <a:solidFill>
                  <a:schemeClr val="tx2"/>
                </a:solidFill>
              </a:rPr>
              <a:t>Comentar también sobre dinámico y estático que es en qué momento se comprueba la compatibilidad entre tipos. Mientras que en el tipado dinámico se comprueba en tiempo de ejecución, en el estático se comprueba una vez se compila el programa.</a:t>
            </a:r>
          </a:p>
        </p:txBody>
      </p:sp>
      <p:pic>
        <p:nvPicPr>
          <p:cNvPr id="5" name="Imagen 4">
            <a:extLst>
              <a:ext uri="{FF2B5EF4-FFF2-40B4-BE49-F238E27FC236}">
                <a16:creationId xmlns:a16="http://schemas.microsoft.com/office/drawing/2014/main" id="{FAC45080-4035-DFEC-A8AD-07FFDB95688F}"/>
              </a:ext>
            </a:extLst>
          </p:cNvPr>
          <p:cNvPicPr>
            <a:picLocks noChangeAspect="1"/>
          </p:cNvPicPr>
          <p:nvPr/>
        </p:nvPicPr>
        <p:blipFill>
          <a:blip r:embed="rId3"/>
          <a:stretch>
            <a:fillRect/>
          </a:stretch>
        </p:blipFill>
        <p:spPr>
          <a:xfrm>
            <a:off x="1659592" y="1748224"/>
            <a:ext cx="6118397" cy="3023377"/>
          </a:xfrm>
          <a:prstGeom prst="rect">
            <a:avLst/>
          </a:prstGeom>
        </p:spPr>
      </p:pic>
    </p:spTree>
    <p:extLst>
      <p:ext uri="{BB962C8B-B14F-4D97-AF65-F5344CB8AC3E}">
        <p14:creationId xmlns:p14="http://schemas.microsoft.com/office/powerpoint/2010/main" val="31303551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1"/>
        <p:cNvGrpSpPr/>
        <p:nvPr/>
      </p:nvGrpSpPr>
      <p:grpSpPr>
        <a:xfrm>
          <a:off x="0" y="0"/>
          <a:ext cx="0" cy="0"/>
          <a:chOff x="0" y="0"/>
          <a:chExt cx="0" cy="0"/>
        </a:xfrm>
      </p:grpSpPr>
      <p:pic>
        <p:nvPicPr>
          <p:cNvPr id="8194" name="Picture 2" descr="Tipado estático y dinámico? ¿Tipado fuerte y débil? - DEV Community">
            <a:extLst>
              <a:ext uri="{FF2B5EF4-FFF2-40B4-BE49-F238E27FC236}">
                <a16:creationId xmlns:a16="http://schemas.microsoft.com/office/drawing/2014/main" id="{905503ED-C282-FA83-F3E7-31CA996987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8284" y="685285"/>
            <a:ext cx="6707431" cy="3772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49192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921"/>
        <p:cNvGrpSpPr/>
        <p:nvPr/>
      </p:nvGrpSpPr>
      <p:grpSpPr>
        <a:xfrm>
          <a:off x="0" y="0"/>
          <a:ext cx="0" cy="0"/>
          <a:chOff x="0" y="0"/>
          <a:chExt cx="0" cy="0"/>
        </a:xfrm>
      </p:grpSpPr>
      <p:sp>
        <p:nvSpPr>
          <p:cNvPr id="923" name="Google Shape;923;p40"/>
          <p:cNvSpPr txBox="1">
            <a:spLocks noGrp="1"/>
          </p:cNvSpPr>
          <p:nvPr>
            <p:ph type="body" idx="2"/>
          </p:nvPr>
        </p:nvSpPr>
        <p:spPr>
          <a:xfrm>
            <a:off x="837284" y="1027792"/>
            <a:ext cx="6985915" cy="3464379"/>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dirty="0"/>
              <a:t>JavaScript: imperativo y estructurado</a:t>
            </a:r>
          </a:p>
          <a:p>
            <a:pPr marL="0" lvl="0" indent="0" algn="just" rtl="0">
              <a:spcBef>
                <a:spcPts val="0"/>
              </a:spcBef>
              <a:spcAft>
                <a:spcPts val="0"/>
              </a:spcAft>
              <a:buClr>
                <a:schemeClr val="dk1"/>
              </a:buClr>
              <a:buSzPts val="1100"/>
              <a:buFont typeface="Arial"/>
              <a:buNone/>
            </a:pPr>
            <a:endParaRPr lang="es-ES" dirty="0"/>
          </a:p>
          <a:p>
            <a:pPr marL="285750" indent="-285750" algn="just">
              <a:buSzPts val="1100"/>
            </a:pPr>
            <a:r>
              <a:rPr lang="es-ES" i="1" dirty="0"/>
              <a:t>Estructurado: la programación estructurada es un paradigma de programación basado en utilizar funciones o subrutinas, y únicamente tres estructuras de control (Teorema del programa estructurado. Establece que toda función computable puede ser implementada en un lenguaje de programación que combine sólo tres estructuras de control: secuencial, condicional e iterativa)</a:t>
            </a:r>
          </a:p>
          <a:p>
            <a:pPr marL="285750" indent="-285750" algn="just">
              <a:buSzPts val="1100"/>
            </a:pPr>
            <a:endParaRPr lang="es-ES" i="1" dirty="0"/>
          </a:p>
          <a:p>
            <a:pPr marL="285750" indent="-285750" algn="just">
              <a:buSzPts val="1100"/>
            </a:pPr>
            <a:r>
              <a:rPr lang="es-ES" i="1" dirty="0"/>
              <a:t>Imperativo: unas instrucciones paso a paso (cómo) redactadas para el programa. Describen de forma explícita qué pasos deben llevarse a cabo y en qué secuencia para alcanzar finalmente la solución deseada</a:t>
            </a:r>
            <a:endParaRPr lang="es-CO" i="1" dirty="0"/>
          </a:p>
        </p:txBody>
      </p:sp>
    </p:spTree>
    <p:extLst>
      <p:ext uri="{BB962C8B-B14F-4D97-AF65-F5344CB8AC3E}">
        <p14:creationId xmlns:p14="http://schemas.microsoft.com/office/powerpoint/2010/main" val="2239983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921"/>
        <p:cNvGrpSpPr/>
        <p:nvPr/>
      </p:nvGrpSpPr>
      <p:grpSpPr>
        <a:xfrm>
          <a:off x="0" y="0"/>
          <a:ext cx="0" cy="0"/>
          <a:chOff x="0" y="0"/>
          <a:chExt cx="0" cy="0"/>
        </a:xfrm>
      </p:grpSpPr>
      <p:sp>
        <p:nvSpPr>
          <p:cNvPr id="923" name="Google Shape;923;p40"/>
          <p:cNvSpPr txBox="1">
            <a:spLocks noGrp="1"/>
          </p:cNvSpPr>
          <p:nvPr>
            <p:ph type="body" idx="2"/>
          </p:nvPr>
        </p:nvSpPr>
        <p:spPr>
          <a:xfrm>
            <a:off x="837284" y="544286"/>
            <a:ext cx="6985915" cy="1088571"/>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ES" b="1" dirty="0"/>
              <a:t>[Lenguaje declarativo e imperativo]</a:t>
            </a:r>
          </a:p>
          <a:p>
            <a:pPr marL="0" lvl="0" indent="0" algn="just" rtl="0">
              <a:spcBef>
                <a:spcPts val="0"/>
              </a:spcBef>
              <a:spcAft>
                <a:spcPts val="0"/>
              </a:spcAft>
              <a:buClr>
                <a:schemeClr val="dk1"/>
              </a:buClr>
              <a:buSzPts val="1100"/>
              <a:buFont typeface="Arial"/>
              <a:buNone/>
            </a:pPr>
            <a:endParaRPr lang="es-ES" dirty="0"/>
          </a:p>
          <a:p>
            <a:pPr marL="285750" indent="-285750" algn="just">
              <a:buSzPts val="1100"/>
            </a:pPr>
            <a:r>
              <a:rPr lang="es-ES" i="1" dirty="0"/>
              <a:t>IMPERATIVO: una secuencia de operaciones a realizar.</a:t>
            </a:r>
          </a:p>
          <a:p>
            <a:pPr marL="285750" indent="-285750" algn="just">
              <a:buSzPts val="1100"/>
            </a:pPr>
            <a:r>
              <a:rPr lang="es-ES" i="1" dirty="0"/>
              <a:t>DECLARATIVO: se especifica el resultado deseado, no cómo lograrlo.</a:t>
            </a:r>
          </a:p>
        </p:txBody>
      </p:sp>
      <p:sp>
        <p:nvSpPr>
          <p:cNvPr id="2" name="Rectangle 1">
            <a:extLst>
              <a:ext uri="{FF2B5EF4-FFF2-40B4-BE49-F238E27FC236}">
                <a16:creationId xmlns:a16="http://schemas.microsoft.com/office/drawing/2014/main" id="{3C6B7A9B-7762-4340-1BC8-F721F00ABAB1}"/>
              </a:ext>
            </a:extLst>
          </p:cNvPr>
          <p:cNvSpPr>
            <a:spLocks noChangeArrowheads="1"/>
          </p:cNvSpPr>
          <p:nvPr/>
        </p:nvSpPr>
        <p:spPr bwMode="auto">
          <a:xfrm>
            <a:off x="912723" y="1734457"/>
            <a:ext cx="7810363" cy="193899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22222"/>
                </a:solidFill>
                <a:effectLst/>
                <a:latin typeface="Arial Unicode MS"/>
              </a:rPr>
              <a:t>var people = [ { name: '</a:t>
            </a:r>
            <a:r>
              <a:rPr kumimoji="0" lang="en-US" altLang="en-US" sz="1500" b="0" i="0" u="none" strike="noStrike" cap="none" normalizeH="0" baseline="0" dirty="0" err="1">
                <a:ln>
                  <a:noFill/>
                </a:ln>
                <a:solidFill>
                  <a:srgbClr val="222222"/>
                </a:solidFill>
                <a:effectLst/>
                <a:latin typeface="Arial Unicode MS"/>
              </a:rPr>
              <a:t>Aang</a:t>
            </a:r>
            <a:r>
              <a:rPr kumimoji="0" lang="en-US" altLang="en-US" sz="1500" b="0" i="0" u="none" strike="noStrike" cap="none" normalizeH="0" baseline="0" dirty="0">
                <a:ln>
                  <a:noFill/>
                </a:ln>
                <a:solidFill>
                  <a:srgbClr val="222222"/>
                </a:solidFill>
                <a:effectLst/>
                <a:latin typeface="Arial Unicode MS"/>
              </a:rPr>
              <a:t>', age: 12, }, { name: '</a:t>
            </a:r>
            <a:r>
              <a:rPr kumimoji="0" lang="en-US" altLang="en-US" sz="1500" b="0" i="0" u="none" strike="noStrike" cap="none" normalizeH="0" baseline="0" dirty="0" err="1">
                <a:ln>
                  <a:noFill/>
                </a:ln>
                <a:solidFill>
                  <a:srgbClr val="222222"/>
                </a:solidFill>
                <a:effectLst/>
                <a:latin typeface="Arial Unicode MS"/>
              </a:rPr>
              <a:t>Sokka</a:t>
            </a:r>
            <a:r>
              <a:rPr kumimoji="0" lang="en-US" altLang="en-US" sz="1500" b="0" i="0" u="none" strike="noStrike" cap="none" normalizeH="0" baseline="0" dirty="0">
                <a:ln>
                  <a:noFill/>
                </a:ln>
                <a:solidFill>
                  <a:srgbClr val="222222"/>
                </a:solidFill>
                <a:effectLst/>
                <a:latin typeface="Arial Unicode MS"/>
              </a:rPr>
              <a:t>', age: 15, }, { name: 'Toph', age: 12, }, { name: '</a:t>
            </a:r>
            <a:r>
              <a:rPr kumimoji="0" lang="en-US" altLang="en-US" sz="1500" b="0" i="0" u="none" strike="noStrike" cap="none" normalizeH="0" baseline="0" dirty="0" err="1">
                <a:ln>
                  <a:noFill/>
                </a:ln>
                <a:solidFill>
                  <a:srgbClr val="222222"/>
                </a:solidFill>
                <a:effectLst/>
                <a:latin typeface="Arial Unicode MS"/>
              </a:rPr>
              <a:t>Iroh</a:t>
            </a:r>
            <a:r>
              <a:rPr kumimoji="0" lang="en-US" altLang="en-US" sz="1500" b="0" i="0" u="none" strike="noStrike" cap="none" normalizeH="0" baseline="0" dirty="0">
                <a:ln>
                  <a:noFill/>
                </a:ln>
                <a:solidFill>
                  <a:srgbClr val="222222"/>
                </a:solidFill>
                <a:effectLst/>
                <a:latin typeface="Arial Unicode MS"/>
              </a:rPr>
              <a:t>', age: 55, } ];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500" dirty="0">
              <a:solidFill>
                <a:srgbClr val="222222"/>
              </a:solidFill>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22222"/>
                </a:solidFill>
                <a:effectLst/>
                <a:latin typeface="Arial Unicode MS"/>
              </a:rPr>
              <a:t>var </a:t>
            </a:r>
            <a:r>
              <a:rPr kumimoji="0" lang="en-US" altLang="en-US" sz="1500" b="0" i="0" u="none" strike="noStrike" cap="none" normalizeH="0" baseline="0" dirty="0" err="1">
                <a:ln>
                  <a:noFill/>
                </a:ln>
                <a:solidFill>
                  <a:srgbClr val="222222"/>
                </a:solidFill>
                <a:effectLst/>
                <a:latin typeface="Arial Unicode MS"/>
              </a:rPr>
              <a:t>kid_names</a:t>
            </a:r>
            <a:r>
              <a:rPr kumimoji="0" lang="en-US" altLang="en-US" sz="1500" b="0" i="0" u="none" strike="noStrike" cap="none" normalizeH="0" baseline="0" dirty="0">
                <a:ln>
                  <a:noFill/>
                </a:ln>
                <a:solidFill>
                  <a:srgbClr val="222222"/>
                </a:solidFill>
                <a:effectLst/>
                <a:latin typeface="Arial Unicode MS"/>
              </a:rPr>
              <a:t> = [];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500" dirty="0">
              <a:solidFill>
                <a:srgbClr val="222222"/>
              </a:solidFill>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22222"/>
                </a:solidFill>
                <a:effectLst/>
                <a:latin typeface="Arial Unicode MS"/>
              </a:rPr>
              <a:t>for (let person of people) { if (</a:t>
            </a:r>
            <a:r>
              <a:rPr kumimoji="0" lang="en-US" altLang="en-US" sz="1500" b="0" i="0" u="none" strike="noStrike" cap="none" normalizeH="0" baseline="0" dirty="0" err="1">
                <a:ln>
                  <a:noFill/>
                </a:ln>
                <a:solidFill>
                  <a:srgbClr val="222222"/>
                </a:solidFill>
                <a:effectLst/>
                <a:latin typeface="Arial Unicode MS"/>
              </a:rPr>
              <a:t>person.age</a:t>
            </a:r>
            <a:r>
              <a:rPr kumimoji="0" lang="en-US" altLang="en-US" sz="1500" b="0" i="0" u="none" strike="noStrike" cap="none" normalizeH="0" baseline="0" dirty="0">
                <a:ln>
                  <a:noFill/>
                </a:ln>
                <a:solidFill>
                  <a:srgbClr val="222222"/>
                </a:solidFill>
                <a:effectLst/>
                <a:latin typeface="Arial Unicode MS"/>
              </a:rPr>
              <a:t> &lt;= 12) { </a:t>
            </a:r>
            <a:r>
              <a:rPr kumimoji="0" lang="en-US" altLang="en-US" sz="1500" b="0" i="0" u="none" strike="noStrike" cap="none" normalizeH="0" baseline="0" dirty="0" err="1">
                <a:ln>
                  <a:noFill/>
                </a:ln>
                <a:solidFill>
                  <a:srgbClr val="222222"/>
                </a:solidFill>
                <a:effectLst/>
                <a:latin typeface="Arial Unicode MS"/>
              </a:rPr>
              <a:t>kid_names.push</a:t>
            </a:r>
            <a:r>
              <a:rPr kumimoji="0" lang="en-US" altLang="en-US" sz="1500" b="0" i="0" u="none" strike="noStrike" cap="none" normalizeH="0" baseline="0" dirty="0">
                <a:ln>
                  <a:noFill/>
                </a:ln>
                <a:solidFill>
                  <a:srgbClr val="222222"/>
                </a:solidFill>
                <a:effectLst/>
                <a:latin typeface="Arial Unicode MS"/>
              </a:rPr>
              <a:t>(person.name); } }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500" dirty="0">
              <a:solidFill>
                <a:srgbClr val="222222"/>
              </a:solidFill>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22222"/>
                </a:solidFill>
                <a:effectLst/>
                <a:latin typeface="Arial Unicode MS"/>
              </a:rPr>
              <a:t>console.log(</a:t>
            </a:r>
            <a:r>
              <a:rPr kumimoji="0" lang="en-US" altLang="en-US" sz="1500" b="0" i="0" u="none" strike="noStrike" cap="none" normalizeH="0" baseline="0" dirty="0" err="1">
                <a:ln>
                  <a:noFill/>
                </a:ln>
                <a:solidFill>
                  <a:srgbClr val="222222"/>
                </a:solidFill>
                <a:effectLst/>
                <a:latin typeface="Arial Unicode MS"/>
              </a:rPr>
              <a:t>kid_names</a:t>
            </a:r>
            <a:r>
              <a:rPr kumimoji="0" lang="en-US" altLang="en-US" sz="1500" b="0" i="0" u="none" strike="noStrike" cap="none" normalizeH="0" baseline="0" dirty="0">
                <a:ln>
                  <a:noFill/>
                </a:ln>
                <a:solidFill>
                  <a:srgbClr val="222222"/>
                </a:solidFill>
                <a:effectLst/>
                <a:latin typeface="Arial Unicode MS"/>
              </a:rPr>
              <a:t>);</a:t>
            </a: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8C6DBC37-8506-ADE3-9FCB-760950F2367A}"/>
              </a:ext>
            </a:extLst>
          </p:cNvPr>
          <p:cNvSpPr>
            <a:spLocks noChangeArrowheads="1"/>
          </p:cNvSpPr>
          <p:nvPr/>
        </p:nvSpPr>
        <p:spPr bwMode="auto">
          <a:xfrm>
            <a:off x="912723" y="3807662"/>
            <a:ext cx="7810363" cy="323165"/>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222222"/>
                </a:solidFill>
                <a:effectLst/>
                <a:latin typeface="Arial Unicode MS"/>
              </a:rPr>
              <a:t>SELECT name FROM people AS kids WHERE age &lt;= 12;</a:t>
            </a:r>
            <a:r>
              <a:rPr kumimoji="0" lang="en-US" altLang="en-US" sz="6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822457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77C8"/>
        </a:solidFill>
        <a:effectLst/>
      </p:bgPr>
    </p:bg>
    <p:spTree>
      <p:nvGrpSpPr>
        <p:cNvPr id="1" name="Shape 921"/>
        <p:cNvGrpSpPr/>
        <p:nvPr/>
      </p:nvGrpSpPr>
      <p:grpSpPr>
        <a:xfrm>
          <a:off x="0" y="0"/>
          <a:ext cx="0" cy="0"/>
          <a:chOff x="0" y="0"/>
          <a:chExt cx="0" cy="0"/>
        </a:xfrm>
      </p:grpSpPr>
      <p:pic>
        <p:nvPicPr>
          <p:cNvPr id="4" name="Picture 2" descr="Paradigmas de Programación: Programación Imperativa y Programación  Declarativa | by LOOPA | Medium">
            <a:extLst>
              <a:ext uri="{FF2B5EF4-FFF2-40B4-BE49-F238E27FC236}">
                <a16:creationId xmlns:a16="http://schemas.microsoft.com/office/drawing/2014/main" id="{A11E148B-7DF0-B108-2022-79BBAE2346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157" y="986068"/>
            <a:ext cx="6407243" cy="3171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36909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1309"/>
        <p:cNvGrpSpPr/>
        <p:nvPr/>
      </p:nvGrpSpPr>
      <p:grpSpPr>
        <a:xfrm>
          <a:off x="0" y="0"/>
          <a:ext cx="0" cy="0"/>
          <a:chOff x="0" y="0"/>
          <a:chExt cx="0" cy="0"/>
        </a:xfrm>
      </p:grpSpPr>
      <p:sp>
        <p:nvSpPr>
          <p:cNvPr id="1310" name="Google Shape;1310;p66"/>
          <p:cNvSpPr txBox="1">
            <a:spLocks noGrp="1"/>
          </p:cNvSpPr>
          <p:nvPr>
            <p:ph type="title"/>
          </p:nvPr>
        </p:nvSpPr>
        <p:spPr>
          <a:xfrm>
            <a:off x="1903250" y="1834838"/>
            <a:ext cx="5337600" cy="112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1"/>
                </a:solidFill>
              </a:rPr>
              <a:t>JS y DOM</a:t>
            </a:r>
            <a:endParaRPr dirty="0">
              <a:solidFill>
                <a:schemeClr val="accent5"/>
              </a:solidFill>
            </a:endParaRPr>
          </a:p>
        </p:txBody>
      </p:sp>
    </p:spTree>
    <p:extLst>
      <p:ext uri="{BB962C8B-B14F-4D97-AF65-F5344CB8AC3E}">
        <p14:creationId xmlns:p14="http://schemas.microsoft.com/office/powerpoint/2010/main" val="9317635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smtClean="0"/>
              <a:pPr marL="0" lvl="0" indent="0" algn="r" rtl="0">
                <a:spcBef>
                  <a:spcPts val="0"/>
                </a:spcBef>
                <a:spcAft>
                  <a:spcPts val="0"/>
                </a:spcAft>
                <a:buNone/>
              </a:pPr>
              <a:t>42</a:t>
            </a:fld>
            <a:endParaRPr/>
          </a:p>
        </p:txBody>
      </p:sp>
      <p:sp>
        <p:nvSpPr>
          <p:cNvPr id="72" name="Google Shape;72;p15"/>
          <p:cNvSpPr txBox="1">
            <a:spLocks noGrp="1"/>
          </p:cNvSpPr>
          <p:nvPr>
            <p:ph type="ctrTitle"/>
          </p:nvPr>
        </p:nvSpPr>
        <p:spPr>
          <a:xfrm>
            <a:off x="-1" y="532180"/>
            <a:ext cx="9144000" cy="64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sz="2800" dirty="0">
                <a:latin typeface="Roboto"/>
                <a:ea typeface="Roboto"/>
                <a:cs typeface="Roboto"/>
                <a:sym typeface="Roboto"/>
              </a:rPr>
              <a:t>JavaScript en documento HTML</a:t>
            </a:r>
            <a:endParaRPr sz="2800" dirty="0">
              <a:latin typeface="Roboto"/>
              <a:ea typeface="Roboto"/>
              <a:cs typeface="Roboto"/>
              <a:sym typeface="Roboto"/>
            </a:endParaRPr>
          </a:p>
        </p:txBody>
      </p:sp>
      <p:sp>
        <p:nvSpPr>
          <p:cNvPr id="7" name="Google Shape;345;p43">
            <a:extLst>
              <a:ext uri="{FF2B5EF4-FFF2-40B4-BE49-F238E27FC236}">
                <a16:creationId xmlns:a16="http://schemas.microsoft.com/office/drawing/2014/main" id="{BFCADE8A-F873-4FBC-BC81-7B3EE9B13991}"/>
              </a:ext>
            </a:extLst>
          </p:cNvPr>
          <p:cNvSpPr txBox="1"/>
          <p:nvPr/>
        </p:nvSpPr>
        <p:spPr>
          <a:xfrm>
            <a:off x="429756" y="1712686"/>
            <a:ext cx="8284487" cy="257628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lgn="just">
              <a:buClr>
                <a:schemeClr val="dk1"/>
              </a:buClr>
              <a:buSzPts val="1100"/>
              <a:buNone/>
              <a:defRPr>
                <a:solidFill>
                  <a:schemeClr val="dk1"/>
                </a:solidFill>
                <a:latin typeface="Roboto"/>
                <a:ea typeface="Roboto"/>
                <a:cs typeface="Roboto"/>
                <a:sym typeface="Roboto"/>
              </a:defRPr>
            </a:lvl1pPr>
            <a:lvl2pPr marL="914400" indent="-317500">
              <a:spcBef>
                <a:spcPts val="1600"/>
              </a:spcBef>
              <a:buClr>
                <a:schemeClr val="dk1"/>
              </a:buClr>
              <a:buSzPts val="1400"/>
              <a:buFont typeface="Roboto"/>
              <a:buChar char="○"/>
              <a:defRPr>
                <a:solidFill>
                  <a:schemeClr val="dk1"/>
                </a:solidFill>
                <a:latin typeface="Roboto"/>
                <a:ea typeface="Roboto"/>
                <a:cs typeface="Roboto"/>
                <a:sym typeface="Roboto"/>
              </a:defRPr>
            </a:lvl2pPr>
            <a:lvl3pPr marL="1371600" indent="-317500">
              <a:spcBef>
                <a:spcPts val="1600"/>
              </a:spcBef>
              <a:buClr>
                <a:schemeClr val="dk1"/>
              </a:buClr>
              <a:buSzPts val="1400"/>
              <a:buFont typeface="Roboto"/>
              <a:buChar char="■"/>
              <a:defRPr>
                <a:solidFill>
                  <a:schemeClr val="dk1"/>
                </a:solidFill>
                <a:latin typeface="Roboto"/>
                <a:ea typeface="Roboto"/>
                <a:cs typeface="Roboto"/>
                <a:sym typeface="Roboto"/>
              </a:defRPr>
            </a:lvl3pPr>
            <a:lvl4pPr marL="1828800" indent="-317500">
              <a:spcBef>
                <a:spcPts val="1600"/>
              </a:spcBef>
              <a:buClr>
                <a:schemeClr val="dk1"/>
              </a:buClr>
              <a:buSzPts val="1400"/>
              <a:buFont typeface="Roboto"/>
              <a:buChar char="●"/>
              <a:defRPr>
                <a:solidFill>
                  <a:schemeClr val="dk1"/>
                </a:solidFill>
                <a:latin typeface="Roboto"/>
                <a:ea typeface="Roboto"/>
                <a:cs typeface="Roboto"/>
                <a:sym typeface="Roboto"/>
              </a:defRPr>
            </a:lvl4pPr>
            <a:lvl5pPr marL="2286000" indent="-317500">
              <a:spcBef>
                <a:spcPts val="1600"/>
              </a:spcBef>
              <a:buClr>
                <a:schemeClr val="dk1"/>
              </a:buClr>
              <a:buSzPts val="1400"/>
              <a:buFont typeface="Roboto"/>
              <a:buChar char="○"/>
              <a:defRPr>
                <a:solidFill>
                  <a:schemeClr val="dk1"/>
                </a:solidFill>
                <a:latin typeface="Roboto"/>
                <a:ea typeface="Roboto"/>
                <a:cs typeface="Roboto"/>
                <a:sym typeface="Roboto"/>
              </a:defRPr>
            </a:lvl5pPr>
            <a:lvl6pPr marL="2743200" indent="-317500">
              <a:spcBef>
                <a:spcPts val="1600"/>
              </a:spcBef>
              <a:buClr>
                <a:schemeClr val="dk1"/>
              </a:buClr>
              <a:buSzPts val="1400"/>
              <a:buFont typeface="Roboto"/>
              <a:buChar char="■"/>
              <a:defRPr>
                <a:solidFill>
                  <a:schemeClr val="dk1"/>
                </a:solidFill>
                <a:latin typeface="Roboto"/>
                <a:ea typeface="Roboto"/>
                <a:cs typeface="Roboto"/>
                <a:sym typeface="Roboto"/>
              </a:defRPr>
            </a:lvl6pPr>
            <a:lvl7pPr marL="3200400" indent="-317500">
              <a:spcBef>
                <a:spcPts val="1600"/>
              </a:spcBef>
              <a:buClr>
                <a:schemeClr val="dk1"/>
              </a:buClr>
              <a:buSzPts val="1400"/>
              <a:buFont typeface="Roboto"/>
              <a:buChar char="●"/>
              <a:defRPr>
                <a:solidFill>
                  <a:schemeClr val="dk1"/>
                </a:solidFill>
                <a:latin typeface="Roboto"/>
                <a:ea typeface="Roboto"/>
                <a:cs typeface="Roboto"/>
                <a:sym typeface="Roboto"/>
              </a:defRPr>
            </a:lvl7pPr>
            <a:lvl8pPr marL="3657600" indent="-317500">
              <a:spcBef>
                <a:spcPts val="1600"/>
              </a:spcBef>
              <a:buClr>
                <a:schemeClr val="dk1"/>
              </a:buClr>
              <a:buSzPts val="1400"/>
              <a:buFont typeface="Roboto"/>
              <a:buChar char="○"/>
              <a:defRPr>
                <a:solidFill>
                  <a:schemeClr val="dk1"/>
                </a:solidFill>
                <a:latin typeface="Roboto"/>
                <a:ea typeface="Roboto"/>
                <a:cs typeface="Roboto"/>
                <a:sym typeface="Roboto"/>
              </a:defRPr>
            </a:lvl8pPr>
            <a:lvl9pPr marL="4114800" indent="-317500">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pPr algn="ctr"/>
            <a:r>
              <a:rPr lang="es-ES" sz="1800" dirty="0"/>
              <a:t>Si bien se puede utilizar en otros contextos, la aplicación más habitual de JavaScript es la creación de páginas web con HTML Dinámico. El código en JavaScript debe ir, ya sea en la cabecera o en el cuerpo del documento HTML, delimitado por la etiqueta &lt;script&gt;.</a:t>
            </a:r>
            <a:endParaRPr sz="1800" dirty="0"/>
          </a:p>
        </p:txBody>
      </p:sp>
    </p:spTree>
    <p:extLst>
      <p:ext uri="{BB962C8B-B14F-4D97-AF65-F5344CB8AC3E}">
        <p14:creationId xmlns:p14="http://schemas.microsoft.com/office/powerpoint/2010/main" val="39523951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smtClean="0"/>
              <a:pPr marL="0" lvl="0" indent="0" algn="r" rtl="0">
                <a:spcBef>
                  <a:spcPts val="0"/>
                </a:spcBef>
                <a:spcAft>
                  <a:spcPts val="0"/>
                </a:spcAft>
                <a:buNone/>
              </a:pPr>
              <a:t>43</a:t>
            </a:fld>
            <a:endParaRPr/>
          </a:p>
        </p:txBody>
      </p:sp>
      <p:sp>
        <p:nvSpPr>
          <p:cNvPr id="72" name="Google Shape;72;p15"/>
          <p:cNvSpPr txBox="1">
            <a:spLocks noGrp="1"/>
          </p:cNvSpPr>
          <p:nvPr>
            <p:ph type="ctrTitle"/>
          </p:nvPr>
        </p:nvSpPr>
        <p:spPr>
          <a:xfrm>
            <a:off x="0" y="350207"/>
            <a:ext cx="9144000" cy="64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sz="2800" dirty="0">
                <a:latin typeface="Roboto"/>
                <a:ea typeface="Roboto"/>
                <a:cs typeface="Roboto"/>
                <a:sym typeface="Roboto"/>
              </a:rPr>
              <a:t>JavaScript en documento HTML</a:t>
            </a:r>
            <a:endParaRPr sz="2800" dirty="0">
              <a:latin typeface="Roboto"/>
              <a:ea typeface="Roboto"/>
              <a:cs typeface="Roboto"/>
              <a:sym typeface="Roboto"/>
            </a:endParaRPr>
          </a:p>
        </p:txBody>
      </p:sp>
      <p:sp>
        <p:nvSpPr>
          <p:cNvPr id="7" name="Google Shape;345;p43">
            <a:extLst>
              <a:ext uri="{FF2B5EF4-FFF2-40B4-BE49-F238E27FC236}">
                <a16:creationId xmlns:a16="http://schemas.microsoft.com/office/drawing/2014/main" id="{BFCADE8A-F873-4FBC-BC81-7B3EE9B13991}"/>
              </a:ext>
            </a:extLst>
          </p:cNvPr>
          <p:cNvSpPr txBox="1"/>
          <p:nvPr/>
        </p:nvSpPr>
        <p:spPr>
          <a:xfrm>
            <a:off x="429756" y="1352234"/>
            <a:ext cx="8284487" cy="955538"/>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indent="-355600" algn="just">
              <a:buSzPts val="2000"/>
              <a:buFont typeface="Roboto"/>
              <a:buChar char="●"/>
              <a:defRPr sz="3600">
                <a:solidFill>
                  <a:srgbClr val="6A6A73"/>
                </a:solidFill>
                <a:effectLst/>
                <a:latin typeface="Tiempos Text"/>
              </a:defRPr>
            </a:lvl1pPr>
          </a:lstStyle>
          <a:p>
            <a:pPr marL="101600" indent="0">
              <a:buNone/>
            </a:pPr>
            <a:r>
              <a:rPr lang="en-US" sz="1800" dirty="0">
                <a:latin typeface="Courier New" panose="02070309020205020404" pitchFamily="49" charset="0"/>
                <a:cs typeface="Courier New" panose="02070309020205020404" pitchFamily="49" charset="0"/>
                <a:sym typeface="Roboto"/>
              </a:rPr>
              <a:t>&lt;script type="text/</a:t>
            </a:r>
            <a:r>
              <a:rPr lang="en-US" sz="1800" dirty="0" err="1">
                <a:latin typeface="Courier New" panose="02070309020205020404" pitchFamily="49" charset="0"/>
                <a:cs typeface="Courier New" panose="02070309020205020404" pitchFamily="49" charset="0"/>
                <a:sym typeface="Roboto"/>
              </a:rPr>
              <a:t>javascript</a:t>
            </a:r>
            <a:r>
              <a:rPr lang="en-US" sz="1800" dirty="0">
                <a:latin typeface="Courier New" panose="02070309020205020404" pitchFamily="49" charset="0"/>
                <a:cs typeface="Courier New" panose="02070309020205020404" pitchFamily="49" charset="0"/>
                <a:sym typeface="Roboto"/>
              </a:rPr>
              <a:t>"&gt;</a:t>
            </a:r>
          </a:p>
          <a:p>
            <a:pPr marL="101600" indent="0">
              <a:buNone/>
            </a:pPr>
            <a:r>
              <a:rPr lang="en-US" sz="1800" dirty="0">
                <a:latin typeface="Courier New" panose="02070309020205020404" pitchFamily="49" charset="0"/>
                <a:cs typeface="Courier New" panose="02070309020205020404" pitchFamily="49" charset="0"/>
                <a:sym typeface="Roboto"/>
              </a:rPr>
              <a:t>    // Código JavaScript...</a:t>
            </a:r>
          </a:p>
          <a:p>
            <a:pPr marL="101600" indent="0">
              <a:buNone/>
            </a:pPr>
            <a:r>
              <a:rPr lang="en-US" sz="1800" dirty="0">
                <a:latin typeface="Courier New" panose="02070309020205020404" pitchFamily="49" charset="0"/>
                <a:cs typeface="Courier New" panose="02070309020205020404" pitchFamily="49" charset="0"/>
                <a:sym typeface="Roboto"/>
              </a:rPr>
              <a:t>&lt;/script&gt;</a:t>
            </a:r>
            <a:endParaRPr sz="1800" dirty="0">
              <a:latin typeface="Courier New" panose="02070309020205020404" pitchFamily="49" charset="0"/>
              <a:cs typeface="Courier New" panose="02070309020205020404" pitchFamily="49" charset="0"/>
              <a:sym typeface="Roboto"/>
            </a:endParaRPr>
          </a:p>
        </p:txBody>
      </p:sp>
      <p:sp>
        <p:nvSpPr>
          <p:cNvPr id="3" name="Rectangle 2">
            <a:extLst>
              <a:ext uri="{FF2B5EF4-FFF2-40B4-BE49-F238E27FC236}">
                <a16:creationId xmlns:a16="http://schemas.microsoft.com/office/drawing/2014/main" id="{AFCC88C0-2A82-4F76-BEDD-0DEDF0F88645}"/>
              </a:ext>
            </a:extLst>
          </p:cNvPr>
          <p:cNvSpPr>
            <a:spLocks noChangeArrowheads="1"/>
          </p:cNvSpPr>
          <p:nvPr/>
        </p:nvSpPr>
        <p:spPr bwMode="auto">
          <a:xfrm>
            <a:off x="429756" y="2431143"/>
            <a:ext cx="8284487" cy="644700"/>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en-US" altLang="en-US" sz="1600" dirty="0">
                <a:solidFill>
                  <a:schemeClr val="dk1"/>
                </a:solidFill>
                <a:latin typeface="Roboto"/>
                <a:ea typeface="Roboto"/>
                <a:cs typeface="Roboto"/>
              </a:rPr>
              <a:t>Para </a:t>
            </a:r>
            <a:r>
              <a:rPr lang="en-US" altLang="en-US" sz="1600" dirty="0" err="1">
                <a:solidFill>
                  <a:schemeClr val="dk1"/>
                </a:solidFill>
                <a:latin typeface="Roboto"/>
                <a:ea typeface="Roboto"/>
                <a:cs typeface="Roboto"/>
              </a:rPr>
              <a:t>facilitar</a:t>
            </a:r>
            <a:r>
              <a:rPr lang="en-US" altLang="en-US" sz="1600" dirty="0">
                <a:solidFill>
                  <a:schemeClr val="dk1"/>
                </a:solidFill>
                <a:latin typeface="Roboto"/>
                <a:ea typeface="Roboto"/>
                <a:cs typeface="Roboto"/>
              </a:rPr>
              <a:t> </a:t>
            </a:r>
            <a:r>
              <a:rPr lang="en-US" altLang="en-US" sz="1600" dirty="0" err="1">
                <a:solidFill>
                  <a:schemeClr val="dk1"/>
                </a:solidFill>
                <a:latin typeface="Roboto"/>
                <a:ea typeface="Roboto"/>
                <a:cs typeface="Roboto"/>
              </a:rPr>
              <a:t>su</a:t>
            </a:r>
            <a:r>
              <a:rPr lang="en-US" altLang="en-US" sz="1600" dirty="0">
                <a:solidFill>
                  <a:schemeClr val="dk1"/>
                </a:solidFill>
                <a:latin typeface="Roboto"/>
                <a:ea typeface="Roboto"/>
                <a:cs typeface="Roboto"/>
              </a:rPr>
              <a:t> </a:t>
            </a:r>
            <a:r>
              <a:rPr lang="en-US" altLang="en-US" sz="1600" dirty="0" err="1">
                <a:solidFill>
                  <a:schemeClr val="dk1"/>
                </a:solidFill>
                <a:latin typeface="Roboto"/>
                <a:ea typeface="Roboto"/>
                <a:cs typeface="Roboto"/>
              </a:rPr>
              <a:t>mantenimiento</a:t>
            </a:r>
            <a:r>
              <a:rPr lang="en-US" altLang="en-US" sz="1600" dirty="0">
                <a:solidFill>
                  <a:schemeClr val="dk1"/>
                </a:solidFill>
                <a:latin typeface="Roboto"/>
                <a:ea typeface="Roboto"/>
                <a:cs typeface="Roboto"/>
              </a:rPr>
              <a:t>, </a:t>
            </a:r>
            <a:r>
              <a:rPr lang="en-US" altLang="en-US" sz="1600" dirty="0" err="1">
                <a:solidFill>
                  <a:schemeClr val="dk1"/>
                </a:solidFill>
                <a:latin typeface="Roboto"/>
                <a:ea typeface="Roboto"/>
                <a:cs typeface="Roboto"/>
              </a:rPr>
              <a:t>también</a:t>
            </a:r>
            <a:r>
              <a:rPr lang="en-US" altLang="en-US" sz="1600" dirty="0">
                <a:solidFill>
                  <a:schemeClr val="dk1"/>
                </a:solidFill>
                <a:latin typeface="Roboto"/>
                <a:ea typeface="Roboto"/>
                <a:cs typeface="Roboto"/>
              </a:rPr>
              <a:t> se </a:t>
            </a:r>
            <a:r>
              <a:rPr lang="en-US" altLang="en-US" sz="1600" dirty="0" err="1">
                <a:solidFill>
                  <a:schemeClr val="dk1"/>
                </a:solidFill>
                <a:latin typeface="Roboto"/>
                <a:ea typeface="Roboto"/>
                <a:cs typeface="Roboto"/>
              </a:rPr>
              <a:t>puede</a:t>
            </a:r>
            <a:r>
              <a:rPr lang="en-US" altLang="en-US" sz="1600" dirty="0">
                <a:solidFill>
                  <a:schemeClr val="dk1"/>
                </a:solidFill>
                <a:latin typeface="Roboto"/>
                <a:ea typeface="Roboto"/>
                <a:cs typeface="Roboto"/>
              </a:rPr>
              <a:t> </a:t>
            </a:r>
            <a:r>
              <a:rPr lang="en-US" altLang="en-US" sz="1600" dirty="0" err="1">
                <a:solidFill>
                  <a:schemeClr val="dk1"/>
                </a:solidFill>
                <a:latin typeface="Roboto"/>
                <a:ea typeface="Roboto"/>
                <a:cs typeface="Roboto"/>
              </a:rPr>
              <a:t>guardar</a:t>
            </a:r>
            <a:r>
              <a:rPr lang="en-US" altLang="en-US" sz="1600" dirty="0">
                <a:solidFill>
                  <a:schemeClr val="dk1"/>
                </a:solidFill>
                <a:latin typeface="Roboto"/>
                <a:ea typeface="Roboto"/>
                <a:cs typeface="Roboto"/>
              </a:rPr>
              <a:t> </a:t>
            </a:r>
            <a:r>
              <a:rPr lang="en-US" altLang="en-US" sz="1600" dirty="0" err="1">
                <a:solidFill>
                  <a:schemeClr val="dk1"/>
                </a:solidFill>
                <a:latin typeface="Roboto"/>
                <a:ea typeface="Roboto"/>
                <a:cs typeface="Roboto"/>
              </a:rPr>
              <a:t>el</a:t>
            </a:r>
            <a:r>
              <a:rPr lang="en-US" altLang="en-US" sz="1600" dirty="0">
                <a:solidFill>
                  <a:schemeClr val="dk1"/>
                </a:solidFill>
                <a:latin typeface="Roboto"/>
                <a:ea typeface="Roboto"/>
                <a:cs typeface="Roboto"/>
              </a:rPr>
              <a:t> </a:t>
            </a:r>
            <a:r>
              <a:rPr lang="en-US" altLang="en-US" sz="1600" dirty="0" err="1">
                <a:solidFill>
                  <a:schemeClr val="dk1"/>
                </a:solidFill>
                <a:latin typeface="Roboto"/>
                <a:ea typeface="Roboto"/>
                <a:cs typeface="Roboto"/>
              </a:rPr>
              <a:t>código</a:t>
            </a:r>
            <a:r>
              <a:rPr lang="en-US" altLang="en-US" sz="1600" dirty="0">
                <a:solidFill>
                  <a:schemeClr val="dk1"/>
                </a:solidFill>
                <a:latin typeface="Roboto"/>
                <a:ea typeface="Roboto"/>
                <a:cs typeface="Roboto"/>
              </a:rPr>
              <a:t> JavaScript </a:t>
            </a:r>
            <a:r>
              <a:rPr lang="en-US" altLang="en-US" sz="1600" dirty="0" err="1">
                <a:solidFill>
                  <a:schemeClr val="dk1"/>
                </a:solidFill>
                <a:latin typeface="Roboto"/>
                <a:ea typeface="Roboto"/>
                <a:cs typeface="Roboto"/>
              </a:rPr>
              <a:t>en</a:t>
            </a:r>
            <a:r>
              <a:rPr lang="en-US" altLang="en-US" sz="1600" dirty="0">
                <a:solidFill>
                  <a:schemeClr val="dk1"/>
                </a:solidFill>
                <a:latin typeface="Roboto"/>
                <a:ea typeface="Roboto"/>
                <a:cs typeface="Roboto"/>
              </a:rPr>
              <a:t> </a:t>
            </a:r>
            <a:r>
              <a:rPr lang="es-CO" altLang="en-US" sz="1600" dirty="0">
                <a:solidFill>
                  <a:schemeClr val="dk1"/>
                </a:solidFill>
                <a:latin typeface="Roboto"/>
                <a:ea typeface="Roboto"/>
                <a:cs typeface="Roboto"/>
              </a:rPr>
              <a:t>un</a:t>
            </a:r>
            <a:r>
              <a:rPr lang="en-US" altLang="en-US" sz="1600" dirty="0">
                <a:solidFill>
                  <a:schemeClr val="dk1"/>
                </a:solidFill>
                <a:latin typeface="Roboto"/>
                <a:ea typeface="Roboto"/>
                <a:cs typeface="Roboto"/>
              </a:rPr>
              <a:t> </a:t>
            </a:r>
            <a:r>
              <a:rPr lang="en-US" altLang="en-US" sz="1600" dirty="0" err="1">
                <a:solidFill>
                  <a:schemeClr val="dk1"/>
                </a:solidFill>
                <a:latin typeface="Roboto"/>
                <a:ea typeface="Roboto"/>
                <a:cs typeface="Roboto"/>
              </a:rPr>
              <a:t>fichero</a:t>
            </a:r>
            <a:r>
              <a:rPr lang="en-US" altLang="en-US" sz="1600" dirty="0">
                <a:solidFill>
                  <a:schemeClr val="dk1"/>
                </a:solidFill>
                <a:latin typeface="Roboto"/>
                <a:ea typeface="Roboto"/>
                <a:cs typeface="Roboto"/>
              </a:rPr>
              <a:t> </a:t>
            </a:r>
            <a:r>
              <a:rPr lang="en-US" altLang="en-US" sz="1600" dirty="0" err="1">
                <a:solidFill>
                  <a:schemeClr val="dk1"/>
                </a:solidFill>
                <a:latin typeface="Roboto"/>
                <a:ea typeface="Roboto"/>
                <a:cs typeface="Roboto"/>
              </a:rPr>
              <a:t>aparte</a:t>
            </a:r>
            <a:r>
              <a:rPr lang="en-US" altLang="en-US" sz="1600" dirty="0">
                <a:solidFill>
                  <a:schemeClr val="dk1"/>
                </a:solidFill>
                <a:latin typeface="Roboto"/>
                <a:ea typeface="Roboto"/>
                <a:cs typeface="Roboto"/>
              </a:rPr>
              <a:t> al que se </a:t>
            </a:r>
            <a:r>
              <a:rPr lang="en-US" altLang="en-US" sz="1600" dirty="0" err="1">
                <a:solidFill>
                  <a:schemeClr val="dk1"/>
                </a:solidFill>
                <a:latin typeface="Roboto"/>
                <a:ea typeface="Roboto"/>
                <a:cs typeface="Roboto"/>
              </a:rPr>
              <a:t>hace</a:t>
            </a:r>
            <a:r>
              <a:rPr lang="en-US" altLang="en-US" sz="1600" dirty="0">
                <a:solidFill>
                  <a:schemeClr val="dk1"/>
                </a:solidFill>
                <a:latin typeface="Roboto"/>
                <a:ea typeface="Roboto"/>
                <a:cs typeface="Roboto"/>
              </a:rPr>
              <a:t> </a:t>
            </a:r>
            <a:r>
              <a:rPr lang="en-US" altLang="en-US" sz="1600" dirty="0" err="1">
                <a:solidFill>
                  <a:schemeClr val="dk1"/>
                </a:solidFill>
                <a:latin typeface="Roboto"/>
                <a:ea typeface="Roboto"/>
                <a:cs typeface="Roboto"/>
              </a:rPr>
              <a:t>referencia</a:t>
            </a:r>
            <a:r>
              <a:rPr lang="en-US" altLang="en-US" sz="1600" dirty="0">
                <a:solidFill>
                  <a:schemeClr val="dk1"/>
                </a:solidFill>
                <a:latin typeface="Roboto"/>
                <a:ea typeface="Roboto"/>
                <a:cs typeface="Roboto"/>
              </a:rPr>
              <a:t> </a:t>
            </a:r>
            <a:r>
              <a:rPr lang="en-US" altLang="en-US" sz="1600" dirty="0" err="1">
                <a:solidFill>
                  <a:schemeClr val="dk1"/>
                </a:solidFill>
                <a:latin typeface="Roboto"/>
                <a:ea typeface="Roboto"/>
                <a:cs typeface="Roboto"/>
              </a:rPr>
              <a:t>usando</a:t>
            </a:r>
            <a:r>
              <a:rPr lang="en-US" altLang="en-US" sz="1600" dirty="0">
                <a:solidFill>
                  <a:schemeClr val="dk1"/>
                </a:solidFill>
                <a:latin typeface="Roboto"/>
                <a:ea typeface="Roboto"/>
                <a:cs typeface="Roboto"/>
              </a:rPr>
              <a:t> </a:t>
            </a:r>
            <a:r>
              <a:rPr lang="en-US" altLang="en-US" sz="1600" dirty="0" err="1">
                <a:solidFill>
                  <a:schemeClr val="dk1"/>
                </a:solidFill>
                <a:latin typeface="Roboto"/>
                <a:ea typeface="Roboto"/>
                <a:cs typeface="Roboto"/>
              </a:rPr>
              <a:t>el</a:t>
            </a:r>
            <a:r>
              <a:rPr lang="en-US" altLang="en-US" sz="1600" dirty="0">
                <a:solidFill>
                  <a:schemeClr val="dk1"/>
                </a:solidFill>
                <a:latin typeface="Roboto"/>
                <a:ea typeface="Roboto"/>
                <a:cs typeface="Roboto"/>
              </a:rPr>
              <a:t> </a:t>
            </a:r>
            <a:r>
              <a:rPr lang="en-US" altLang="en-US" sz="1600" dirty="0" err="1">
                <a:solidFill>
                  <a:schemeClr val="dk1"/>
                </a:solidFill>
                <a:latin typeface="Roboto"/>
                <a:ea typeface="Roboto"/>
                <a:cs typeface="Roboto"/>
              </a:rPr>
              <a:t>atributo</a:t>
            </a:r>
            <a:r>
              <a:rPr lang="en-US" altLang="en-US" sz="1600" dirty="0">
                <a:solidFill>
                  <a:schemeClr val="dk1"/>
                </a:solidFill>
                <a:latin typeface="Roboto"/>
                <a:ea typeface="Roboto"/>
                <a:cs typeface="Roboto"/>
              </a:rPr>
              <a:t> </a:t>
            </a:r>
            <a:r>
              <a:rPr lang="en-US" altLang="en-US" sz="1600" dirty="0" err="1">
                <a:solidFill>
                  <a:schemeClr val="dk1"/>
                </a:solidFill>
                <a:latin typeface="Roboto"/>
                <a:ea typeface="Roboto"/>
                <a:cs typeface="Roboto"/>
              </a:rPr>
              <a:t>src</a:t>
            </a:r>
            <a:r>
              <a:rPr lang="en-US" altLang="en-US" sz="1600" dirty="0">
                <a:solidFill>
                  <a:schemeClr val="dk1"/>
                </a:solidFill>
                <a:latin typeface="Roboto"/>
                <a:ea typeface="Roboto"/>
                <a:cs typeface="Roboto"/>
              </a:rPr>
              <a:t> de la </a:t>
            </a:r>
            <a:r>
              <a:rPr lang="en-US" altLang="en-US" sz="1600" dirty="0" err="1">
                <a:solidFill>
                  <a:schemeClr val="dk1"/>
                </a:solidFill>
                <a:latin typeface="Roboto"/>
                <a:ea typeface="Roboto"/>
                <a:cs typeface="Roboto"/>
              </a:rPr>
              <a:t>etiqueta</a:t>
            </a:r>
            <a:r>
              <a:rPr lang="en-US" altLang="en-US" sz="1600" dirty="0">
                <a:solidFill>
                  <a:schemeClr val="dk1"/>
                </a:solidFill>
                <a:latin typeface="Roboto"/>
                <a:ea typeface="Roboto"/>
                <a:cs typeface="Roboto"/>
              </a:rPr>
              <a:t> &lt;script&gt;: </a:t>
            </a:r>
          </a:p>
        </p:txBody>
      </p:sp>
      <p:sp>
        <p:nvSpPr>
          <p:cNvPr id="8" name="Google Shape;345;p43">
            <a:extLst>
              <a:ext uri="{FF2B5EF4-FFF2-40B4-BE49-F238E27FC236}">
                <a16:creationId xmlns:a16="http://schemas.microsoft.com/office/drawing/2014/main" id="{28AF7F00-387B-4CAB-893C-390DFDA91B1A}"/>
              </a:ext>
            </a:extLst>
          </p:cNvPr>
          <p:cNvSpPr txBox="1"/>
          <p:nvPr/>
        </p:nvSpPr>
        <p:spPr>
          <a:xfrm>
            <a:off x="462321" y="3230569"/>
            <a:ext cx="8284487" cy="463317"/>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indent="-355600" algn="just">
              <a:buSzPts val="2000"/>
              <a:buFont typeface="Roboto"/>
              <a:buChar char="●"/>
              <a:defRPr sz="3600">
                <a:solidFill>
                  <a:srgbClr val="6A6A73"/>
                </a:solidFill>
                <a:effectLst/>
                <a:latin typeface="Tiempos Text"/>
              </a:defRPr>
            </a:lvl1pPr>
          </a:lstStyle>
          <a:p>
            <a:pPr marL="101600" indent="0">
              <a:buNone/>
            </a:pPr>
            <a:r>
              <a:rPr lang="en-US" sz="1800" dirty="0">
                <a:latin typeface="Courier New" panose="02070309020205020404" pitchFamily="49" charset="0"/>
                <a:cs typeface="Courier New" panose="02070309020205020404" pitchFamily="49" charset="0"/>
                <a:sym typeface="Roboto"/>
              </a:rPr>
              <a:t>&lt;script type="text/</a:t>
            </a:r>
            <a:r>
              <a:rPr lang="en-US" sz="1800" dirty="0" err="1">
                <a:latin typeface="Courier New" panose="02070309020205020404" pitchFamily="49" charset="0"/>
                <a:cs typeface="Courier New" panose="02070309020205020404" pitchFamily="49" charset="0"/>
                <a:sym typeface="Roboto"/>
              </a:rPr>
              <a:t>javascript</a:t>
            </a:r>
            <a:r>
              <a:rPr lang="en-US" sz="1800" dirty="0">
                <a:latin typeface="Courier New" panose="02070309020205020404" pitchFamily="49" charset="0"/>
                <a:cs typeface="Courier New" panose="02070309020205020404" pitchFamily="49" charset="0"/>
                <a:sym typeface="Roboto"/>
              </a:rPr>
              <a:t>" </a:t>
            </a:r>
            <a:r>
              <a:rPr lang="en-US" sz="1800" dirty="0" err="1">
                <a:latin typeface="Courier New" panose="02070309020205020404" pitchFamily="49" charset="0"/>
                <a:cs typeface="Courier New" panose="02070309020205020404" pitchFamily="49" charset="0"/>
                <a:sym typeface="Roboto"/>
              </a:rPr>
              <a:t>src</a:t>
            </a:r>
            <a:r>
              <a:rPr lang="en-US" sz="1800" dirty="0">
                <a:latin typeface="Courier New" panose="02070309020205020404" pitchFamily="49" charset="0"/>
                <a:cs typeface="Courier New" panose="02070309020205020404" pitchFamily="49" charset="0"/>
                <a:sym typeface="Roboto"/>
              </a:rPr>
              <a:t>="[URL]"&gt;&lt;/script&gt;</a:t>
            </a:r>
            <a:endParaRPr sz="1800" dirty="0">
              <a:latin typeface="Courier New" panose="02070309020205020404" pitchFamily="49" charset="0"/>
              <a:cs typeface="Courier New" panose="02070309020205020404" pitchFamily="49" charset="0"/>
              <a:sym typeface="Roboto"/>
            </a:endParaRPr>
          </a:p>
        </p:txBody>
      </p:sp>
      <p:sp>
        <p:nvSpPr>
          <p:cNvPr id="9" name="Rectangle 2">
            <a:extLst>
              <a:ext uri="{FF2B5EF4-FFF2-40B4-BE49-F238E27FC236}">
                <a16:creationId xmlns:a16="http://schemas.microsoft.com/office/drawing/2014/main" id="{97E18430-8C00-469C-890A-983764A38861}"/>
              </a:ext>
            </a:extLst>
          </p:cNvPr>
          <p:cNvSpPr>
            <a:spLocks noChangeArrowheads="1"/>
          </p:cNvSpPr>
          <p:nvPr/>
        </p:nvSpPr>
        <p:spPr bwMode="auto">
          <a:xfrm>
            <a:off x="462321" y="3979328"/>
            <a:ext cx="8284487" cy="338554"/>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es-ES" altLang="en-US" sz="1600" dirty="0">
                <a:solidFill>
                  <a:schemeClr val="dk1"/>
                </a:solidFill>
                <a:latin typeface="Roboto"/>
                <a:ea typeface="Roboto"/>
                <a:cs typeface="Roboto"/>
              </a:rPr>
              <a:t>donde [URL] es la URL que hace referencia al archivo que contiene el JavaScript.</a:t>
            </a:r>
            <a:endParaRPr lang="en-US" altLang="en-US" sz="1600" dirty="0">
              <a:solidFill>
                <a:schemeClr val="dk1"/>
              </a:solidFill>
              <a:latin typeface="Roboto"/>
              <a:ea typeface="Roboto"/>
              <a:cs typeface="Roboto"/>
            </a:endParaRPr>
          </a:p>
        </p:txBody>
      </p:sp>
    </p:spTree>
    <p:extLst>
      <p:ext uri="{BB962C8B-B14F-4D97-AF65-F5344CB8AC3E}">
        <p14:creationId xmlns:p14="http://schemas.microsoft.com/office/powerpoint/2010/main" val="18223854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smtClean="0"/>
              <a:pPr marL="0" lvl="0" indent="0" algn="r" rtl="0">
                <a:spcBef>
                  <a:spcPts val="0"/>
                </a:spcBef>
                <a:spcAft>
                  <a:spcPts val="0"/>
                </a:spcAft>
                <a:buNone/>
              </a:pPr>
              <a:t>44</a:t>
            </a:fld>
            <a:endParaRPr/>
          </a:p>
        </p:txBody>
      </p:sp>
      <p:sp>
        <p:nvSpPr>
          <p:cNvPr id="72" name="Google Shape;72;p15"/>
          <p:cNvSpPr txBox="1">
            <a:spLocks noGrp="1"/>
          </p:cNvSpPr>
          <p:nvPr>
            <p:ph type="ctrTitle"/>
          </p:nvPr>
        </p:nvSpPr>
        <p:spPr>
          <a:xfrm>
            <a:off x="0" y="350207"/>
            <a:ext cx="9144000" cy="64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sz="2800" dirty="0">
                <a:latin typeface="Roboto"/>
                <a:ea typeface="Roboto"/>
                <a:cs typeface="Roboto"/>
                <a:sym typeface="Roboto"/>
              </a:rPr>
              <a:t>HTML Dinámico</a:t>
            </a:r>
            <a:endParaRPr sz="2800" dirty="0">
              <a:latin typeface="Roboto"/>
              <a:ea typeface="Roboto"/>
              <a:cs typeface="Roboto"/>
              <a:sym typeface="Roboto"/>
            </a:endParaRPr>
          </a:p>
        </p:txBody>
      </p:sp>
      <p:sp>
        <p:nvSpPr>
          <p:cNvPr id="3" name="Rectangle 2">
            <a:extLst>
              <a:ext uri="{FF2B5EF4-FFF2-40B4-BE49-F238E27FC236}">
                <a16:creationId xmlns:a16="http://schemas.microsoft.com/office/drawing/2014/main" id="{AFCC88C0-2A82-4F76-BEDD-0DEDF0F88645}"/>
              </a:ext>
            </a:extLst>
          </p:cNvPr>
          <p:cNvSpPr>
            <a:spLocks noChangeArrowheads="1"/>
          </p:cNvSpPr>
          <p:nvPr/>
        </p:nvSpPr>
        <p:spPr bwMode="auto">
          <a:xfrm>
            <a:off x="429756" y="1328056"/>
            <a:ext cx="8284487" cy="3209165"/>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es-ES" altLang="en-US" sz="1600" dirty="0">
                <a:solidFill>
                  <a:schemeClr val="dk1"/>
                </a:solidFill>
                <a:latin typeface="Roboto"/>
                <a:ea typeface="Roboto"/>
                <a:cs typeface="Roboto"/>
              </a:rPr>
              <a:t>El HTML Dinámico o DHTML (del inglés Dynamic HTML) designa el conjunto de técnicas que permiten crear sitios web interactivos utilizando una combinación de lenguaje HTML estático, hojas de estilo en cascada (CSS), un lenguaje interpretado en el navegador web (como JavaScript) y la jerarquía de objetos DOM.</a:t>
            </a:r>
            <a:r>
              <a:rPr lang="en-US" altLang="en-US" sz="1600" dirty="0">
                <a:solidFill>
                  <a:schemeClr val="dk1"/>
                </a:solidFill>
                <a:latin typeface="Roboto"/>
                <a:ea typeface="Roboto"/>
                <a:cs typeface="Roboto"/>
              </a:rPr>
              <a:t> </a:t>
            </a:r>
          </a:p>
          <a:p>
            <a:pPr algn="ctr">
              <a:buClr>
                <a:schemeClr val="dk1"/>
              </a:buClr>
              <a:buSzPts val="1100"/>
            </a:pPr>
            <a:endParaRPr lang="en-US" altLang="en-US" sz="1600" dirty="0">
              <a:solidFill>
                <a:schemeClr val="dk1"/>
              </a:solidFill>
              <a:latin typeface="Roboto"/>
              <a:ea typeface="Roboto"/>
              <a:cs typeface="Roboto"/>
            </a:endParaRPr>
          </a:p>
          <a:p>
            <a:pPr algn="ctr">
              <a:buClr>
                <a:schemeClr val="dk1"/>
              </a:buClr>
              <a:buSzPts val="1100"/>
            </a:pPr>
            <a:r>
              <a:rPr lang="es-ES" altLang="en-US" sz="1600" dirty="0">
                <a:solidFill>
                  <a:schemeClr val="dk1"/>
                </a:solidFill>
                <a:latin typeface="Roboto"/>
                <a:ea typeface="Roboto"/>
                <a:cs typeface="Roboto"/>
              </a:rPr>
              <a:t>En una página DHTML, una vez ésta ha sido descargada completamente por el navegador web del cliente, se puede ejecutar código (escrito, por ejemplo, en JavaScript) que tenga efectos en la presentación de la página (manipulando los estilos CSS o el propio contenido del documento HTML). De esta forma, se puede modificar la información presentada o el aspecto visual de la página mientras el usuario la está viendo.</a:t>
            </a:r>
            <a:endParaRPr lang="en-US" altLang="en-US" sz="1600" dirty="0">
              <a:solidFill>
                <a:schemeClr val="dk1"/>
              </a:solidFill>
              <a:latin typeface="Roboto"/>
              <a:ea typeface="Roboto"/>
              <a:cs typeface="Roboto"/>
            </a:endParaRPr>
          </a:p>
        </p:txBody>
      </p:sp>
    </p:spTree>
    <p:extLst>
      <p:ext uri="{BB962C8B-B14F-4D97-AF65-F5344CB8AC3E}">
        <p14:creationId xmlns:p14="http://schemas.microsoft.com/office/powerpoint/2010/main" val="17540033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smtClean="0"/>
              <a:pPr marL="0" lvl="0" indent="0" algn="r" rtl="0">
                <a:spcBef>
                  <a:spcPts val="0"/>
                </a:spcBef>
                <a:spcAft>
                  <a:spcPts val="0"/>
                </a:spcAft>
                <a:buNone/>
              </a:pPr>
              <a:t>45</a:t>
            </a:fld>
            <a:endParaRPr/>
          </a:p>
        </p:txBody>
      </p:sp>
      <p:sp>
        <p:nvSpPr>
          <p:cNvPr id="72" name="Google Shape;72;p15"/>
          <p:cNvSpPr txBox="1">
            <a:spLocks noGrp="1"/>
          </p:cNvSpPr>
          <p:nvPr>
            <p:ph type="ctrTitle"/>
          </p:nvPr>
        </p:nvSpPr>
        <p:spPr>
          <a:xfrm>
            <a:off x="0" y="350207"/>
            <a:ext cx="9144000" cy="64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sz="2800" dirty="0">
                <a:latin typeface="Roboto"/>
                <a:ea typeface="Roboto"/>
                <a:cs typeface="Roboto"/>
                <a:sym typeface="Roboto"/>
              </a:rPr>
              <a:t>El modelo DOM</a:t>
            </a:r>
            <a:endParaRPr sz="2800" dirty="0">
              <a:latin typeface="Roboto"/>
              <a:ea typeface="Roboto"/>
              <a:cs typeface="Roboto"/>
              <a:sym typeface="Roboto"/>
            </a:endParaRPr>
          </a:p>
        </p:txBody>
      </p:sp>
      <p:sp>
        <p:nvSpPr>
          <p:cNvPr id="3" name="Rectangle 2">
            <a:extLst>
              <a:ext uri="{FF2B5EF4-FFF2-40B4-BE49-F238E27FC236}">
                <a16:creationId xmlns:a16="http://schemas.microsoft.com/office/drawing/2014/main" id="{AFCC88C0-2A82-4F76-BEDD-0DEDF0F88645}"/>
              </a:ext>
            </a:extLst>
          </p:cNvPr>
          <p:cNvSpPr>
            <a:spLocks noChangeArrowheads="1"/>
          </p:cNvSpPr>
          <p:nvPr/>
        </p:nvSpPr>
        <p:spPr bwMode="auto">
          <a:xfrm>
            <a:off x="429756" y="1663808"/>
            <a:ext cx="8284487" cy="1815882"/>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es-ES" altLang="en-US" sz="1600" dirty="0">
                <a:solidFill>
                  <a:schemeClr val="dk1"/>
                </a:solidFill>
                <a:latin typeface="Roboto"/>
                <a:ea typeface="Roboto"/>
                <a:cs typeface="Roboto"/>
              </a:rPr>
              <a:t>El modelo DOM (</a:t>
            </a:r>
            <a:r>
              <a:rPr lang="es-ES" altLang="en-US" sz="1600" dirty="0" err="1">
                <a:solidFill>
                  <a:schemeClr val="dk1"/>
                </a:solidFill>
                <a:latin typeface="Roboto"/>
                <a:ea typeface="Roboto"/>
                <a:cs typeface="Roboto"/>
              </a:rPr>
              <a:t>Document</a:t>
            </a:r>
            <a:r>
              <a:rPr lang="es-ES" altLang="en-US" sz="1600" dirty="0">
                <a:solidFill>
                  <a:schemeClr val="dk1"/>
                </a:solidFill>
                <a:latin typeface="Roboto"/>
                <a:ea typeface="Roboto"/>
                <a:cs typeface="Roboto"/>
              </a:rPr>
              <a:t> </a:t>
            </a:r>
            <a:r>
              <a:rPr lang="es-ES" altLang="en-US" sz="1600" dirty="0" err="1">
                <a:solidFill>
                  <a:schemeClr val="dk1"/>
                </a:solidFill>
                <a:latin typeface="Roboto"/>
                <a:ea typeface="Roboto"/>
                <a:cs typeface="Roboto"/>
              </a:rPr>
              <a:t>Object</a:t>
            </a:r>
            <a:r>
              <a:rPr lang="es-ES" altLang="en-US" sz="1600" dirty="0">
                <a:solidFill>
                  <a:schemeClr val="dk1"/>
                </a:solidFill>
                <a:latin typeface="Roboto"/>
                <a:ea typeface="Roboto"/>
                <a:cs typeface="Roboto"/>
              </a:rPr>
              <a:t> </a:t>
            </a:r>
            <a:r>
              <a:rPr lang="es-ES" altLang="en-US" sz="1600" dirty="0" err="1">
                <a:solidFill>
                  <a:schemeClr val="dk1"/>
                </a:solidFill>
                <a:latin typeface="Roboto"/>
                <a:ea typeface="Roboto"/>
                <a:cs typeface="Roboto"/>
              </a:rPr>
              <a:t>Model</a:t>
            </a:r>
            <a:r>
              <a:rPr lang="es-ES" altLang="en-US" sz="1600" dirty="0">
                <a:solidFill>
                  <a:schemeClr val="dk1"/>
                </a:solidFill>
                <a:latin typeface="Roboto"/>
                <a:ea typeface="Roboto"/>
                <a:cs typeface="Roboto"/>
              </a:rPr>
              <a:t>) de HTML define una forma estándar para el acceso y la manipulación de documentos HTML desde un lenguaje de programación como ECMAScript (JavaScript).</a:t>
            </a:r>
          </a:p>
          <a:p>
            <a:pPr algn="ctr">
              <a:buClr>
                <a:schemeClr val="dk1"/>
              </a:buClr>
              <a:buSzPts val="1100"/>
            </a:pPr>
            <a:endParaRPr lang="es-ES" altLang="en-US" sz="1600" dirty="0">
              <a:solidFill>
                <a:schemeClr val="dk1"/>
              </a:solidFill>
              <a:latin typeface="Roboto"/>
              <a:ea typeface="Roboto"/>
              <a:cs typeface="Roboto"/>
            </a:endParaRPr>
          </a:p>
          <a:p>
            <a:pPr algn="ctr">
              <a:buClr>
                <a:schemeClr val="dk1"/>
              </a:buClr>
              <a:buSzPts val="1100"/>
            </a:pPr>
            <a:r>
              <a:rPr lang="es-ES" altLang="en-US" sz="1600" dirty="0">
                <a:solidFill>
                  <a:schemeClr val="dk1"/>
                </a:solidFill>
                <a:latin typeface="Roboto"/>
                <a:ea typeface="Roboto"/>
                <a:cs typeface="Roboto"/>
              </a:rPr>
              <a:t>El modelo DOM de un documento HTML representa el documento como un árbol en cuyos nodos aparecen las distintas etiquetas HTML del documento, los atributos asociados a cada etiqueta y el texto del documento:</a:t>
            </a:r>
            <a:endParaRPr lang="en-US" altLang="en-US" sz="1600" dirty="0">
              <a:solidFill>
                <a:schemeClr val="dk1"/>
              </a:solidFill>
              <a:latin typeface="Roboto"/>
              <a:ea typeface="Roboto"/>
              <a:cs typeface="Roboto"/>
            </a:endParaRPr>
          </a:p>
        </p:txBody>
      </p:sp>
    </p:spTree>
    <p:extLst>
      <p:ext uri="{BB962C8B-B14F-4D97-AF65-F5344CB8AC3E}">
        <p14:creationId xmlns:p14="http://schemas.microsoft.com/office/powerpoint/2010/main" val="4035317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smtClean="0"/>
              <a:pPr marL="0" lvl="0" indent="0" algn="r" rtl="0">
                <a:spcBef>
                  <a:spcPts val="0"/>
                </a:spcBef>
                <a:spcAft>
                  <a:spcPts val="0"/>
                </a:spcAft>
                <a:buNone/>
              </a:pPr>
              <a:t>46</a:t>
            </a:fld>
            <a:endParaRPr/>
          </a:p>
        </p:txBody>
      </p:sp>
      <p:sp>
        <p:nvSpPr>
          <p:cNvPr id="72" name="Google Shape;72;p15"/>
          <p:cNvSpPr txBox="1">
            <a:spLocks noGrp="1"/>
          </p:cNvSpPr>
          <p:nvPr>
            <p:ph type="ctrTitle"/>
          </p:nvPr>
        </p:nvSpPr>
        <p:spPr>
          <a:xfrm>
            <a:off x="0" y="350207"/>
            <a:ext cx="9144000" cy="64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sz="2800" dirty="0">
                <a:latin typeface="Roboto"/>
                <a:ea typeface="Roboto"/>
                <a:cs typeface="Roboto"/>
                <a:sym typeface="Roboto"/>
              </a:rPr>
              <a:t>El modelo DOM</a:t>
            </a:r>
            <a:endParaRPr sz="2800" dirty="0">
              <a:latin typeface="Roboto"/>
              <a:ea typeface="Roboto"/>
              <a:cs typeface="Roboto"/>
              <a:sym typeface="Roboto"/>
            </a:endParaRPr>
          </a:p>
        </p:txBody>
      </p:sp>
      <p:pic>
        <p:nvPicPr>
          <p:cNvPr id="4" name="Imagen 3">
            <a:extLst>
              <a:ext uri="{FF2B5EF4-FFF2-40B4-BE49-F238E27FC236}">
                <a16:creationId xmlns:a16="http://schemas.microsoft.com/office/drawing/2014/main" id="{3DD252E9-F916-3091-52F7-8F015ED5EA4A}"/>
              </a:ext>
            </a:extLst>
          </p:cNvPr>
          <p:cNvPicPr>
            <a:picLocks noChangeAspect="1"/>
          </p:cNvPicPr>
          <p:nvPr/>
        </p:nvPicPr>
        <p:blipFill>
          <a:blip r:embed="rId3"/>
          <a:stretch>
            <a:fillRect/>
          </a:stretch>
        </p:blipFill>
        <p:spPr>
          <a:xfrm>
            <a:off x="1614487" y="1185999"/>
            <a:ext cx="5915025" cy="3286125"/>
          </a:xfrm>
          <a:prstGeom prst="rect">
            <a:avLst/>
          </a:prstGeom>
        </p:spPr>
      </p:pic>
    </p:spTree>
    <p:extLst>
      <p:ext uri="{BB962C8B-B14F-4D97-AF65-F5344CB8AC3E}">
        <p14:creationId xmlns:p14="http://schemas.microsoft.com/office/powerpoint/2010/main" val="28508151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smtClean="0"/>
              <a:pPr marL="0" lvl="0" indent="0" algn="r" rtl="0">
                <a:spcBef>
                  <a:spcPts val="0"/>
                </a:spcBef>
                <a:spcAft>
                  <a:spcPts val="0"/>
                </a:spcAft>
                <a:buNone/>
              </a:pPr>
              <a:t>47</a:t>
            </a:fld>
            <a:endParaRPr/>
          </a:p>
        </p:txBody>
      </p:sp>
      <p:sp>
        <p:nvSpPr>
          <p:cNvPr id="72" name="Google Shape;72;p15"/>
          <p:cNvSpPr txBox="1">
            <a:spLocks noGrp="1"/>
          </p:cNvSpPr>
          <p:nvPr>
            <p:ph type="ctrTitle"/>
          </p:nvPr>
        </p:nvSpPr>
        <p:spPr>
          <a:xfrm>
            <a:off x="0" y="350207"/>
            <a:ext cx="9144000" cy="64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sz="2800" dirty="0">
                <a:latin typeface="Roboto"/>
                <a:ea typeface="Roboto"/>
                <a:cs typeface="Roboto"/>
                <a:sym typeface="Roboto"/>
              </a:rPr>
              <a:t>El modelo DOM</a:t>
            </a:r>
            <a:endParaRPr sz="2800" dirty="0">
              <a:latin typeface="Roboto"/>
              <a:ea typeface="Roboto"/>
              <a:cs typeface="Roboto"/>
              <a:sym typeface="Roboto"/>
            </a:endParaRPr>
          </a:p>
        </p:txBody>
      </p:sp>
      <p:sp>
        <p:nvSpPr>
          <p:cNvPr id="3" name="Rectangle 2">
            <a:extLst>
              <a:ext uri="{FF2B5EF4-FFF2-40B4-BE49-F238E27FC236}">
                <a16:creationId xmlns:a16="http://schemas.microsoft.com/office/drawing/2014/main" id="{AFCC88C0-2A82-4F76-BEDD-0DEDF0F88645}"/>
              </a:ext>
            </a:extLst>
          </p:cNvPr>
          <p:cNvSpPr>
            <a:spLocks noChangeArrowheads="1"/>
          </p:cNvSpPr>
          <p:nvPr/>
        </p:nvSpPr>
        <p:spPr bwMode="auto">
          <a:xfrm>
            <a:off x="429755" y="994907"/>
            <a:ext cx="8284487" cy="1077218"/>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es-ES" altLang="en-US" sz="1600" dirty="0">
                <a:solidFill>
                  <a:schemeClr val="dk1"/>
                </a:solidFill>
                <a:latin typeface="Roboto"/>
                <a:ea typeface="Roboto"/>
                <a:cs typeface="Roboto"/>
              </a:rPr>
              <a:t>El modelo DOM permite que, desde JavaScript, podamos acceder al contenido de una página web (y al estado del navegador del usuario). El estándar define una serie de clases de objetos cuyas propiedades nos permitirán manipular todos los aspectos de la presentación de una página web:</a:t>
            </a:r>
            <a:endParaRPr lang="en-US" altLang="en-US" sz="1600" dirty="0">
              <a:solidFill>
                <a:schemeClr val="dk1"/>
              </a:solidFill>
              <a:latin typeface="Roboto"/>
              <a:ea typeface="Roboto"/>
              <a:cs typeface="Roboto"/>
            </a:endParaRPr>
          </a:p>
        </p:txBody>
      </p:sp>
      <p:pic>
        <p:nvPicPr>
          <p:cNvPr id="4" name="Imagen 3">
            <a:extLst>
              <a:ext uri="{FF2B5EF4-FFF2-40B4-BE49-F238E27FC236}">
                <a16:creationId xmlns:a16="http://schemas.microsoft.com/office/drawing/2014/main" id="{B6E713FC-E1E1-1E4C-8207-F11906EE599B}"/>
              </a:ext>
            </a:extLst>
          </p:cNvPr>
          <p:cNvPicPr>
            <a:picLocks noChangeAspect="1"/>
          </p:cNvPicPr>
          <p:nvPr/>
        </p:nvPicPr>
        <p:blipFill>
          <a:blip r:embed="rId3"/>
          <a:stretch>
            <a:fillRect/>
          </a:stretch>
        </p:blipFill>
        <p:spPr>
          <a:xfrm>
            <a:off x="2486478" y="2262558"/>
            <a:ext cx="4171043" cy="2422576"/>
          </a:xfrm>
          <a:prstGeom prst="rect">
            <a:avLst/>
          </a:prstGeom>
        </p:spPr>
      </p:pic>
    </p:spTree>
    <p:extLst>
      <p:ext uri="{BB962C8B-B14F-4D97-AF65-F5344CB8AC3E}">
        <p14:creationId xmlns:p14="http://schemas.microsoft.com/office/powerpoint/2010/main" val="31268051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smtClean="0"/>
              <a:pPr marL="0" lvl="0" indent="0" algn="r" rtl="0">
                <a:spcBef>
                  <a:spcPts val="0"/>
                </a:spcBef>
                <a:spcAft>
                  <a:spcPts val="0"/>
                </a:spcAft>
                <a:buNone/>
              </a:pPr>
              <a:t>48</a:t>
            </a:fld>
            <a:endParaRPr/>
          </a:p>
        </p:txBody>
      </p:sp>
      <p:sp>
        <p:nvSpPr>
          <p:cNvPr id="72" name="Google Shape;72;p15"/>
          <p:cNvSpPr txBox="1">
            <a:spLocks noGrp="1"/>
          </p:cNvSpPr>
          <p:nvPr>
            <p:ph type="ctrTitle"/>
          </p:nvPr>
        </p:nvSpPr>
        <p:spPr>
          <a:xfrm>
            <a:off x="0" y="350207"/>
            <a:ext cx="9144000" cy="64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sz="2800" dirty="0">
                <a:latin typeface="Roboto"/>
                <a:ea typeface="Roboto"/>
                <a:cs typeface="Roboto"/>
                <a:sym typeface="Roboto"/>
              </a:rPr>
              <a:t>El modelo DOM</a:t>
            </a:r>
            <a:endParaRPr sz="2800" dirty="0">
              <a:latin typeface="Roboto"/>
              <a:ea typeface="Roboto"/>
              <a:cs typeface="Roboto"/>
              <a:sym typeface="Roboto"/>
            </a:endParaRPr>
          </a:p>
        </p:txBody>
      </p:sp>
      <p:sp>
        <p:nvSpPr>
          <p:cNvPr id="3" name="Rectangle 2">
            <a:extLst>
              <a:ext uri="{FF2B5EF4-FFF2-40B4-BE49-F238E27FC236}">
                <a16:creationId xmlns:a16="http://schemas.microsoft.com/office/drawing/2014/main" id="{AFCC88C0-2A82-4F76-BEDD-0DEDF0F88645}"/>
              </a:ext>
            </a:extLst>
          </p:cNvPr>
          <p:cNvSpPr>
            <a:spLocks noChangeArrowheads="1"/>
          </p:cNvSpPr>
          <p:nvPr/>
        </p:nvSpPr>
        <p:spPr bwMode="auto">
          <a:xfrm>
            <a:off x="429756" y="1336344"/>
            <a:ext cx="8284487" cy="584775"/>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es-ES" altLang="en-US" sz="1600" dirty="0">
                <a:solidFill>
                  <a:schemeClr val="dk1"/>
                </a:solidFill>
                <a:latin typeface="Roboto"/>
                <a:ea typeface="Roboto"/>
              </a:rPr>
              <a:t>Gracias a las clases definidas por este modelo, podremos acceder a nuestro documento usando una variable predefinida </a:t>
            </a:r>
            <a:r>
              <a:rPr lang="es-ES" altLang="en-US" sz="1600" dirty="0" err="1">
                <a:solidFill>
                  <a:schemeClr val="dk1"/>
                </a:solidFill>
                <a:latin typeface="Roboto"/>
                <a:ea typeface="Roboto"/>
              </a:rPr>
              <a:t>document</a:t>
            </a:r>
            <a:r>
              <a:rPr lang="es-ES" altLang="en-US" sz="1600" dirty="0">
                <a:solidFill>
                  <a:schemeClr val="dk1"/>
                </a:solidFill>
                <a:latin typeface="Roboto"/>
                <a:ea typeface="Roboto"/>
              </a:rPr>
              <a:t> para añadirle contenido dinámicamente...</a:t>
            </a:r>
          </a:p>
        </p:txBody>
      </p:sp>
      <p:sp>
        <p:nvSpPr>
          <p:cNvPr id="7" name="Google Shape;345;p43">
            <a:extLst>
              <a:ext uri="{FF2B5EF4-FFF2-40B4-BE49-F238E27FC236}">
                <a16:creationId xmlns:a16="http://schemas.microsoft.com/office/drawing/2014/main" id="{76B37924-2BB1-3608-39A8-4F8CA8EB22F6}"/>
              </a:ext>
            </a:extLst>
          </p:cNvPr>
          <p:cNvSpPr txBox="1"/>
          <p:nvPr/>
        </p:nvSpPr>
        <p:spPr>
          <a:xfrm>
            <a:off x="429755" y="2217584"/>
            <a:ext cx="8284487" cy="2198663"/>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indent="-355600" algn="just">
              <a:buSzPts val="2000"/>
              <a:buFont typeface="Roboto"/>
              <a:buChar char="●"/>
              <a:defRPr sz="3600">
                <a:solidFill>
                  <a:srgbClr val="6A6A73"/>
                </a:solidFill>
                <a:effectLst/>
                <a:latin typeface="Tiempos Text"/>
              </a:defRPr>
            </a:lvl1pPr>
          </a:lstStyle>
          <a:p>
            <a:pPr marL="101600" indent="0">
              <a:buNone/>
            </a:pPr>
            <a:r>
              <a:rPr lang="en-US" sz="1400" dirty="0">
                <a:latin typeface="Courier New" panose="02070309020205020404" pitchFamily="49" charset="0"/>
                <a:cs typeface="Courier New" panose="02070309020205020404" pitchFamily="49" charset="0"/>
                <a:sym typeface="Roboto"/>
              </a:rPr>
              <a:t>&lt;html&gt;</a:t>
            </a:r>
          </a:p>
          <a:p>
            <a:pPr marL="101600" indent="0">
              <a:buNone/>
            </a:pPr>
            <a:r>
              <a:rPr lang="en-US" sz="1400" dirty="0">
                <a:latin typeface="Courier New" panose="02070309020205020404" pitchFamily="49" charset="0"/>
                <a:cs typeface="Courier New" panose="02070309020205020404" pitchFamily="49" charset="0"/>
                <a:sym typeface="Roboto"/>
              </a:rPr>
              <a:t>&lt;body&gt;</a:t>
            </a:r>
          </a:p>
          <a:p>
            <a:pPr marL="101600" indent="0">
              <a:buNone/>
            </a:pPr>
            <a:endParaRPr lang="en-US" sz="1400" dirty="0">
              <a:latin typeface="Courier New" panose="02070309020205020404" pitchFamily="49" charset="0"/>
              <a:cs typeface="Courier New" panose="02070309020205020404" pitchFamily="49" charset="0"/>
              <a:sym typeface="Roboto"/>
            </a:endParaRPr>
          </a:p>
          <a:p>
            <a:pPr marL="101600" indent="0">
              <a:buNone/>
            </a:pPr>
            <a:r>
              <a:rPr lang="en-US" sz="1400" dirty="0">
                <a:latin typeface="Courier New" panose="02070309020205020404" pitchFamily="49" charset="0"/>
                <a:cs typeface="Courier New" panose="02070309020205020404" pitchFamily="49" charset="0"/>
                <a:sym typeface="Roboto"/>
              </a:rPr>
              <a:t> &lt;script type="text/</a:t>
            </a:r>
            <a:r>
              <a:rPr lang="en-US" sz="1400" dirty="0" err="1">
                <a:latin typeface="Courier New" panose="02070309020205020404" pitchFamily="49" charset="0"/>
                <a:cs typeface="Courier New" panose="02070309020205020404" pitchFamily="49" charset="0"/>
                <a:sym typeface="Roboto"/>
              </a:rPr>
              <a:t>javascript</a:t>
            </a:r>
            <a:r>
              <a:rPr lang="en-US" sz="1400" dirty="0">
                <a:latin typeface="Courier New" panose="02070309020205020404" pitchFamily="49" charset="0"/>
                <a:cs typeface="Courier New" panose="02070309020205020404" pitchFamily="49" charset="0"/>
                <a:sym typeface="Roboto"/>
              </a:rPr>
              <a:t>"&gt;</a:t>
            </a:r>
          </a:p>
          <a:p>
            <a:pPr marL="101600" indent="0">
              <a:buNone/>
            </a:pPr>
            <a:r>
              <a:rPr lang="en-US" sz="1400" dirty="0">
                <a:latin typeface="Courier New" panose="02070309020205020404" pitchFamily="49" charset="0"/>
                <a:cs typeface="Courier New" panose="02070309020205020404" pitchFamily="49" charset="0"/>
                <a:sym typeface="Roboto"/>
              </a:rPr>
              <a:t>   </a:t>
            </a:r>
            <a:r>
              <a:rPr lang="en-US" sz="1400" dirty="0" err="1">
                <a:latin typeface="Courier New" panose="02070309020205020404" pitchFamily="49" charset="0"/>
                <a:cs typeface="Courier New" panose="02070309020205020404" pitchFamily="49" charset="0"/>
                <a:sym typeface="Roboto"/>
              </a:rPr>
              <a:t>document.write</a:t>
            </a:r>
            <a:r>
              <a:rPr lang="en-US" sz="1400" dirty="0">
                <a:latin typeface="Courier New" panose="02070309020205020404" pitchFamily="49" charset="0"/>
                <a:cs typeface="Courier New" panose="02070309020205020404" pitchFamily="49" charset="0"/>
                <a:sym typeface="Roboto"/>
              </a:rPr>
              <a:t>("</a:t>
            </a:r>
            <a:r>
              <a:rPr lang="en-US" sz="1400" dirty="0" err="1">
                <a:latin typeface="Courier New" panose="02070309020205020404" pitchFamily="49" charset="0"/>
                <a:cs typeface="Courier New" panose="02070309020205020404" pitchFamily="49" charset="0"/>
                <a:sym typeface="Roboto"/>
              </a:rPr>
              <a:t>Mensaje</a:t>
            </a:r>
            <a:r>
              <a:rPr lang="en-US" sz="1400" dirty="0">
                <a:latin typeface="Courier New" panose="02070309020205020404" pitchFamily="49" charset="0"/>
                <a:cs typeface="Courier New" panose="02070309020205020404" pitchFamily="49" charset="0"/>
                <a:sym typeface="Roboto"/>
              </a:rPr>
              <a:t> </a:t>
            </a:r>
            <a:r>
              <a:rPr lang="en-US" sz="1400" dirty="0" err="1">
                <a:latin typeface="Courier New" panose="02070309020205020404" pitchFamily="49" charset="0"/>
                <a:cs typeface="Courier New" panose="02070309020205020404" pitchFamily="49" charset="0"/>
                <a:sym typeface="Roboto"/>
              </a:rPr>
              <a:t>escrito</a:t>
            </a:r>
            <a:r>
              <a:rPr lang="en-US" sz="1400" dirty="0">
                <a:latin typeface="Courier New" panose="02070309020205020404" pitchFamily="49" charset="0"/>
                <a:cs typeface="Courier New" panose="02070309020205020404" pitchFamily="49" charset="0"/>
                <a:sym typeface="Roboto"/>
              </a:rPr>
              <a:t> </a:t>
            </a:r>
            <a:r>
              <a:rPr lang="en-US" sz="1400" dirty="0" err="1">
                <a:latin typeface="Courier New" panose="02070309020205020404" pitchFamily="49" charset="0"/>
                <a:cs typeface="Courier New" panose="02070309020205020404" pitchFamily="49" charset="0"/>
                <a:sym typeface="Roboto"/>
              </a:rPr>
              <a:t>dinámicamente</a:t>
            </a:r>
            <a:r>
              <a:rPr lang="en-US" sz="1400" dirty="0">
                <a:latin typeface="Courier New" panose="02070309020205020404" pitchFamily="49" charset="0"/>
                <a:cs typeface="Courier New" panose="02070309020205020404" pitchFamily="49" charset="0"/>
                <a:sym typeface="Roboto"/>
              </a:rPr>
              <a:t> con JavaScript");</a:t>
            </a:r>
          </a:p>
          <a:p>
            <a:pPr marL="101600" indent="0">
              <a:buNone/>
            </a:pPr>
            <a:r>
              <a:rPr lang="en-US" sz="1400" dirty="0">
                <a:latin typeface="Courier New" panose="02070309020205020404" pitchFamily="49" charset="0"/>
                <a:cs typeface="Courier New" panose="02070309020205020404" pitchFamily="49" charset="0"/>
                <a:sym typeface="Roboto"/>
              </a:rPr>
              <a:t> &lt;/script&gt;</a:t>
            </a:r>
          </a:p>
          <a:p>
            <a:pPr marL="101600" indent="0">
              <a:buNone/>
            </a:pPr>
            <a:endParaRPr lang="en-US" sz="1400" dirty="0">
              <a:latin typeface="Courier New" panose="02070309020205020404" pitchFamily="49" charset="0"/>
              <a:cs typeface="Courier New" panose="02070309020205020404" pitchFamily="49" charset="0"/>
              <a:sym typeface="Roboto"/>
            </a:endParaRPr>
          </a:p>
          <a:p>
            <a:pPr marL="101600" indent="0">
              <a:buNone/>
            </a:pPr>
            <a:r>
              <a:rPr lang="en-US" sz="1400" dirty="0">
                <a:latin typeface="Courier New" panose="02070309020205020404" pitchFamily="49" charset="0"/>
                <a:cs typeface="Courier New" panose="02070309020205020404" pitchFamily="49" charset="0"/>
                <a:sym typeface="Roboto"/>
              </a:rPr>
              <a:t>&lt;/body&gt;</a:t>
            </a:r>
          </a:p>
          <a:p>
            <a:pPr marL="101600" indent="0">
              <a:buNone/>
            </a:pPr>
            <a:r>
              <a:rPr lang="en-US" sz="1400" dirty="0">
                <a:latin typeface="Courier New" panose="02070309020205020404" pitchFamily="49" charset="0"/>
                <a:cs typeface="Courier New" panose="02070309020205020404" pitchFamily="49" charset="0"/>
                <a:sym typeface="Roboto"/>
              </a:rPr>
              <a:t>&lt;/html&gt;</a:t>
            </a:r>
            <a:endParaRPr sz="1400" dirty="0">
              <a:latin typeface="Courier New" panose="02070309020205020404" pitchFamily="49" charset="0"/>
              <a:cs typeface="Courier New" panose="02070309020205020404" pitchFamily="49" charset="0"/>
              <a:sym typeface="Roboto"/>
            </a:endParaRPr>
          </a:p>
        </p:txBody>
      </p:sp>
    </p:spTree>
    <p:extLst>
      <p:ext uri="{BB962C8B-B14F-4D97-AF65-F5344CB8AC3E}">
        <p14:creationId xmlns:p14="http://schemas.microsoft.com/office/powerpoint/2010/main" val="42060231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smtClean="0"/>
              <a:pPr marL="0" lvl="0" indent="0" algn="r" rtl="0">
                <a:spcBef>
                  <a:spcPts val="0"/>
                </a:spcBef>
                <a:spcAft>
                  <a:spcPts val="0"/>
                </a:spcAft>
                <a:buNone/>
              </a:pPr>
              <a:t>49</a:t>
            </a:fld>
            <a:endParaRPr/>
          </a:p>
        </p:txBody>
      </p:sp>
      <p:sp>
        <p:nvSpPr>
          <p:cNvPr id="72" name="Google Shape;72;p15"/>
          <p:cNvSpPr txBox="1">
            <a:spLocks noGrp="1"/>
          </p:cNvSpPr>
          <p:nvPr>
            <p:ph type="ctrTitle"/>
          </p:nvPr>
        </p:nvSpPr>
        <p:spPr>
          <a:xfrm>
            <a:off x="0" y="350207"/>
            <a:ext cx="9144000" cy="64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sz="2800" dirty="0">
                <a:latin typeface="Roboto"/>
                <a:ea typeface="Roboto"/>
                <a:cs typeface="Roboto"/>
                <a:sym typeface="Roboto"/>
              </a:rPr>
              <a:t>El modelo DOM</a:t>
            </a:r>
            <a:endParaRPr sz="2800" dirty="0">
              <a:latin typeface="Roboto"/>
              <a:ea typeface="Roboto"/>
              <a:cs typeface="Roboto"/>
              <a:sym typeface="Roboto"/>
            </a:endParaRPr>
          </a:p>
        </p:txBody>
      </p:sp>
      <p:sp>
        <p:nvSpPr>
          <p:cNvPr id="3" name="Rectangle 2">
            <a:extLst>
              <a:ext uri="{FF2B5EF4-FFF2-40B4-BE49-F238E27FC236}">
                <a16:creationId xmlns:a16="http://schemas.microsoft.com/office/drawing/2014/main" id="{AFCC88C0-2A82-4F76-BEDD-0DEDF0F88645}"/>
              </a:ext>
            </a:extLst>
          </p:cNvPr>
          <p:cNvSpPr>
            <a:spLocks noChangeArrowheads="1"/>
          </p:cNvSpPr>
          <p:nvPr/>
        </p:nvSpPr>
        <p:spPr bwMode="auto">
          <a:xfrm>
            <a:off x="429754" y="994907"/>
            <a:ext cx="8284487" cy="338554"/>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es-ES" altLang="en-US" sz="1600" dirty="0">
                <a:solidFill>
                  <a:schemeClr val="dk1"/>
                </a:solidFill>
                <a:latin typeface="Roboto"/>
                <a:ea typeface="Roboto"/>
              </a:rPr>
              <a:t>... o manipular los enlaces de nuestra página (entre otras muchas cosas):</a:t>
            </a:r>
          </a:p>
        </p:txBody>
      </p:sp>
      <p:sp>
        <p:nvSpPr>
          <p:cNvPr id="7" name="Google Shape;345;p43">
            <a:extLst>
              <a:ext uri="{FF2B5EF4-FFF2-40B4-BE49-F238E27FC236}">
                <a16:creationId xmlns:a16="http://schemas.microsoft.com/office/drawing/2014/main" id="{76B37924-2BB1-3608-39A8-4F8CA8EB22F6}"/>
              </a:ext>
            </a:extLst>
          </p:cNvPr>
          <p:cNvSpPr txBox="1"/>
          <p:nvPr/>
        </p:nvSpPr>
        <p:spPr>
          <a:xfrm>
            <a:off x="429755" y="1421579"/>
            <a:ext cx="8284487" cy="3295564"/>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indent="-355600" algn="just">
              <a:buSzPts val="2000"/>
              <a:buFont typeface="Roboto"/>
              <a:buChar char="●"/>
              <a:defRPr sz="3600">
                <a:solidFill>
                  <a:srgbClr val="6A6A73"/>
                </a:solidFill>
                <a:effectLst/>
                <a:latin typeface="Tiempos Text"/>
              </a:defRPr>
            </a:lvl1pPr>
          </a:lstStyle>
          <a:p>
            <a:pPr marL="101600" indent="0">
              <a:buNone/>
            </a:pPr>
            <a:r>
              <a:rPr lang="en-US" sz="1000" dirty="0">
                <a:latin typeface="Courier New" panose="02070309020205020404" pitchFamily="49" charset="0"/>
                <a:cs typeface="Courier New" panose="02070309020205020404" pitchFamily="49" charset="0"/>
                <a:sym typeface="Roboto"/>
              </a:rPr>
              <a:t>&lt;html&gt;</a:t>
            </a:r>
          </a:p>
          <a:p>
            <a:pPr marL="101600" indent="0">
              <a:buNone/>
            </a:pPr>
            <a:r>
              <a:rPr lang="en-US" sz="1000" dirty="0">
                <a:latin typeface="Courier New" panose="02070309020205020404" pitchFamily="49" charset="0"/>
                <a:cs typeface="Courier New" panose="02070309020205020404" pitchFamily="49" charset="0"/>
                <a:sym typeface="Roboto"/>
              </a:rPr>
              <a:t>&lt;body&gt;</a:t>
            </a:r>
          </a:p>
          <a:p>
            <a:pPr marL="101600" indent="0">
              <a:buNone/>
            </a:pPr>
            <a:endParaRPr lang="en-US" sz="1000" dirty="0">
              <a:latin typeface="Courier New" panose="02070309020205020404" pitchFamily="49" charset="0"/>
              <a:cs typeface="Courier New" panose="02070309020205020404" pitchFamily="49" charset="0"/>
              <a:sym typeface="Roboto"/>
            </a:endParaRPr>
          </a:p>
          <a:p>
            <a:pPr marL="101600" indent="0">
              <a:buNone/>
            </a:pPr>
            <a:r>
              <a:rPr lang="en-US" sz="1000" dirty="0">
                <a:latin typeface="Courier New" panose="02070309020205020404" pitchFamily="49" charset="0"/>
                <a:cs typeface="Courier New" panose="02070309020205020404" pitchFamily="49" charset="0"/>
                <a:sym typeface="Roboto"/>
              </a:rPr>
              <a:t>&lt;script type="text/</a:t>
            </a:r>
            <a:r>
              <a:rPr lang="en-US" sz="1000" dirty="0" err="1">
                <a:latin typeface="Courier New" panose="02070309020205020404" pitchFamily="49" charset="0"/>
                <a:cs typeface="Courier New" panose="02070309020205020404" pitchFamily="49" charset="0"/>
                <a:sym typeface="Roboto"/>
              </a:rPr>
              <a:t>javascript</a:t>
            </a:r>
            <a:r>
              <a:rPr lang="en-US" sz="1000" dirty="0">
                <a:latin typeface="Courier New" panose="02070309020205020404" pitchFamily="49" charset="0"/>
                <a:cs typeface="Courier New" panose="02070309020205020404" pitchFamily="49" charset="0"/>
                <a:sym typeface="Roboto"/>
              </a:rPr>
              <a:t>"&gt;</a:t>
            </a:r>
          </a:p>
          <a:p>
            <a:pPr marL="101600" indent="0">
              <a:buNone/>
            </a:pPr>
            <a:r>
              <a:rPr lang="en-US" sz="1000" dirty="0">
                <a:latin typeface="Courier New" panose="02070309020205020404" pitchFamily="49" charset="0"/>
                <a:cs typeface="Courier New" panose="02070309020205020404" pitchFamily="49" charset="0"/>
                <a:sym typeface="Roboto"/>
              </a:rPr>
              <a:t>  function </a:t>
            </a:r>
            <a:r>
              <a:rPr lang="en-US" sz="1000" dirty="0" err="1">
                <a:latin typeface="Courier New" panose="02070309020205020404" pitchFamily="49" charset="0"/>
                <a:cs typeface="Courier New" panose="02070309020205020404" pitchFamily="49" charset="0"/>
                <a:sym typeface="Roboto"/>
              </a:rPr>
              <a:t>changeLink</a:t>
            </a:r>
            <a:r>
              <a:rPr lang="en-US" sz="1000" dirty="0">
                <a:latin typeface="Courier New" panose="02070309020205020404" pitchFamily="49" charset="0"/>
                <a:cs typeface="Courier New" panose="02070309020205020404" pitchFamily="49" charset="0"/>
                <a:sym typeface="Roboto"/>
              </a:rPr>
              <a:t> (id, </a:t>
            </a:r>
            <a:r>
              <a:rPr lang="en-US" sz="1000" dirty="0" err="1">
                <a:latin typeface="Courier New" panose="02070309020205020404" pitchFamily="49" charset="0"/>
                <a:cs typeface="Courier New" panose="02070309020205020404" pitchFamily="49" charset="0"/>
                <a:sym typeface="Roboto"/>
              </a:rPr>
              <a:t>url</a:t>
            </a:r>
            <a:r>
              <a:rPr lang="en-US" sz="1000" dirty="0">
                <a:latin typeface="Courier New" panose="02070309020205020404" pitchFamily="49" charset="0"/>
                <a:cs typeface="Courier New" panose="02070309020205020404" pitchFamily="49" charset="0"/>
                <a:sym typeface="Roboto"/>
              </a:rPr>
              <a:t>) {</a:t>
            </a:r>
          </a:p>
          <a:p>
            <a:pPr marL="101600" indent="0">
              <a:buNone/>
            </a:pPr>
            <a:r>
              <a:rPr lang="en-US" sz="1000" dirty="0">
                <a:latin typeface="Courier New" panose="02070309020205020404" pitchFamily="49" charset="0"/>
                <a:cs typeface="Courier New" panose="02070309020205020404" pitchFamily="49" charset="0"/>
                <a:sym typeface="Roboto"/>
              </a:rPr>
              <a:t>    </a:t>
            </a:r>
            <a:r>
              <a:rPr lang="en-US" sz="1000" dirty="0" err="1">
                <a:latin typeface="Courier New" panose="02070309020205020404" pitchFamily="49" charset="0"/>
                <a:cs typeface="Courier New" panose="02070309020205020404" pitchFamily="49" charset="0"/>
                <a:sym typeface="Roboto"/>
              </a:rPr>
              <a:t>document.getElementById</a:t>
            </a:r>
            <a:r>
              <a:rPr lang="en-US" sz="1000" dirty="0">
                <a:latin typeface="Courier New" panose="02070309020205020404" pitchFamily="49" charset="0"/>
                <a:cs typeface="Courier New" panose="02070309020205020404" pitchFamily="49" charset="0"/>
                <a:sym typeface="Roboto"/>
              </a:rPr>
              <a:t>(id).</a:t>
            </a:r>
            <a:r>
              <a:rPr lang="en-US" sz="1000" dirty="0" err="1">
                <a:latin typeface="Courier New" panose="02070309020205020404" pitchFamily="49" charset="0"/>
                <a:cs typeface="Courier New" panose="02070309020205020404" pitchFamily="49" charset="0"/>
                <a:sym typeface="Roboto"/>
              </a:rPr>
              <a:t>innerHTML</a:t>
            </a:r>
            <a:r>
              <a:rPr lang="en-US" sz="1000" dirty="0">
                <a:latin typeface="Courier New" panose="02070309020205020404" pitchFamily="49" charset="0"/>
                <a:cs typeface="Courier New" panose="02070309020205020404" pitchFamily="49" charset="0"/>
                <a:sym typeface="Roboto"/>
              </a:rPr>
              <a:t> = "</a:t>
            </a:r>
            <a:r>
              <a:rPr lang="en-US" sz="1000" dirty="0" err="1">
                <a:latin typeface="Courier New" panose="02070309020205020404" pitchFamily="49" charset="0"/>
                <a:cs typeface="Courier New" panose="02070309020205020404" pitchFamily="49" charset="0"/>
                <a:sym typeface="Roboto"/>
              </a:rPr>
              <a:t>Visitar</a:t>
            </a:r>
            <a:r>
              <a:rPr lang="en-US" sz="1000" dirty="0">
                <a:latin typeface="Courier New" panose="02070309020205020404" pitchFamily="49" charset="0"/>
                <a:cs typeface="Courier New" panose="02070309020205020404" pitchFamily="49" charset="0"/>
                <a:sym typeface="Roboto"/>
              </a:rPr>
              <a:t> "+</a:t>
            </a:r>
            <a:r>
              <a:rPr lang="en-US" sz="1000" dirty="0" err="1">
                <a:latin typeface="Courier New" panose="02070309020205020404" pitchFamily="49" charset="0"/>
                <a:cs typeface="Courier New" panose="02070309020205020404" pitchFamily="49" charset="0"/>
                <a:sym typeface="Roboto"/>
              </a:rPr>
              <a:t>url</a:t>
            </a:r>
            <a:r>
              <a:rPr lang="en-US" sz="1000" dirty="0">
                <a:latin typeface="Courier New" panose="02070309020205020404" pitchFamily="49" charset="0"/>
                <a:cs typeface="Courier New" panose="02070309020205020404" pitchFamily="49" charset="0"/>
                <a:sym typeface="Roboto"/>
              </a:rPr>
              <a:t>;</a:t>
            </a:r>
          </a:p>
          <a:p>
            <a:pPr marL="101600" indent="0">
              <a:buNone/>
            </a:pPr>
            <a:r>
              <a:rPr lang="en-US" sz="1000" dirty="0">
                <a:latin typeface="Courier New" panose="02070309020205020404" pitchFamily="49" charset="0"/>
                <a:cs typeface="Courier New" panose="02070309020205020404" pitchFamily="49" charset="0"/>
                <a:sym typeface="Roboto"/>
              </a:rPr>
              <a:t>    </a:t>
            </a:r>
            <a:r>
              <a:rPr lang="en-US" sz="1000" dirty="0" err="1">
                <a:latin typeface="Courier New" panose="02070309020205020404" pitchFamily="49" charset="0"/>
                <a:cs typeface="Courier New" panose="02070309020205020404" pitchFamily="49" charset="0"/>
                <a:sym typeface="Roboto"/>
              </a:rPr>
              <a:t>document.getElementById</a:t>
            </a:r>
            <a:r>
              <a:rPr lang="en-US" sz="1000" dirty="0">
                <a:latin typeface="Courier New" panose="02070309020205020404" pitchFamily="49" charset="0"/>
                <a:cs typeface="Courier New" panose="02070309020205020404" pitchFamily="49" charset="0"/>
                <a:sym typeface="Roboto"/>
              </a:rPr>
              <a:t>(id).</a:t>
            </a:r>
            <a:r>
              <a:rPr lang="en-US" sz="1000" dirty="0" err="1">
                <a:latin typeface="Courier New" panose="02070309020205020404" pitchFamily="49" charset="0"/>
                <a:cs typeface="Courier New" panose="02070309020205020404" pitchFamily="49" charset="0"/>
                <a:sym typeface="Roboto"/>
              </a:rPr>
              <a:t>href</a:t>
            </a:r>
            <a:r>
              <a:rPr lang="en-US" sz="1000" dirty="0">
                <a:latin typeface="Courier New" panose="02070309020205020404" pitchFamily="49" charset="0"/>
                <a:cs typeface="Courier New" panose="02070309020205020404" pitchFamily="49" charset="0"/>
                <a:sym typeface="Roboto"/>
              </a:rPr>
              <a:t> = </a:t>
            </a:r>
            <a:r>
              <a:rPr lang="en-US" sz="1000" dirty="0" err="1">
                <a:latin typeface="Courier New" panose="02070309020205020404" pitchFamily="49" charset="0"/>
                <a:cs typeface="Courier New" panose="02070309020205020404" pitchFamily="49" charset="0"/>
                <a:sym typeface="Roboto"/>
              </a:rPr>
              <a:t>url</a:t>
            </a:r>
            <a:r>
              <a:rPr lang="en-US" sz="1000" dirty="0">
                <a:latin typeface="Courier New" panose="02070309020205020404" pitchFamily="49" charset="0"/>
                <a:cs typeface="Courier New" panose="02070309020205020404" pitchFamily="49" charset="0"/>
                <a:sym typeface="Roboto"/>
              </a:rPr>
              <a:t>;</a:t>
            </a:r>
          </a:p>
          <a:p>
            <a:pPr marL="101600" indent="0">
              <a:buNone/>
            </a:pPr>
            <a:r>
              <a:rPr lang="en-US" sz="1000" dirty="0">
                <a:latin typeface="Courier New" panose="02070309020205020404" pitchFamily="49" charset="0"/>
                <a:cs typeface="Courier New" panose="02070309020205020404" pitchFamily="49" charset="0"/>
                <a:sym typeface="Roboto"/>
              </a:rPr>
              <a:t>  }</a:t>
            </a:r>
          </a:p>
          <a:p>
            <a:pPr marL="101600" indent="0">
              <a:buNone/>
            </a:pPr>
            <a:r>
              <a:rPr lang="en-US" sz="1000" dirty="0">
                <a:latin typeface="Courier New" panose="02070309020205020404" pitchFamily="49" charset="0"/>
                <a:cs typeface="Courier New" panose="02070309020205020404" pitchFamily="49" charset="0"/>
                <a:sym typeface="Roboto"/>
              </a:rPr>
              <a:t>&lt;/script&gt;</a:t>
            </a:r>
          </a:p>
          <a:p>
            <a:pPr marL="101600" indent="0">
              <a:buNone/>
            </a:pPr>
            <a:endParaRPr lang="en-US" sz="1000" dirty="0">
              <a:latin typeface="Courier New" panose="02070309020205020404" pitchFamily="49" charset="0"/>
              <a:cs typeface="Courier New" panose="02070309020205020404" pitchFamily="49" charset="0"/>
              <a:sym typeface="Roboto"/>
            </a:endParaRPr>
          </a:p>
          <a:p>
            <a:pPr marL="101600" indent="0">
              <a:buNone/>
            </a:pPr>
            <a:r>
              <a:rPr lang="en-US" sz="1000" dirty="0">
                <a:latin typeface="Courier New" panose="02070309020205020404" pitchFamily="49" charset="0"/>
                <a:cs typeface="Courier New" panose="02070309020205020404" pitchFamily="49" charset="0"/>
                <a:sym typeface="Roboto"/>
              </a:rPr>
              <a:t>  &lt;a id="enlace" target="_blank" </a:t>
            </a:r>
            <a:r>
              <a:rPr lang="en-US" sz="1000" dirty="0" err="1">
                <a:latin typeface="Courier New" panose="02070309020205020404" pitchFamily="49" charset="0"/>
                <a:cs typeface="Courier New" panose="02070309020205020404" pitchFamily="49" charset="0"/>
                <a:sym typeface="Roboto"/>
              </a:rPr>
              <a:t>href</a:t>
            </a:r>
            <a:r>
              <a:rPr lang="en-US" sz="1000" dirty="0">
                <a:latin typeface="Courier New" panose="02070309020205020404" pitchFamily="49" charset="0"/>
                <a:cs typeface="Courier New" panose="02070309020205020404" pitchFamily="49" charset="0"/>
                <a:sym typeface="Roboto"/>
              </a:rPr>
              <a:t>="#"&gt;</a:t>
            </a:r>
            <a:r>
              <a:rPr lang="en-US" sz="1000" dirty="0" err="1">
                <a:latin typeface="Courier New" panose="02070309020205020404" pitchFamily="49" charset="0"/>
                <a:cs typeface="Courier New" panose="02070309020205020404" pitchFamily="49" charset="0"/>
                <a:sym typeface="Roboto"/>
              </a:rPr>
              <a:t>Visitar</a:t>
            </a:r>
            <a:r>
              <a:rPr lang="en-US" sz="1000" dirty="0">
                <a:latin typeface="Courier New" panose="02070309020205020404" pitchFamily="49" charset="0"/>
                <a:cs typeface="Courier New" panose="02070309020205020404" pitchFamily="49" charset="0"/>
                <a:sym typeface="Roboto"/>
              </a:rPr>
              <a:t> ???&lt;/a&gt;</a:t>
            </a:r>
          </a:p>
          <a:p>
            <a:pPr marL="101600" indent="0">
              <a:buNone/>
            </a:pPr>
            <a:endParaRPr lang="en-US" sz="1000" dirty="0">
              <a:latin typeface="Courier New" panose="02070309020205020404" pitchFamily="49" charset="0"/>
              <a:cs typeface="Courier New" panose="02070309020205020404" pitchFamily="49" charset="0"/>
              <a:sym typeface="Roboto"/>
            </a:endParaRPr>
          </a:p>
          <a:p>
            <a:pPr marL="101600" indent="0">
              <a:buNone/>
            </a:pPr>
            <a:r>
              <a:rPr lang="en-US" sz="1000" dirty="0">
                <a:latin typeface="Courier New" panose="02070309020205020404" pitchFamily="49" charset="0"/>
                <a:cs typeface="Courier New" panose="02070309020205020404" pitchFamily="49" charset="0"/>
                <a:sym typeface="Roboto"/>
              </a:rPr>
              <a:t>  &lt;input type="button" </a:t>
            </a:r>
          </a:p>
          <a:p>
            <a:pPr marL="101600" indent="0">
              <a:buNone/>
            </a:pPr>
            <a:r>
              <a:rPr lang="en-US" sz="1000" dirty="0">
                <a:latin typeface="Courier New" panose="02070309020205020404" pitchFamily="49" charset="0"/>
                <a:cs typeface="Courier New" panose="02070309020205020404" pitchFamily="49" charset="0"/>
                <a:sym typeface="Roboto"/>
              </a:rPr>
              <a:t>         onclick="</a:t>
            </a:r>
            <a:r>
              <a:rPr lang="en-US" sz="1000" dirty="0" err="1">
                <a:latin typeface="Courier New" panose="02070309020205020404" pitchFamily="49" charset="0"/>
                <a:cs typeface="Courier New" panose="02070309020205020404" pitchFamily="49" charset="0"/>
                <a:sym typeface="Roboto"/>
              </a:rPr>
              <a:t>changeLink</a:t>
            </a:r>
            <a:r>
              <a:rPr lang="en-US" sz="1000" dirty="0">
                <a:latin typeface="Courier New" panose="02070309020205020404" pitchFamily="49" charset="0"/>
                <a:cs typeface="Courier New" panose="02070309020205020404" pitchFamily="49" charset="0"/>
                <a:sym typeface="Roboto"/>
              </a:rPr>
              <a:t>('enlace', 'www.google.com')" </a:t>
            </a:r>
          </a:p>
          <a:p>
            <a:pPr marL="101600" indent="0">
              <a:buNone/>
            </a:pPr>
            <a:r>
              <a:rPr lang="en-US" sz="1000" dirty="0">
                <a:latin typeface="Courier New" panose="02070309020205020404" pitchFamily="49" charset="0"/>
                <a:cs typeface="Courier New" panose="02070309020205020404" pitchFamily="49" charset="0"/>
                <a:sym typeface="Roboto"/>
              </a:rPr>
              <a:t>         value="Google" /&gt;</a:t>
            </a:r>
          </a:p>
          <a:p>
            <a:pPr marL="101600" indent="0">
              <a:buNone/>
            </a:pPr>
            <a:r>
              <a:rPr lang="en-US" sz="1000" dirty="0">
                <a:latin typeface="Courier New" panose="02070309020205020404" pitchFamily="49" charset="0"/>
                <a:cs typeface="Courier New" panose="02070309020205020404" pitchFamily="49" charset="0"/>
                <a:sym typeface="Roboto"/>
              </a:rPr>
              <a:t>  &lt;input type="button" </a:t>
            </a:r>
          </a:p>
          <a:p>
            <a:pPr marL="101600" indent="0">
              <a:buNone/>
            </a:pPr>
            <a:r>
              <a:rPr lang="en-US" sz="1000" dirty="0">
                <a:latin typeface="Courier New" panose="02070309020205020404" pitchFamily="49" charset="0"/>
                <a:cs typeface="Courier New" panose="02070309020205020404" pitchFamily="49" charset="0"/>
                <a:sym typeface="Roboto"/>
              </a:rPr>
              <a:t>         onclick="</a:t>
            </a:r>
            <a:r>
              <a:rPr lang="en-US" sz="1000" dirty="0" err="1">
                <a:latin typeface="Courier New" panose="02070309020205020404" pitchFamily="49" charset="0"/>
                <a:cs typeface="Courier New" panose="02070309020205020404" pitchFamily="49" charset="0"/>
                <a:sym typeface="Roboto"/>
              </a:rPr>
              <a:t>changeLink</a:t>
            </a:r>
            <a:r>
              <a:rPr lang="en-US" sz="1000" dirty="0">
                <a:latin typeface="Courier New" panose="02070309020205020404" pitchFamily="49" charset="0"/>
                <a:cs typeface="Courier New" panose="02070309020205020404" pitchFamily="49" charset="0"/>
                <a:sym typeface="Roboto"/>
              </a:rPr>
              <a:t>('enlace', 'www.amazon.com')" </a:t>
            </a:r>
          </a:p>
          <a:p>
            <a:pPr marL="101600" indent="0">
              <a:buNone/>
            </a:pPr>
            <a:r>
              <a:rPr lang="en-US" sz="1000" dirty="0">
                <a:latin typeface="Courier New" panose="02070309020205020404" pitchFamily="49" charset="0"/>
                <a:cs typeface="Courier New" panose="02070309020205020404" pitchFamily="49" charset="0"/>
                <a:sym typeface="Roboto"/>
              </a:rPr>
              <a:t>         value="Amazon" /&gt;</a:t>
            </a:r>
          </a:p>
          <a:p>
            <a:pPr marL="101600" indent="0">
              <a:buNone/>
            </a:pPr>
            <a:endParaRPr lang="en-US" sz="1000" dirty="0">
              <a:latin typeface="Courier New" panose="02070309020205020404" pitchFamily="49" charset="0"/>
              <a:cs typeface="Courier New" panose="02070309020205020404" pitchFamily="49" charset="0"/>
              <a:sym typeface="Roboto"/>
            </a:endParaRPr>
          </a:p>
          <a:p>
            <a:pPr marL="101600" indent="0">
              <a:buNone/>
            </a:pPr>
            <a:r>
              <a:rPr lang="en-US" sz="1000" dirty="0">
                <a:latin typeface="Courier New" panose="02070309020205020404" pitchFamily="49" charset="0"/>
                <a:cs typeface="Courier New" panose="02070309020205020404" pitchFamily="49" charset="0"/>
                <a:sym typeface="Roboto"/>
              </a:rPr>
              <a:t>&lt;/body&gt;</a:t>
            </a:r>
          </a:p>
          <a:p>
            <a:pPr marL="101600" indent="0">
              <a:buNone/>
            </a:pPr>
            <a:r>
              <a:rPr lang="en-US" sz="1000" dirty="0">
                <a:latin typeface="Courier New" panose="02070309020205020404" pitchFamily="49" charset="0"/>
                <a:cs typeface="Courier New" panose="02070309020205020404" pitchFamily="49" charset="0"/>
                <a:sym typeface="Roboto"/>
              </a:rPr>
              <a:t>&lt;/html&gt;</a:t>
            </a:r>
            <a:endParaRPr sz="1000" dirty="0">
              <a:latin typeface="Courier New" panose="02070309020205020404" pitchFamily="49" charset="0"/>
              <a:cs typeface="Courier New" panose="02070309020205020404" pitchFamily="49" charset="0"/>
              <a:sym typeface="Roboto"/>
            </a:endParaRPr>
          </a:p>
        </p:txBody>
      </p:sp>
    </p:spTree>
    <p:extLst>
      <p:ext uri="{BB962C8B-B14F-4D97-AF65-F5344CB8AC3E}">
        <p14:creationId xmlns:p14="http://schemas.microsoft.com/office/powerpoint/2010/main" val="5424160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smtClean="0"/>
              <a:pPr marL="0" lvl="0" indent="0" algn="r" rtl="0">
                <a:spcBef>
                  <a:spcPts val="0"/>
                </a:spcBef>
                <a:spcAft>
                  <a:spcPts val="0"/>
                </a:spcAft>
                <a:buNone/>
              </a:pPr>
              <a:t>50</a:t>
            </a:fld>
            <a:endParaRPr/>
          </a:p>
        </p:txBody>
      </p:sp>
      <p:sp>
        <p:nvSpPr>
          <p:cNvPr id="72" name="Google Shape;72;p15"/>
          <p:cNvSpPr txBox="1">
            <a:spLocks noGrp="1"/>
          </p:cNvSpPr>
          <p:nvPr>
            <p:ph type="ctrTitle"/>
          </p:nvPr>
        </p:nvSpPr>
        <p:spPr>
          <a:xfrm>
            <a:off x="0" y="350207"/>
            <a:ext cx="9144000" cy="64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sz="2800" dirty="0">
                <a:latin typeface="Roboto"/>
                <a:ea typeface="Roboto"/>
                <a:cs typeface="Roboto"/>
                <a:sym typeface="Roboto"/>
              </a:rPr>
              <a:t>El modelo DOM</a:t>
            </a:r>
            <a:endParaRPr sz="2800" dirty="0">
              <a:latin typeface="Roboto"/>
              <a:ea typeface="Roboto"/>
              <a:cs typeface="Roboto"/>
              <a:sym typeface="Roboto"/>
            </a:endParaRPr>
          </a:p>
        </p:txBody>
      </p:sp>
      <p:sp>
        <p:nvSpPr>
          <p:cNvPr id="3" name="Rectangle 2">
            <a:extLst>
              <a:ext uri="{FF2B5EF4-FFF2-40B4-BE49-F238E27FC236}">
                <a16:creationId xmlns:a16="http://schemas.microsoft.com/office/drawing/2014/main" id="{AFCC88C0-2A82-4F76-BEDD-0DEDF0F88645}"/>
              </a:ext>
            </a:extLst>
          </p:cNvPr>
          <p:cNvSpPr>
            <a:spLocks noChangeArrowheads="1"/>
          </p:cNvSpPr>
          <p:nvPr/>
        </p:nvSpPr>
        <p:spPr bwMode="auto">
          <a:xfrm>
            <a:off x="429754" y="994907"/>
            <a:ext cx="8284487" cy="1087893"/>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es-ES" altLang="en-US" sz="1600" dirty="0">
                <a:solidFill>
                  <a:schemeClr val="dk1"/>
                </a:solidFill>
                <a:latin typeface="Roboto"/>
                <a:ea typeface="Roboto"/>
              </a:rPr>
              <a:t>Dentro de las ventajas de JavaScript está que permite manipular el DOM de una página, permitiendo crear, modificar o eliminar elementos HTML en una página web de una forma más dinámica</a:t>
            </a:r>
          </a:p>
        </p:txBody>
      </p:sp>
      <p:pic>
        <p:nvPicPr>
          <p:cNvPr id="2050" name="Picture 2" descr="dom javascript Archives - Java desde 0">
            <a:extLst>
              <a:ext uri="{FF2B5EF4-FFF2-40B4-BE49-F238E27FC236}">
                <a16:creationId xmlns:a16="http://schemas.microsoft.com/office/drawing/2014/main" id="{81269579-B4B2-7817-8867-A570FFEB5C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5116" y="1961095"/>
            <a:ext cx="5853761" cy="2731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79671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1309"/>
        <p:cNvGrpSpPr/>
        <p:nvPr/>
      </p:nvGrpSpPr>
      <p:grpSpPr>
        <a:xfrm>
          <a:off x="0" y="0"/>
          <a:ext cx="0" cy="0"/>
          <a:chOff x="0" y="0"/>
          <a:chExt cx="0" cy="0"/>
        </a:xfrm>
      </p:grpSpPr>
      <p:sp>
        <p:nvSpPr>
          <p:cNvPr id="1310" name="Google Shape;1310;p66"/>
          <p:cNvSpPr txBox="1">
            <a:spLocks noGrp="1"/>
          </p:cNvSpPr>
          <p:nvPr>
            <p:ph type="title"/>
          </p:nvPr>
        </p:nvSpPr>
        <p:spPr>
          <a:xfrm>
            <a:off x="1903200" y="818838"/>
            <a:ext cx="5337600" cy="112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solidFill>
                  <a:schemeClr val="accent1"/>
                </a:solidFill>
              </a:rPr>
              <a:t>Enlaces de práctica</a:t>
            </a:r>
            <a:endParaRPr sz="2800" dirty="0">
              <a:solidFill>
                <a:schemeClr val="accent5"/>
              </a:solidFill>
            </a:endParaRPr>
          </a:p>
        </p:txBody>
      </p:sp>
      <p:sp>
        <p:nvSpPr>
          <p:cNvPr id="2" name="Google Shape;1310;p66">
            <a:extLst>
              <a:ext uri="{FF2B5EF4-FFF2-40B4-BE49-F238E27FC236}">
                <a16:creationId xmlns:a16="http://schemas.microsoft.com/office/drawing/2014/main" id="{C7E89FC8-8910-52B0-3908-2070EC8F5680}"/>
              </a:ext>
            </a:extLst>
          </p:cNvPr>
          <p:cNvSpPr txBox="1">
            <a:spLocks/>
          </p:cNvSpPr>
          <p:nvPr/>
        </p:nvSpPr>
        <p:spPr>
          <a:xfrm>
            <a:off x="1903200" y="1863867"/>
            <a:ext cx="5337600" cy="1120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7200"/>
              <a:buFont typeface="Oswald"/>
              <a:buNone/>
              <a:defRPr sz="7700" b="0"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9pPr>
          </a:lstStyle>
          <a:p>
            <a:r>
              <a:rPr lang="en-US" sz="1600" dirty="0">
                <a:solidFill>
                  <a:schemeClr val="accent1"/>
                </a:solidFill>
                <a:hlinkClick r:id="rId3"/>
              </a:rPr>
              <a:t>https://learn.microsoft.com/es-es/training/modules/get-started-with-web-development/</a:t>
            </a:r>
            <a:endParaRPr lang="en-US" sz="1600" dirty="0">
              <a:solidFill>
                <a:schemeClr val="accent1"/>
              </a:solidFill>
            </a:endParaRPr>
          </a:p>
          <a:p>
            <a:endParaRPr lang="en-US" sz="1600" dirty="0">
              <a:solidFill>
                <a:schemeClr val="accent1"/>
              </a:solidFill>
            </a:endParaRPr>
          </a:p>
          <a:p>
            <a:endParaRPr lang="en-US" sz="1600" dirty="0">
              <a:solidFill>
                <a:schemeClr val="accent5"/>
              </a:solidFill>
            </a:endParaRPr>
          </a:p>
        </p:txBody>
      </p:sp>
    </p:spTree>
    <p:extLst>
      <p:ext uri="{BB962C8B-B14F-4D97-AF65-F5344CB8AC3E}">
        <p14:creationId xmlns:p14="http://schemas.microsoft.com/office/powerpoint/2010/main" val="3634497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1020"/>
        <p:cNvGrpSpPr/>
        <p:nvPr/>
      </p:nvGrpSpPr>
      <p:grpSpPr>
        <a:xfrm>
          <a:off x="0" y="0"/>
          <a:ext cx="0" cy="0"/>
          <a:chOff x="0" y="0"/>
          <a:chExt cx="0" cy="0"/>
        </a:xfrm>
      </p:grpSpPr>
      <p:sp>
        <p:nvSpPr>
          <p:cNvPr id="1021" name="Google Shape;1021;p48"/>
          <p:cNvSpPr txBox="1">
            <a:spLocks noGrp="1"/>
          </p:cNvSpPr>
          <p:nvPr>
            <p:ph type="ctrTitle"/>
          </p:nvPr>
        </p:nvSpPr>
        <p:spPr>
          <a:xfrm>
            <a:off x="2666825" y="2139450"/>
            <a:ext cx="3908100" cy="86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rPr>
              <a:t>GRACIAS</a:t>
            </a:r>
            <a:endParaRPr/>
          </a:p>
        </p:txBody>
      </p:sp>
      <p:sp>
        <p:nvSpPr>
          <p:cNvPr id="1022" name="Google Shape;1022;p48"/>
          <p:cNvSpPr txBox="1"/>
          <p:nvPr/>
        </p:nvSpPr>
        <p:spPr>
          <a:xfrm>
            <a:off x="2569325" y="3772675"/>
            <a:ext cx="4005600" cy="274800"/>
          </a:xfrm>
          <a:prstGeom prst="rect">
            <a:avLst/>
          </a:prstGeom>
          <a:noFill/>
          <a:ln>
            <a:noFill/>
          </a:ln>
        </p:spPr>
        <p:txBody>
          <a:bodyPr spcFirstLastPara="1" wrap="square" lIns="91425" tIns="91425" rIns="91425" bIns="91425" anchor="ctr" anchorCtr="0">
            <a:noAutofit/>
          </a:bodyPr>
          <a:lstStyle/>
          <a:p>
            <a:pPr marL="0" lvl="0" indent="0" algn="ctr" rtl="0">
              <a:lnSpc>
                <a:spcPct val="114000"/>
              </a:lnSpc>
              <a:spcBef>
                <a:spcPts val="0"/>
              </a:spcBef>
              <a:spcAft>
                <a:spcPts val="300"/>
              </a:spcAft>
              <a:buClr>
                <a:srgbClr val="000000"/>
              </a:buClr>
              <a:buSzPts val="1100"/>
              <a:buFont typeface="Arial"/>
              <a:buNone/>
            </a:pPr>
            <a:r>
              <a:rPr lang="en" b="1">
                <a:solidFill>
                  <a:schemeClr val="accent1"/>
                </a:solidFill>
                <a:latin typeface="Roboto"/>
                <a:ea typeface="Roboto"/>
                <a:cs typeface="Roboto"/>
                <a:sym typeface="Roboto"/>
              </a:rPr>
              <a:t>Please keep this slide for attribution </a:t>
            </a:r>
            <a:endParaRPr b="1">
              <a:solidFill>
                <a:schemeClr val="accent1"/>
              </a:solidFill>
              <a:latin typeface="Roboto"/>
              <a:ea typeface="Roboto"/>
              <a:cs typeface="Roboto"/>
              <a:sym typeface="Roboto"/>
            </a:endParaRPr>
          </a:p>
        </p:txBody>
      </p:sp>
      <p:sp>
        <p:nvSpPr>
          <p:cNvPr id="1023" name="Google Shape;1023;p48"/>
          <p:cNvSpPr/>
          <p:nvPr/>
        </p:nvSpPr>
        <p:spPr>
          <a:xfrm>
            <a:off x="11865675" y="1028350"/>
            <a:ext cx="40050" cy="12525"/>
          </a:xfrm>
          <a:custGeom>
            <a:avLst/>
            <a:gdLst/>
            <a:ahLst/>
            <a:cxnLst/>
            <a:rect l="l" t="t" r="r" b="b"/>
            <a:pathLst>
              <a:path w="1602" h="501" extrusionOk="0">
                <a:moveTo>
                  <a:pt x="234" y="0"/>
                </a:moveTo>
                <a:cubicBezTo>
                  <a:pt x="100" y="0"/>
                  <a:pt x="0" y="134"/>
                  <a:pt x="0" y="267"/>
                </a:cubicBezTo>
                <a:cubicBezTo>
                  <a:pt x="0" y="401"/>
                  <a:pt x="100" y="501"/>
                  <a:pt x="234" y="501"/>
                </a:cubicBezTo>
                <a:lnTo>
                  <a:pt x="1368" y="501"/>
                </a:lnTo>
                <a:cubicBezTo>
                  <a:pt x="1501" y="501"/>
                  <a:pt x="1601" y="401"/>
                  <a:pt x="1601" y="267"/>
                </a:cubicBezTo>
                <a:cubicBezTo>
                  <a:pt x="1601" y="134"/>
                  <a:pt x="1501" y="0"/>
                  <a:pt x="1368"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2396"/>
        <p:cNvGrpSpPr/>
        <p:nvPr/>
      </p:nvGrpSpPr>
      <p:grpSpPr>
        <a:xfrm>
          <a:off x="0" y="0"/>
          <a:ext cx="0" cy="0"/>
          <a:chOff x="0" y="0"/>
          <a:chExt cx="0" cy="0"/>
        </a:xfrm>
      </p:grpSpPr>
      <p:pic>
        <p:nvPicPr>
          <p:cNvPr id="12397" name="Google Shape;12397;p110">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name="Software Development Bussines Plan by Slidesgo">
  <a:themeElements>
    <a:clrScheme name="Simple Light">
      <a:dk1>
        <a:srgbClr val="CEF3F5"/>
      </a:dk1>
      <a:lt1>
        <a:srgbClr val="FFFFFF"/>
      </a:lt1>
      <a:dk2>
        <a:srgbClr val="0A1D42"/>
      </a:dk2>
      <a:lt2>
        <a:srgbClr val="29272C"/>
      </a:lt2>
      <a:accent1>
        <a:srgbClr val="C8AEF8"/>
      </a:accent1>
      <a:accent2>
        <a:srgbClr val="878FFF"/>
      </a:accent2>
      <a:accent3>
        <a:srgbClr val="9154F8"/>
      </a:accent3>
      <a:accent4>
        <a:srgbClr val="35C2DF"/>
      </a:accent4>
      <a:accent5>
        <a:srgbClr val="CA7BEB"/>
      </a:accent5>
      <a:accent6>
        <a:srgbClr val="972CB4"/>
      </a:accent6>
      <a:hlink>
        <a:srgbClr val="CEF3F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281</TotalTime>
  <Words>2729</Words>
  <Application>Microsoft Office PowerPoint</Application>
  <PresentationFormat>Presentación en pantalla (16:9)</PresentationFormat>
  <Paragraphs>230</Paragraphs>
  <Slides>53</Slides>
  <Notes>53</Notes>
  <HiddenSlides>0</HiddenSlides>
  <MMClips>0</MMClips>
  <ScaleCrop>false</ScaleCrop>
  <HeadingPairs>
    <vt:vector size="6" baseType="variant">
      <vt:variant>
        <vt:lpstr>Fuentes usadas</vt:lpstr>
      </vt:variant>
      <vt:variant>
        <vt:i4>13</vt:i4>
      </vt:variant>
      <vt:variant>
        <vt:lpstr>Tema</vt:lpstr>
      </vt:variant>
      <vt:variant>
        <vt:i4>2</vt:i4>
      </vt:variant>
      <vt:variant>
        <vt:lpstr>Títulos de diapositiva</vt:lpstr>
      </vt:variant>
      <vt:variant>
        <vt:i4>53</vt:i4>
      </vt:variant>
    </vt:vector>
  </HeadingPairs>
  <TitlesOfParts>
    <vt:vector size="68" baseType="lpstr">
      <vt:lpstr>Courier New</vt:lpstr>
      <vt:lpstr>Proxima Nova Semibold</vt:lpstr>
      <vt:lpstr>Raleway</vt:lpstr>
      <vt:lpstr>Proxima Nova</vt:lpstr>
      <vt:lpstr>5</vt:lpstr>
      <vt:lpstr>-apple-system</vt:lpstr>
      <vt:lpstr>Quattrocento</vt:lpstr>
      <vt:lpstr>Arial Unicode MS</vt:lpstr>
      <vt:lpstr>Oswald</vt:lpstr>
      <vt:lpstr>Roboto</vt:lpstr>
      <vt:lpstr>arial</vt:lpstr>
      <vt:lpstr>Google Sans</vt:lpstr>
      <vt:lpstr>arial</vt:lpstr>
      <vt:lpstr>Software Development Bussines Plan by Slidesgo</vt:lpstr>
      <vt:lpstr>Slidesgo Final Pages</vt:lpstr>
      <vt:lpstr>Presentación de PowerPoint</vt:lpstr>
      <vt:lpstr>Front end</vt:lpstr>
      <vt:lpstr>Presentación de PowerPoint</vt:lpstr>
      <vt:lpstr>Presentación de PowerPoint</vt:lpstr>
      <vt:lpstr>Presentación de PowerPoint</vt:lpstr>
      <vt:lpstr>Presentación de PowerPoint</vt:lpstr>
      <vt:lpstr>Presentación de PowerPoint</vt:lpstr>
      <vt:lpstr>Presentación de PowerPoint</vt:lpstr>
      <vt:lpstr>World Wide Web (WWW)</vt:lpstr>
      <vt:lpstr>Páginas web</vt:lpstr>
      <vt:lpstr>Presentación de PowerPoint</vt:lpstr>
      <vt:lpstr>Presentación de PowerPoint</vt:lpstr>
      <vt:lpstr>¿Hipertexto o hipermedia?</vt:lpstr>
      <vt:lpstr>HTML: HyperText Markup Language  HTML es el lenguaje con el que se escriben las páginas web.   Código que se utiliza para estructurar y constituir una página web y sus contenidos.</vt:lpstr>
      <vt:lpstr>HTML  Es un estándar a cargo del World Wide Web Consortium (W3C) o Consorcio WWW, organización dedicada a la estandarización de casi todas las tecnologías ligadas a la web, sobre todo en lo referente a su escritura e interpretación.  Acuñado por Tim Berners-Lee en 1991.</vt:lpstr>
      <vt:lpstr>Mucha gente confunde (erróneamente) internet y la Web</vt:lpstr>
      <vt:lpstr>Estándares web</vt:lpstr>
      <vt:lpstr>Presentación de PowerPoint</vt:lpstr>
      <vt:lpstr>Presentación de PowerPoint</vt:lpstr>
      <vt:lpstr>Presentación de PowerPoint</vt:lpstr>
      <vt:lpstr>Presentación de PowerPoint</vt:lpstr>
      <vt:lpstr>Presentación de PowerPoint</vt:lpstr>
      <vt:lpstr>HTML y CSS: dos lenguajes para la creación de un sitio web.</vt:lpstr>
      <vt:lpstr>Presentación de PowerPoint</vt:lpstr>
      <vt:lpstr>HTML</vt:lpstr>
      <vt:lpstr>Herramientas</vt:lpstr>
      <vt:lpstr>Script</vt:lpstr>
      <vt:lpstr>Aclarando…</vt:lpstr>
      <vt:lpstr>Aclarando…</vt:lpstr>
      <vt:lpstr>Presentación de PowerPoint</vt:lpstr>
      <vt:lpstr>Retomando…</vt:lpstr>
      <vt:lpstr>Presentación de PowerPoint</vt:lpstr>
      <vt:lpstr>JavaScript (I)</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JS y DOM</vt:lpstr>
      <vt:lpstr>JavaScript en documento HTML</vt:lpstr>
      <vt:lpstr>JavaScript en documento HTML</vt:lpstr>
      <vt:lpstr>HTML Dinámico</vt:lpstr>
      <vt:lpstr>El modelo DOM</vt:lpstr>
      <vt:lpstr>El modelo DOM</vt:lpstr>
      <vt:lpstr>El modelo DOM</vt:lpstr>
      <vt:lpstr>El modelo DOM</vt:lpstr>
      <vt:lpstr>El modelo DOM</vt:lpstr>
      <vt:lpstr>El modelo DOM</vt:lpstr>
      <vt:lpstr>Enlaces de práctica</vt:lpstr>
      <vt:lpstr>GRACIAS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Desarrollo web</dc:title>
  <cp:lastModifiedBy>Norbey Muñoz</cp:lastModifiedBy>
  <cp:revision>1</cp:revision>
  <dcterms:modified xsi:type="dcterms:W3CDTF">2026-09-02T15:51:21Z</dcterms:modified>
</cp:coreProperties>
</file>