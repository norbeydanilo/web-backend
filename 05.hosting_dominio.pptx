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94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70" r:id="rId14"/>
    <p:sldId id="271" r:id="rId15"/>
    <p:sldId id="272" r:id="rId16"/>
    <p:sldId id="273" r:id="rId17"/>
    <p:sldId id="274" r:id="rId18"/>
    <p:sldId id="276" r:id="rId19"/>
  </p:sldIdLst>
  <p:sldSz cx="10693400" cy="7556500"/>
  <p:notesSz cx="10693400" cy="7556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1440" y="5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DANILO MUÑOZ CAÑON" userId="29f64d73-8b12-4c53-a9f3-1c223397a229" providerId="ADAL" clId="{52D5C10F-D57C-4BBE-82B6-DDC73ADE655A}"/>
    <pc:docChg chg="undo custSel addSld delSld modSld">
      <pc:chgData name="NORBEY DANILO MUÑOZ CAÑON" userId="29f64d73-8b12-4c53-a9f3-1c223397a229" providerId="ADAL" clId="{52D5C10F-D57C-4BBE-82B6-DDC73ADE655A}" dt="2023-08-29T03:56:16.751" v="433" actId="790"/>
      <pc:docMkLst>
        <pc:docMk/>
      </pc:docMkLst>
      <pc:sldChg chg="delSp del mod">
        <pc:chgData name="NORBEY DANILO MUÑOZ CAÑON" userId="29f64d73-8b12-4c53-a9f3-1c223397a229" providerId="ADAL" clId="{52D5C10F-D57C-4BBE-82B6-DDC73ADE655A}" dt="2023-08-29T03:45:10.488" v="94" actId="47"/>
        <pc:sldMkLst>
          <pc:docMk/>
          <pc:sldMk cId="0" sldId="256"/>
        </pc:sldMkLst>
        <pc:spChg chg="del">
          <ac:chgData name="NORBEY DANILO MUÑOZ CAÑON" userId="29f64d73-8b12-4c53-a9f3-1c223397a229" providerId="ADAL" clId="{52D5C10F-D57C-4BBE-82B6-DDC73ADE655A}" dt="2023-08-28T21:04:09.479" v="0" actId="478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45:52.892" v="103" actId="790"/>
        <pc:sldMkLst>
          <pc:docMk/>
          <pc:sldMk cId="0" sldId="257"/>
        </pc:sldMkLst>
        <pc:spChg chg="mod">
          <ac:chgData name="NORBEY DANILO MUÑOZ CAÑON" userId="29f64d73-8b12-4c53-a9f3-1c223397a229" providerId="ADAL" clId="{52D5C10F-D57C-4BBE-82B6-DDC73ADE655A}" dt="2023-08-29T03:45:52.892" v="103" actId="790"/>
          <ac:spMkLst>
            <pc:docMk/>
            <pc:sldMk cId="0" sldId="257"/>
            <ac:spMk id="8" creationId="{00000000-0000-0000-0000-000000000000}"/>
          </ac:spMkLst>
        </pc:spChg>
        <pc:spChg chg="mod">
          <ac:chgData name="NORBEY DANILO MUÑOZ CAÑON" userId="29f64d73-8b12-4c53-a9f3-1c223397a229" providerId="ADAL" clId="{52D5C10F-D57C-4BBE-82B6-DDC73ADE655A}" dt="2023-08-29T03:45:47.277" v="102" actId="20577"/>
          <ac:spMkLst>
            <pc:docMk/>
            <pc:sldMk cId="0" sldId="257"/>
            <ac:spMk id="9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47:25.719" v="140" actId="20577"/>
        <pc:sldMkLst>
          <pc:docMk/>
          <pc:sldMk cId="0" sldId="258"/>
        </pc:sldMkLst>
        <pc:spChg chg="mod">
          <ac:chgData name="NORBEY DANILO MUÑOZ CAÑON" userId="29f64d73-8b12-4c53-a9f3-1c223397a229" providerId="ADAL" clId="{52D5C10F-D57C-4BBE-82B6-DDC73ADE655A}" dt="2023-08-29T03:47:25.719" v="140" actId="20577"/>
          <ac:spMkLst>
            <pc:docMk/>
            <pc:sldMk cId="0" sldId="258"/>
            <ac:spMk id="9" creationId="{00000000-0000-0000-0000-000000000000}"/>
          </ac:spMkLst>
        </pc:spChg>
      </pc:sldChg>
      <pc:sldChg chg="delSp modSp mod">
        <pc:chgData name="NORBEY DANILO MUÑOZ CAÑON" userId="29f64d73-8b12-4c53-a9f3-1c223397a229" providerId="ADAL" clId="{52D5C10F-D57C-4BBE-82B6-DDC73ADE655A}" dt="2023-08-29T03:47:43.096" v="143" actId="790"/>
        <pc:sldMkLst>
          <pc:docMk/>
          <pc:sldMk cId="0" sldId="259"/>
        </pc:sldMkLst>
        <pc:spChg chg="mod">
          <ac:chgData name="NORBEY DANILO MUÑOZ CAÑON" userId="29f64d73-8b12-4c53-a9f3-1c223397a229" providerId="ADAL" clId="{52D5C10F-D57C-4BBE-82B6-DDC73ADE655A}" dt="2023-08-29T03:47:36.895" v="141" actId="20577"/>
          <ac:spMkLst>
            <pc:docMk/>
            <pc:sldMk cId="0" sldId="259"/>
            <ac:spMk id="8" creationId="{00000000-0000-0000-0000-000000000000}"/>
          </ac:spMkLst>
        </pc:spChg>
        <pc:spChg chg="mod">
          <ac:chgData name="NORBEY DANILO MUÑOZ CAÑON" userId="29f64d73-8b12-4c53-a9f3-1c223397a229" providerId="ADAL" clId="{52D5C10F-D57C-4BBE-82B6-DDC73ADE655A}" dt="2023-08-29T03:47:43.096" v="143" actId="790"/>
          <ac:spMkLst>
            <pc:docMk/>
            <pc:sldMk cId="0" sldId="259"/>
            <ac:spMk id="9" creationId="{00000000-0000-0000-0000-000000000000}"/>
          </ac:spMkLst>
        </pc:spChg>
        <pc:spChg chg="del">
          <ac:chgData name="NORBEY DANILO MUÑOZ CAÑON" userId="29f64d73-8b12-4c53-a9f3-1c223397a229" providerId="ADAL" clId="{52D5C10F-D57C-4BBE-82B6-DDC73ADE655A}" dt="2023-08-28T21:05:06.090" v="2" actId="478"/>
          <ac:spMkLst>
            <pc:docMk/>
            <pc:sldMk cId="0" sldId="259"/>
            <ac:spMk id="12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48:35.838" v="174" actId="20577"/>
        <pc:sldMkLst>
          <pc:docMk/>
          <pc:sldMk cId="0" sldId="260"/>
        </pc:sldMkLst>
        <pc:spChg chg="mod">
          <ac:chgData name="NORBEY DANILO MUÑOZ CAÑON" userId="29f64d73-8b12-4c53-a9f3-1c223397a229" providerId="ADAL" clId="{52D5C10F-D57C-4BBE-82B6-DDC73ADE655A}" dt="2023-08-29T03:48:35.838" v="174" actId="20577"/>
          <ac:spMkLst>
            <pc:docMk/>
            <pc:sldMk cId="0" sldId="260"/>
            <ac:spMk id="11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49:06.200" v="181" actId="14100"/>
        <pc:sldMkLst>
          <pc:docMk/>
          <pc:sldMk cId="0" sldId="261"/>
        </pc:sldMkLst>
        <pc:spChg chg="mod">
          <ac:chgData name="NORBEY DANILO MUÑOZ CAÑON" userId="29f64d73-8b12-4c53-a9f3-1c223397a229" providerId="ADAL" clId="{52D5C10F-D57C-4BBE-82B6-DDC73ADE655A}" dt="2023-08-29T03:49:06.200" v="181" actId="14100"/>
          <ac:spMkLst>
            <pc:docMk/>
            <pc:sldMk cId="0" sldId="261"/>
            <ac:spMk id="11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49:25.721" v="185" actId="20577"/>
        <pc:sldMkLst>
          <pc:docMk/>
          <pc:sldMk cId="0" sldId="262"/>
        </pc:sldMkLst>
        <pc:spChg chg="mod">
          <ac:chgData name="NORBEY DANILO MUÑOZ CAÑON" userId="29f64d73-8b12-4c53-a9f3-1c223397a229" providerId="ADAL" clId="{52D5C10F-D57C-4BBE-82B6-DDC73ADE655A}" dt="2023-08-29T03:49:25.721" v="185" actId="20577"/>
          <ac:spMkLst>
            <pc:docMk/>
            <pc:sldMk cId="0" sldId="262"/>
            <ac:spMk id="11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50:22.393" v="247" actId="20577"/>
        <pc:sldMkLst>
          <pc:docMk/>
          <pc:sldMk cId="0" sldId="263"/>
        </pc:sldMkLst>
        <pc:spChg chg="mod">
          <ac:chgData name="NORBEY DANILO MUÑOZ CAÑON" userId="29f64d73-8b12-4c53-a9f3-1c223397a229" providerId="ADAL" clId="{52D5C10F-D57C-4BBE-82B6-DDC73ADE655A}" dt="2023-08-28T21:05:31.225" v="3" actId="14100"/>
          <ac:spMkLst>
            <pc:docMk/>
            <pc:sldMk cId="0" sldId="263"/>
            <ac:spMk id="8" creationId="{00000000-0000-0000-0000-000000000000}"/>
          </ac:spMkLst>
        </pc:spChg>
        <pc:spChg chg="mod">
          <ac:chgData name="NORBEY DANILO MUÑOZ CAÑON" userId="29f64d73-8b12-4c53-a9f3-1c223397a229" providerId="ADAL" clId="{52D5C10F-D57C-4BBE-82B6-DDC73ADE655A}" dt="2023-08-29T03:50:22.393" v="247" actId="20577"/>
          <ac:spMkLst>
            <pc:docMk/>
            <pc:sldMk cId="0" sldId="263"/>
            <ac:spMk id="11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50:46.410" v="250" actId="33524"/>
        <pc:sldMkLst>
          <pc:docMk/>
          <pc:sldMk cId="0" sldId="264"/>
        </pc:sldMkLst>
        <pc:spChg chg="mod">
          <ac:chgData name="NORBEY DANILO MUÑOZ CAÑON" userId="29f64d73-8b12-4c53-a9f3-1c223397a229" providerId="ADAL" clId="{52D5C10F-D57C-4BBE-82B6-DDC73ADE655A}" dt="2023-08-29T03:50:46.410" v="250" actId="33524"/>
          <ac:spMkLst>
            <pc:docMk/>
            <pc:sldMk cId="0" sldId="264"/>
            <ac:spMk id="11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51:43.334" v="309" actId="20577"/>
        <pc:sldMkLst>
          <pc:docMk/>
          <pc:sldMk cId="0" sldId="265"/>
        </pc:sldMkLst>
        <pc:spChg chg="mod">
          <ac:chgData name="NORBEY DANILO MUÑOZ CAÑON" userId="29f64d73-8b12-4c53-a9f3-1c223397a229" providerId="ADAL" clId="{52D5C10F-D57C-4BBE-82B6-DDC73ADE655A}" dt="2023-08-29T03:51:43.334" v="309" actId="20577"/>
          <ac:spMkLst>
            <pc:docMk/>
            <pc:sldMk cId="0" sldId="265"/>
            <ac:spMk id="11" creationId="{00000000-0000-0000-0000-000000000000}"/>
          </ac:spMkLst>
        </pc:spChg>
      </pc:sldChg>
      <pc:sldChg chg="del">
        <pc:chgData name="NORBEY DANILO MUÑOZ CAÑON" userId="29f64d73-8b12-4c53-a9f3-1c223397a229" providerId="ADAL" clId="{52D5C10F-D57C-4BBE-82B6-DDC73ADE655A}" dt="2023-08-28T21:06:15.735" v="8" actId="47"/>
        <pc:sldMkLst>
          <pc:docMk/>
          <pc:sldMk cId="0" sldId="266"/>
        </pc:sldMkLst>
      </pc:sldChg>
      <pc:sldChg chg="modSp mod">
        <pc:chgData name="NORBEY DANILO MUÑOZ CAÑON" userId="29f64d73-8b12-4c53-a9f3-1c223397a229" providerId="ADAL" clId="{52D5C10F-D57C-4BBE-82B6-DDC73ADE655A}" dt="2023-08-29T03:53:07.733" v="368" actId="14100"/>
        <pc:sldMkLst>
          <pc:docMk/>
          <pc:sldMk cId="0" sldId="267"/>
        </pc:sldMkLst>
        <pc:spChg chg="mod">
          <ac:chgData name="NORBEY DANILO MUÑOZ CAÑON" userId="29f64d73-8b12-4c53-a9f3-1c223397a229" providerId="ADAL" clId="{52D5C10F-D57C-4BBE-82B6-DDC73ADE655A}" dt="2023-08-29T03:53:07.733" v="368" actId="14100"/>
          <ac:spMkLst>
            <pc:docMk/>
            <pc:sldMk cId="0" sldId="267"/>
            <ac:spMk id="11" creationId="{00000000-0000-0000-0000-000000000000}"/>
          </ac:spMkLst>
        </pc:spChg>
      </pc:sldChg>
      <pc:sldChg chg="del">
        <pc:chgData name="NORBEY DANILO MUÑOZ CAÑON" userId="29f64d73-8b12-4c53-a9f3-1c223397a229" providerId="ADAL" clId="{52D5C10F-D57C-4BBE-82B6-DDC73ADE655A}" dt="2023-08-28T21:06:21.142" v="9" actId="47"/>
        <pc:sldMkLst>
          <pc:docMk/>
          <pc:sldMk cId="0" sldId="268"/>
        </pc:sldMkLst>
      </pc:sldChg>
      <pc:sldChg chg="modSp mod">
        <pc:chgData name="NORBEY DANILO MUÑOZ CAÑON" userId="29f64d73-8b12-4c53-a9f3-1c223397a229" providerId="ADAL" clId="{52D5C10F-D57C-4BBE-82B6-DDC73ADE655A}" dt="2023-08-29T03:53:30.269" v="394" actId="20577"/>
        <pc:sldMkLst>
          <pc:docMk/>
          <pc:sldMk cId="0" sldId="269"/>
        </pc:sldMkLst>
        <pc:spChg chg="mod">
          <ac:chgData name="NORBEY DANILO MUÑOZ CAÑON" userId="29f64d73-8b12-4c53-a9f3-1c223397a229" providerId="ADAL" clId="{52D5C10F-D57C-4BBE-82B6-DDC73ADE655A}" dt="2023-08-29T03:53:30.269" v="394" actId="20577"/>
          <ac:spMkLst>
            <pc:docMk/>
            <pc:sldMk cId="0" sldId="269"/>
            <ac:spMk id="11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53:44.213" v="396" actId="790"/>
        <pc:sldMkLst>
          <pc:docMk/>
          <pc:sldMk cId="0" sldId="270"/>
        </pc:sldMkLst>
        <pc:spChg chg="mod">
          <ac:chgData name="NORBEY DANILO MUÑOZ CAÑON" userId="29f64d73-8b12-4c53-a9f3-1c223397a229" providerId="ADAL" clId="{52D5C10F-D57C-4BBE-82B6-DDC73ADE655A}" dt="2023-08-29T03:53:44.213" v="396" actId="790"/>
          <ac:spMkLst>
            <pc:docMk/>
            <pc:sldMk cId="0" sldId="270"/>
            <ac:spMk id="9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54:06.749" v="399" actId="33524"/>
        <pc:sldMkLst>
          <pc:docMk/>
          <pc:sldMk cId="0" sldId="271"/>
        </pc:sldMkLst>
        <pc:spChg chg="mod">
          <ac:chgData name="NORBEY DANILO MUÑOZ CAÑON" userId="29f64d73-8b12-4c53-a9f3-1c223397a229" providerId="ADAL" clId="{52D5C10F-D57C-4BBE-82B6-DDC73ADE655A}" dt="2023-08-29T03:54:06.749" v="399" actId="33524"/>
          <ac:spMkLst>
            <pc:docMk/>
            <pc:sldMk cId="0" sldId="271"/>
            <ac:spMk id="11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54:20.607" v="401" actId="790"/>
        <pc:sldMkLst>
          <pc:docMk/>
          <pc:sldMk cId="0" sldId="272"/>
        </pc:sldMkLst>
        <pc:spChg chg="mod">
          <ac:chgData name="NORBEY DANILO MUÑOZ CAÑON" userId="29f64d73-8b12-4c53-a9f3-1c223397a229" providerId="ADAL" clId="{52D5C10F-D57C-4BBE-82B6-DDC73ADE655A}" dt="2023-08-29T03:54:20.607" v="401" actId="790"/>
          <ac:spMkLst>
            <pc:docMk/>
            <pc:sldMk cId="0" sldId="272"/>
            <ac:spMk id="9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55:30.373" v="416" actId="207"/>
        <pc:sldMkLst>
          <pc:docMk/>
          <pc:sldMk cId="0" sldId="273"/>
        </pc:sldMkLst>
        <pc:spChg chg="mod">
          <ac:chgData name="NORBEY DANILO MUÑOZ CAÑON" userId="29f64d73-8b12-4c53-a9f3-1c223397a229" providerId="ADAL" clId="{52D5C10F-D57C-4BBE-82B6-DDC73ADE655A}" dt="2023-08-29T03:55:30.373" v="416" actId="207"/>
          <ac:spMkLst>
            <pc:docMk/>
            <pc:sldMk cId="0" sldId="273"/>
            <ac:spMk id="9" creationId="{00000000-0000-0000-0000-000000000000}"/>
          </ac:spMkLst>
        </pc:spChg>
      </pc:sldChg>
      <pc:sldChg chg="modSp mod">
        <pc:chgData name="NORBEY DANILO MUÑOZ CAÑON" userId="29f64d73-8b12-4c53-a9f3-1c223397a229" providerId="ADAL" clId="{52D5C10F-D57C-4BBE-82B6-DDC73ADE655A}" dt="2023-08-29T03:56:05.797" v="431"/>
        <pc:sldMkLst>
          <pc:docMk/>
          <pc:sldMk cId="0" sldId="274"/>
        </pc:sldMkLst>
        <pc:spChg chg="mod">
          <ac:chgData name="NORBEY DANILO MUÑOZ CAÑON" userId="29f64d73-8b12-4c53-a9f3-1c223397a229" providerId="ADAL" clId="{52D5C10F-D57C-4BBE-82B6-DDC73ADE655A}" dt="2023-08-29T03:56:05.797" v="431"/>
          <ac:spMkLst>
            <pc:docMk/>
            <pc:sldMk cId="0" sldId="274"/>
            <ac:spMk id="9" creationId="{00000000-0000-0000-0000-000000000000}"/>
          </ac:spMkLst>
        </pc:spChg>
      </pc:sldChg>
      <pc:sldChg chg="del">
        <pc:chgData name="NORBEY DANILO MUÑOZ CAÑON" userId="29f64d73-8b12-4c53-a9f3-1c223397a229" providerId="ADAL" clId="{52D5C10F-D57C-4BBE-82B6-DDC73ADE655A}" dt="2023-08-28T21:08:04.340" v="10" actId="47"/>
        <pc:sldMkLst>
          <pc:docMk/>
          <pc:sldMk cId="0" sldId="275"/>
        </pc:sldMkLst>
      </pc:sldChg>
      <pc:sldChg chg="modSp mod">
        <pc:chgData name="NORBEY DANILO MUÑOZ CAÑON" userId="29f64d73-8b12-4c53-a9f3-1c223397a229" providerId="ADAL" clId="{52D5C10F-D57C-4BBE-82B6-DDC73ADE655A}" dt="2023-08-29T03:56:16.751" v="433" actId="790"/>
        <pc:sldMkLst>
          <pc:docMk/>
          <pc:sldMk cId="0" sldId="276"/>
        </pc:sldMkLst>
        <pc:spChg chg="mod">
          <ac:chgData name="NORBEY DANILO MUÑOZ CAÑON" userId="29f64d73-8b12-4c53-a9f3-1c223397a229" providerId="ADAL" clId="{52D5C10F-D57C-4BBE-82B6-DDC73ADE655A}" dt="2023-08-29T03:56:16.751" v="433" actId="790"/>
          <ac:spMkLst>
            <pc:docMk/>
            <pc:sldMk cId="0" sldId="276"/>
            <ac:spMk id="9" creationId="{00000000-0000-0000-0000-000000000000}"/>
          </ac:spMkLst>
        </pc:spChg>
      </pc:sldChg>
      <pc:sldChg chg="modSp add mod setBg modNotes">
        <pc:chgData name="NORBEY DANILO MUÑOZ CAÑON" userId="29f64d73-8b12-4c53-a9f3-1c223397a229" providerId="ADAL" clId="{52D5C10F-D57C-4BBE-82B6-DDC73ADE655A}" dt="2023-08-29T03:44:55.339" v="93" actId="20577"/>
        <pc:sldMkLst>
          <pc:docMk/>
          <pc:sldMk cId="0" sldId="294"/>
        </pc:sldMkLst>
        <pc:spChg chg="mod">
          <ac:chgData name="NORBEY DANILO MUÑOZ CAÑON" userId="29f64d73-8b12-4c53-a9f3-1c223397a229" providerId="ADAL" clId="{52D5C10F-D57C-4BBE-82B6-DDC73ADE655A}" dt="2023-08-29T03:44:22.560" v="60" actId="2711"/>
          <ac:spMkLst>
            <pc:docMk/>
            <pc:sldMk cId="0" sldId="294"/>
            <ac:spMk id="3" creationId="{F6E5FE4C-F0A4-04D9-BDF6-552D3C5B8C83}"/>
          </ac:spMkLst>
        </pc:spChg>
        <pc:spChg chg="mod">
          <ac:chgData name="NORBEY DANILO MUÑOZ CAÑON" userId="29f64d73-8b12-4c53-a9f3-1c223397a229" providerId="ADAL" clId="{52D5C10F-D57C-4BBE-82B6-DDC73ADE655A}" dt="2023-08-29T03:44:34.876" v="61" actId="1076"/>
          <ac:spMkLst>
            <pc:docMk/>
            <pc:sldMk cId="0" sldId="294"/>
            <ac:spMk id="91" creationId="{00000000-0000-0000-0000-000000000000}"/>
          </ac:spMkLst>
        </pc:spChg>
        <pc:spChg chg="mod">
          <ac:chgData name="NORBEY DANILO MUÑOZ CAÑON" userId="29f64d73-8b12-4c53-a9f3-1c223397a229" providerId="ADAL" clId="{52D5C10F-D57C-4BBE-82B6-DDC73ADE655A}" dt="2023-08-29T03:44:55.339" v="93" actId="20577"/>
          <ac:spMkLst>
            <pc:docMk/>
            <pc:sldMk cId="0" sldId="294"/>
            <ac:spMk id="98" creationId="{00000000-0000-0000-0000-000000000000}"/>
          </ac:spMkLst>
        </pc:spChg>
      </pc:sldChg>
    </pc:docChg>
  </pc:docChgLst>
  <pc:docChgLst>
    <pc:chgData name="NORBEY DANILO MUÑOZ CAÑON" userId="29f64d73-8b12-4c53-a9f3-1c223397a229" providerId="ADAL" clId="{7F2B97EC-464E-4076-B49B-166BFB79FEDC}"/>
    <pc:docChg chg="modSld">
      <pc:chgData name="NORBEY DANILO MUÑOZ CAÑON" userId="29f64d73-8b12-4c53-a9f3-1c223397a229" providerId="ADAL" clId="{7F2B97EC-464E-4076-B49B-166BFB79FEDC}" dt="2023-08-29T05:14:49.537" v="1" actId="20577"/>
      <pc:docMkLst>
        <pc:docMk/>
      </pc:docMkLst>
      <pc:sldChg chg="modSp mod">
        <pc:chgData name="NORBEY DANILO MUÑOZ CAÑON" userId="29f64d73-8b12-4c53-a9f3-1c223397a229" providerId="ADAL" clId="{7F2B97EC-464E-4076-B49B-166BFB79FEDC}" dt="2023-08-29T05:14:49.537" v="1" actId="20577"/>
        <pc:sldMkLst>
          <pc:docMk/>
          <pc:sldMk cId="0" sldId="294"/>
        </pc:sldMkLst>
        <pc:spChg chg="mod">
          <ac:chgData name="NORBEY DANILO MUÑOZ CAÑON" userId="29f64d73-8b12-4c53-a9f3-1c223397a229" providerId="ADAL" clId="{7F2B97EC-464E-4076-B49B-166BFB79FEDC}" dt="2023-08-29T05:14:49.537" v="1" actId="20577"/>
          <ac:spMkLst>
            <pc:docMk/>
            <pc:sldMk cId="0" sldId="294"/>
            <ac:spMk id="98" creationId="{00000000-0000-0000-0000-000000000000}"/>
          </ac:spMkLst>
        </pc:spChg>
      </pc:sldChg>
    </pc:docChg>
  </pc:docChgLst>
  <pc:docChgLst>
    <pc:chgData name="Norbey Muñoz" userId="b7e811e8891ccd42" providerId="LiveId" clId="{39D82BC0-BFAD-4C33-84B4-6F3606B152DC}"/>
    <pc:docChg chg="modSld">
      <pc:chgData name="Norbey Muñoz" userId="b7e811e8891ccd42" providerId="LiveId" clId="{39D82BC0-BFAD-4C33-84B4-6F3606B152DC}" dt="2026-09-02T16:15:40.636" v="1" actId="20577"/>
      <pc:docMkLst>
        <pc:docMk/>
      </pc:docMkLst>
      <pc:sldChg chg="modSp mod">
        <pc:chgData name="Norbey Muñoz" userId="b7e811e8891ccd42" providerId="LiveId" clId="{39D82BC0-BFAD-4C33-84B4-6F3606B152DC}" dt="2026-09-02T16:15:40.636" v="1" actId="20577"/>
        <pc:sldMkLst>
          <pc:docMk/>
          <pc:sldMk cId="0" sldId="294"/>
        </pc:sldMkLst>
        <pc:spChg chg="mod">
          <ac:chgData name="Norbey Muñoz" userId="b7e811e8891ccd42" providerId="LiveId" clId="{39D82BC0-BFAD-4C33-84B4-6F3606B152DC}" dt="2026-09-02T16:15:40.636" v="1" actId="20577"/>
          <ac:spMkLst>
            <pc:docMk/>
            <pc:sldMk cId="0" sldId="294"/>
            <ac:spMk id="3" creationId="{F6E5FE4C-F0A4-04D9-BDF6-552D3C5B8C8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94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759D72-DB79-450A-88B7-9BA684567184}" type="datetimeFigureOut">
              <a:rPr lang="es-CO" smtClean="0"/>
              <a:t>2/09/2026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541713" y="944563"/>
            <a:ext cx="3609975" cy="25511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1069975" y="3636963"/>
            <a:ext cx="8553450" cy="29749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7177088"/>
            <a:ext cx="4633913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6057900" y="7177088"/>
            <a:ext cx="4632325" cy="37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C848B2-F992-48E8-B97F-44A56A40B3A3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4372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44600" y="1143000"/>
            <a:ext cx="4368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 sz="12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2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39702" y="348995"/>
            <a:ext cx="505967" cy="3428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51441" y="348995"/>
            <a:ext cx="539492" cy="685799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600078" y="348996"/>
            <a:ext cx="58419" cy="3429000"/>
          </a:xfrm>
          <a:custGeom>
            <a:avLst/>
            <a:gdLst/>
            <a:ahLst/>
            <a:cxnLst/>
            <a:rect l="l" t="t" r="r" b="b"/>
            <a:pathLst>
              <a:path w="58419" h="3429000">
                <a:moveTo>
                  <a:pt x="57912" y="0"/>
                </a:moveTo>
                <a:lnTo>
                  <a:pt x="0" y="0"/>
                </a:lnTo>
                <a:lnTo>
                  <a:pt x="0" y="3428999"/>
                </a:lnTo>
                <a:lnTo>
                  <a:pt x="57912" y="3428999"/>
                </a:lnTo>
                <a:lnTo>
                  <a:pt x="57912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1834774" y="348996"/>
            <a:ext cx="13970" cy="3429000"/>
          </a:xfrm>
          <a:custGeom>
            <a:avLst/>
            <a:gdLst/>
            <a:ahLst/>
            <a:cxnLst/>
            <a:rect l="l" t="t" r="r" b="b"/>
            <a:pathLst>
              <a:path w="13969" h="3429000">
                <a:moveTo>
                  <a:pt x="13716" y="0"/>
                </a:moveTo>
                <a:lnTo>
                  <a:pt x="0" y="0"/>
                </a:lnTo>
                <a:lnTo>
                  <a:pt x="0" y="3428999"/>
                </a:lnTo>
                <a:lnTo>
                  <a:pt x="13716" y="3428999"/>
                </a:lnTo>
                <a:lnTo>
                  <a:pt x="13716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9860153" y="349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1797" y="348995"/>
            <a:ext cx="57911" cy="6857999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87046" y="348995"/>
            <a:ext cx="28955" cy="6857999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639702" y="348995"/>
            <a:ext cx="505967" cy="6857999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1600073" y="3778008"/>
            <a:ext cx="248920" cy="3429000"/>
          </a:xfrm>
          <a:custGeom>
            <a:avLst/>
            <a:gdLst/>
            <a:ahLst/>
            <a:cxnLst/>
            <a:rect l="l" t="t" r="r" b="b"/>
            <a:pathLst>
              <a:path w="248919" h="3429000">
                <a:moveTo>
                  <a:pt x="57912" y="0"/>
                </a:moveTo>
                <a:lnTo>
                  <a:pt x="0" y="0"/>
                </a:lnTo>
                <a:lnTo>
                  <a:pt x="0" y="3429000"/>
                </a:lnTo>
                <a:lnTo>
                  <a:pt x="57912" y="3429000"/>
                </a:lnTo>
                <a:lnTo>
                  <a:pt x="57912" y="0"/>
                </a:lnTo>
                <a:close/>
              </a:path>
              <a:path w="248919" h="3429000">
                <a:moveTo>
                  <a:pt x="248412" y="0"/>
                </a:moveTo>
                <a:lnTo>
                  <a:pt x="234696" y="0"/>
                </a:lnTo>
                <a:lnTo>
                  <a:pt x="234696" y="3429000"/>
                </a:lnTo>
                <a:lnTo>
                  <a:pt x="248412" y="3429000"/>
                </a:lnTo>
                <a:lnTo>
                  <a:pt x="248412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986015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bg object 2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93270" y="3777995"/>
            <a:ext cx="76199" cy="3428999"/>
          </a:xfrm>
          <a:prstGeom prst="rect">
            <a:avLst/>
          </a:prstGeom>
        </p:spPr>
      </p:pic>
      <p:sp>
        <p:nvSpPr>
          <p:cNvPr id="27" name="bg object 27"/>
          <p:cNvSpPr/>
          <p:nvPr/>
        </p:nvSpPr>
        <p:spPr>
          <a:xfrm>
            <a:off x="1383665" y="3778008"/>
            <a:ext cx="1343025" cy="2080260"/>
          </a:xfrm>
          <a:custGeom>
            <a:avLst/>
            <a:gdLst/>
            <a:ahLst/>
            <a:cxnLst/>
            <a:rect l="l" t="t" r="r" b="b"/>
            <a:pathLst>
              <a:path w="1343025" h="2080260">
                <a:moveTo>
                  <a:pt x="1295400" y="647700"/>
                </a:moveTo>
                <a:lnTo>
                  <a:pt x="1293622" y="599490"/>
                </a:lnTo>
                <a:lnTo>
                  <a:pt x="1288389" y="552234"/>
                </a:lnTo>
                <a:lnTo>
                  <a:pt x="1279804" y="506031"/>
                </a:lnTo>
                <a:lnTo>
                  <a:pt x="1268006" y="461035"/>
                </a:lnTo>
                <a:lnTo>
                  <a:pt x="1253121" y="417347"/>
                </a:lnTo>
                <a:lnTo>
                  <a:pt x="1235265" y="375119"/>
                </a:lnTo>
                <a:lnTo>
                  <a:pt x="1214577" y="334454"/>
                </a:lnTo>
                <a:lnTo>
                  <a:pt x="1191158" y="295503"/>
                </a:lnTo>
                <a:lnTo>
                  <a:pt x="1165148" y="258368"/>
                </a:lnTo>
                <a:lnTo>
                  <a:pt x="1136675" y="223202"/>
                </a:lnTo>
                <a:lnTo>
                  <a:pt x="1105852" y="190119"/>
                </a:lnTo>
                <a:lnTo>
                  <a:pt x="1072807" y="159232"/>
                </a:lnTo>
                <a:lnTo>
                  <a:pt x="1037678" y="130695"/>
                </a:lnTo>
                <a:lnTo>
                  <a:pt x="1000569" y="104622"/>
                </a:lnTo>
                <a:lnTo>
                  <a:pt x="961618" y="81140"/>
                </a:lnTo>
                <a:lnTo>
                  <a:pt x="920940" y="60375"/>
                </a:lnTo>
                <a:lnTo>
                  <a:pt x="878662" y="42456"/>
                </a:lnTo>
                <a:lnTo>
                  <a:pt x="834923" y="27508"/>
                </a:lnTo>
                <a:lnTo>
                  <a:pt x="789825" y="15659"/>
                </a:lnTo>
                <a:lnTo>
                  <a:pt x="743508" y="7035"/>
                </a:lnTo>
                <a:lnTo>
                  <a:pt x="696087" y="1778"/>
                </a:lnTo>
                <a:lnTo>
                  <a:pt x="647700" y="0"/>
                </a:lnTo>
                <a:lnTo>
                  <a:pt x="599490" y="1778"/>
                </a:lnTo>
                <a:lnTo>
                  <a:pt x="552234" y="7035"/>
                </a:lnTo>
                <a:lnTo>
                  <a:pt x="506044" y="15659"/>
                </a:lnTo>
                <a:lnTo>
                  <a:pt x="461035" y="27508"/>
                </a:lnTo>
                <a:lnTo>
                  <a:pt x="417360" y="42456"/>
                </a:lnTo>
                <a:lnTo>
                  <a:pt x="375119" y="60375"/>
                </a:lnTo>
                <a:lnTo>
                  <a:pt x="334467" y="81140"/>
                </a:lnTo>
                <a:lnTo>
                  <a:pt x="295503" y="104622"/>
                </a:lnTo>
                <a:lnTo>
                  <a:pt x="258381" y="130695"/>
                </a:lnTo>
                <a:lnTo>
                  <a:pt x="223202" y="159232"/>
                </a:lnTo>
                <a:lnTo>
                  <a:pt x="190119" y="190119"/>
                </a:lnTo>
                <a:lnTo>
                  <a:pt x="159245" y="223202"/>
                </a:lnTo>
                <a:lnTo>
                  <a:pt x="130708" y="258368"/>
                </a:lnTo>
                <a:lnTo>
                  <a:pt x="104622" y="295503"/>
                </a:lnTo>
                <a:lnTo>
                  <a:pt x="81140" y="334454"/>
                </a:lnTo>
                <a:lnTo>
                  <a:pt x="60375" y="375119"/>
                </a:lnTo>
                <a:lnTo>
                  <a:pt x="42456" y="417347"/>
                </a:lnTo>
                <a:lnTo>
                  <a:pt x="27508" y="461035"/>
                </a:lnTo>
                <a:lnTo>
                  <a:pt x="15671" y="506031"/>
                </a:lnTo>
                <a:lnTo>
                  <a:pt x="7048" y="552234"/>
                </a:lnTo>
                <a:lnTo>
                  <a:pt x="1790" y="599490"/>
                </a:lnTo>
                <a:lnTo>
                  <a:pt x="0" y="647700"/>
                </a:lnTo>
                <a:lnTo>
                  <a:pt x="1790" y="696087"/>
                </a:lnTo>
                <a:lnTo>
                  <a:pt x="7048" y="743496"/>
                </a:lnTo>
                <a:lnTo>
                  <a:pt x="15671" y="789825"/>
                </a:lnTo>
                <a:lnTo>
                  <a:pt x="27508" y="834910"/>
                </a:lnTo>
                <a:lnTo>
                  <a:pt x="42456" y="878662"/>
                </a:lnTo>
                <a:lnTo>
                  <a:pt x="60375" y="920927"/>
                </a:lnTo>
                <a:lnTo>
                  <a:pt x="81140" y="961605"/>
                </a:lnTo>
                <a:lnTo>
                  <a:pt x="104622" y="1000556"/>
                </a:lnTo>
                <a:lnTo>
                  <a:pt x="130708" y="1037666"/>
                </a:lnTo>
                <a:lnTo>
                  <a:pt x="159245" y="1072807"/>
                </a:lnTo>
                <a:lnTo>
                  <a:pt x="190119" y="1105852"/>
                </a:lnTo>
                <a:lnTo>
                  <a:pt x="223202" y="1136662"/>
                </a:lnTo>
                <a:lnTo>
                  <a:pt x="258381" y="1165148"/>
                </a:lnTo>
                <a:lnTo>
                  <a:pt x="295503" y="1191158"/>
                </a:lnTo>
                <a:lnTo>
                  <a:pt x="334467" y="1214564"/>
                </a:lnTo>
                <a:lnTo>
                  <a:pt x="375119" y="1235265"/>
                </a:lnTo>
                <a:lnTo>
                  <a:pt x="417360" y="1253121"/>
                </a:lnTo>
                <a:lnTo>
                  <a:pt x="461035" y="1268006"/>
                </a:lnTo>
                <a:lnTo>
                  <a:pt x="506044" y="1279804"/>
                </a:lnTo>
                <a:lnTo>
                  <a:pt x="552234" y="1288376"/>
                </a:lnTo>
                <a:lnTo>
                  <a:pt x="599490" y="1293622"/>
                </a:lnTo>
                <a:lnTo>
                  <a:pt x="647700" y="1295400"/>
                </a:lnTo>
                <a:lnTo>
                  <a:pt x="696087" y="1293622"/>
                </a:lnTo>
                <a:lnTo>
                  <a:pt x="743508" y="1288376"/>
                </a:lnTo>
                <a:lnTo>
                  <a:pt x="789825" y="1279804"/>
                </a:lnTo>
                <a:lnTo>
                  <a:pt x="834923" y="1268006"/>
                </a:lnTo>
                <a:lnTo>
                  <a:pt x="878662" y="1253121"/>
                </a:lnTo>
                <a:lnTo>
                  <a:pt x="920940" y="1235265"/>
                </a:lnTo>
                <a:lnTo>
                  <a:pt x="961618" y="1214564"/>
                </a:lnTo>
                <a:lnTo>
                  <a:pt x="1000569" y="1191158"/>
                </a:lnTo>
                <a:lnTo>
                  <a:pt x="1037678" y="1165148"/>
                </a:lnTo>
                <a:lnTo>
                  <a:pt x="1072807" y="1136662"/>
                </a:lnTo>
                <a:lnTo>
                  <a:pt x="1105852" y="1105852"/>
                </a:lnTo>
                <a:lnTo>
                  <a:pt x="1136675" y="1072807"/>
                </a:lnTo>
                <a:lnTo>
                  <a:pt x="1165148" y="1037666"/>
                </a:lnTo>
                <a:lnTo>
                  <a:pt x="1191158" y="1000556"/>
                </a:lnTo>
                <a:lnTo>
                  <a:pt x="1214577" y="961605"/>
                </a:lnTo>
                <a:lnTo>
                  <a:pt x="1235265" y="920927"/>
                </a:lnTo>
                <a:lnTo>
                  <a:pt x="1253121" y="878662"/>
                </a:lnTo>
                <a:lnTo>
                  <a:pt x="1268006" y="834910"/>
                </a:lnTo>
                <a:lnTo>
                  <a:pt x="1279804" y="789825"/>
                </a:lnTo>
                <a:lnTo>
                  <a:pt x="1288389" y="743496"/>
                </a:lnTo>
                <a:lnTo>
                  <a:pt x="1293622" y="696087"/>
                </a:lnTo>
                <a:lnTo>
                  <a:pt x="1295400" y="647700"/>
                </a:lnTo>
                <a:close/>
              </a:path>
              <a:path w="1343025" h="2080260">
                <a:moveTo>
                  <a:pt x="1342644" y="1758696"/>
                </a:moveTo>
                <a:lnTo>
                  <a:pt x="1339138" y="1711388"/>
                </a:lnTo>
                <a:lnTo>
                  <a:pt x="1328966" y="1666252"/>
                </a:lnTo>
                <a:lnTo>
                  <a:pt x="1312621" y="1623758"/>
                </a:lnTo>
                <a:lnTo>
                  <a:pt x="1290637" y="1584413"/>
                </a:lnTo>
                <a:lnTo>
                  <a:pt x="1263497" y="1548701"/>
                </a:lnTo>
                <a:lnTo>
                  <a:pt x="1231722" y="1517142"/>
                </a:lnTo>
                <a:lnTo>
                  <a:pt x="1195819" y="1490205"/>
                </a:lnTo>
                <a:lnTo>
                  <a:pt x="1156296" y="1468386"/>
                </a:lnTo>
                <a:lnTo>
                  <a:pt x="1113650" y="1452194"/>
                </a:lnTo>
                <a:lnTo>
                  <a:pt x="1068412" y="1442123"/>
                </a:lnTo>
                <a:lnTo>
                  <a:pt x="1021080" y="1438656"/>
                </a:lnTo>
                <a:lnTo>
                  <a:pt x="973772" y="1442123"/>
                </a:lnTo>
                <a:lnTo>
                  <a:pt x="928636" y="1452194"/>
                </a:lnTo>
                <a:lnTo>
                  <a:pt x="886142" y="1468386"/>
                </a:lnTo>
                <a:lnTo>
                  <a:pt x="846797" y="1490205"/>
                </a:lnTo>
                <a:lnTo>
                  <a:pt x="811098" y="1517142"/>
                </a:lnTo>
                <a:lnTo>
                  <a:pt x="779526" y="1548701"/>
                </a:lnTo>
                <a:lnTo>
                  <a:pt x="752589" y="1584413"/>
                </a:lnTo>
                <a:lnTo>
                  <a:pt x="730783" y="1623758"/>
                </a:lnTo>
                <a:lnTo>
                  <a:pt x="714590" y="1666252"/>
                </a:lnTo>
                <a:lnTo>
                  <a:pt x="704507" y="1711388"/>
                </a:lnTo>
                <a:lnTo>
                  <a:pt x="701040" y="1758696"/>
                </a:lnTo>
                <a:lnTo>
                  <a:pt x="704507" y="1806371"/>
                </a:lnTo>
                <a:lnTo>
                  <a:pt x="714590" y="1851825"/>
                </a:lnTo>
                <a:lnTo>
                  <a:pt x="730783" y="1894560"/>
                </a:lnTo>
                <a:lnTo>
                  <a:pt x="752589" y="1934095"/>
                </a:lnTo>
                <a:lnTo>
                  <a:pt x="779526" y="1969947"/>
                </a:lnTo>
                <a:lnTo>
                  <a:pt x="811098" y="2001621"/>
                </a:lnTo>
                <a:lnTo>
                  <a:pt x="846797" y="2028621"/>
                </a:lnTo>
                <a:lnTo>
                  <a:pt x="886142" y="2050478"/>
                </a:lnTo>
                <a:lnTo>
                  <a:pt x="928636" y="2066696"/>
                </a:lnTo>
                <a:lnTo>
                  <a:pt x="973772" y="2076780"/>
                </a:lnTo>
                <a:lnTo>
                  <a:pt x="1021080" y="2080260"/>
                </a:lnTo>
                <a:lnTo>
                  <a:pt x="1068412" y="2076780"/>
                </a:lnTo>
                <a:lnTo>
                  <a:pt x="1113650" y="2066696"/>
                </a:lnTo>
                <a:lnTo>
                  <a:pt x="1156296" y="2050478"/>
                </a:lnTo>
                <a:lnTo>
                  <a:pt x="1195819" y="2028621"/>
                </a:lnTo>
                <a:lnTo>
                  <a:pt x="1231722" y="2001621"/>
                </a:lnTo>
                <a:lnTo>
                  <a:pt x="1263497" y="1969947"/>
                </a:lnTo>
                <a:lnTo>
                  <a:pt x="1290637" y="1934095"/>
                </a:lnTo>
                <a:lnTo>
                  <a:pt x="1312621" y="1894560"/>
                </a:lnTo>
                <a:lnTo>
                  <a:pt x="1328966" y="1851825"/>
                </a:lnTo>
                <a:lnTo>
                  <a:pt x="1339138" y="1806371"/>
                </a:lnTo>
                <a:lnTo>
                  <a:pt x="1342644" y="1758696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8" name="bg object 2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65254" y="5850636"/>
            <a:ext cx="137160" cy="137160"/>
          </a:xfrm>
          <a:prstGeom prst="rect">
            <a:avLst/>
          </a:prstGeom>
        </p:spPr>
      </p:pic>
      <p:sp>
        <p:nvSpPr>
          <p:cNvPr id="29" name="bg object 29"/>
          <p:cNvSpPr/>
          <p:nvPr/>
        </p:nvSpPr>
        <p:spPr>
          <a:xfrm>
            <a:off x="2438273" y="4844808"/>
            <a:ext cx="607060" cy="1567180"/>
          </a:xfrm>
          <a:custGeom>
            <a:avLst/>
            <a:gdLst/>
            <a:ahLst/>
            <a:cxnLst/>
            <a:rect l="l" t="t" r="r" b="b"/>
            <a:pathLst>
              <a:path w="607060" h="1567179">
                <a:moveTo>
                  <a:pt x="274320" y="1429512"/>
                </a:moveTo>
                <a:lnTo>
                  <a:pt x="267373" y="1386560"/>
                </a:lnTo>
                <a:lnTo>
                  <a:pt x="247980" y="1348968"/>
                </a:lnTo>
                <a:lnTo>
                  <a:pt x="218363" y="1319123"/>
                </a:lnTo>
                <a:lnTo>
                  <a:pt x="180682" y="1299438"/>
                </a:lnTo>
                <a:lnTo>
                  <a:pt x="137160" y="1292352"/>
                </a:lnTo>
                <a:lnTo>
                  <a:pt x="94221" y="1299438"/>
                </a:lnTo>
                <a:lnTo>
                  <a:pt x="56616" y="1319123"/>
                </a:lnTo>
                <a:lnTo>
                  <a:pt x="26771" y="1348968"/>
                </a:lnTo>
                <a:lnTo>
                  <a:pt x="7099" y="1386560"/>
                </a:lnTo>
                <a:lnTo>
                  <a:pt x="0" y="1429512"/>
                </a:lnTo>
                <a:lnTo>
                  <a:pt x="7099" y="1473034"/>
                </a:lnTo>
                <a:lnTo>
                  <a:pt x="26771" y="1510703"/>
                </a:lnTo>
                <a:lnTo>
                  <a:pt x="56616" y="1540332"/>
                </a:lnTo>
                <a:lnTo>
                  <a:pt x="94221" y="1559712"/>
                </a:lnTo>
                <a:lnTo>
                  <a:pt x="137160" y="1566672"/>
                </a:lnTo>
                <a:lnTo>
                  <a:pt x="180682" y="1559712"/>
                </a:lnTo>
                <a:lnTo>
                  <a:pt x="218363" y="1540332"/>
                </a:lnTo>
                <a:lnTo>
                  <a:pt x="247980" y="1510703"/>
                </a:lnTo>
                <a:lnTo>
                  <a:pt x="267373" y="1473034"/>
                </a:lnTo>
                <a:lnTo>
                  <a:pt x="274320" y="1429512"/>
                </a:lnTo>
                <a:close/>
              </a:path>
              <a:path w="607060" h="1567179">
                <a:moveTo>
                  <a:pt x="606552" y="182880"/>
                </a:moveTo>
                <a:lnTo>
                  <a:pt x="600100" y="134404"/>
                </a:lnTo>
                <a:lnTo>
                  <a:pt x="581825" y="90754"/>
                </a:lnTo>
                <a:lnTo>
                  <a:pt x="553402" y="53721"/>
                </a:lnTo>
                <a:lnTo>
                  <a:pt x="516470" y="25057"/>
                </a:lnTo>
                <a:lnTo>
                  <a:pt x="472668" y="6553"/>
                </a:lnTo>
                <a:lnTo>
                  <a:pt x="423672" y="0"/>
                </a:lnTo>
                <a:lnTo>
                  <a:pt x="375196" y="6553"/>
                </a:lnTo>
                <a:lnTo>
                  <a:pt x="331558" y="25057"/>
                </a:lnTo>
                <a:lnTo>
                  <a:pt x="294513" y="53721"/>
                </a:lnTo>
                <a:lnTo>
                  <a:pt x="265849" y="90754"/>
                </a:lnTo>
                <a:lnTo>
                  <a:pt x="247357" y="134404"/>
                </a:lnTo>
                <a:lnTo>
                  <a:pt x="240792" y="182880"/>
                </a:lnTo>
                <a:lnTo>
                  <a:pt x="247357" y="231876"/>
                </a:lnTo>
                <a:lnTo>
                  <a:pt x="265849" y="275666"/>
                </a:lnTo>
                <a:lnTo>
                  <a:pt x="294513" y="312610"/>
                </a:lnTo>
                <a:lnTo>
                  <a:pt x="331558" y="341033"/>
                </a:lnTo>
                <a:lnTo>
                  <a:pt x="375196" y="359295"/>
                </a:lnTo>
                <a:lnTo>
                  <a:pt x="423672" y="365760"/>
                </a:lnTo>
                <a:lnTo>
                  <a:pt x="472668" y="359295"/>
                </a:lnTo>
                <a:lnTo>
                  <a:pt x="516470" y="341033"/>
                </a:lnTo>
                <a:lnTo>
                  <a:pt x="553402" y="312610"/>
                </a:lnTo>
                <a:lnTo>
                  <a:pt x="581825" y="275666"/>
                </a:lnTo>
                <a:lnTo>
                  <a:pt x="600100" y="231876"/>
                </a:lnTo>
                <a:lnTo>
                  <a:pt x="606552" y="18288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38816" y="4364823"/>
            <a:ext cx="4415767" cy="1305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5454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138816" y="4364823"/>
            <a:ext cx="4415767" cy="13055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5454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5454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rgbClr val="45454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822833" y="349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10017" y="1130299"/>
            <a:ext cx="5921375" cy="5786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rgbClr val="45454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01102" y="1885767"/>
            <a:ext cx="8091194" cy="47809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espana.es/mipagina)" TargetMode="Externa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minombre@mipagina.com" TargetMode="External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iespana.es/mipagina" TargetMode="External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miweb.bo.kz/" TargetMode="Externa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mipagina.es/" TargetMode="External"/><Relationship Id="rId4" Type="http://schemas.openxmlformats.org/officeDocument/2006/relationships/image" Target="../media/image4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hois.domaintools.com/" TargetMode="External"/><Relationship Id="rId5" Type="http://schemas.openxmlformats.org/officeDocument/2006/relationships/hyperlink" Target="http://www.piensasolutions.com/" TargetMode="External"/><Relationship Id="rId4" Type="http://schemas.openxmlformats.org/officeDocument/2006/relationships/image" Target="../media/image5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2673346" y="2642626"/>
            <a:ext cx="5346700" cy="867924"/>
          </a:xfrm>
          <a:prstGeom prst="roundRect">
            <a:avLst>
              <a:gd name="adj" fmla="val 5000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80187" tIns="40083" rIns="80187" bIns="40083" anchor="ctr" anchorCtr="0">
            <a:noAutofit/>
          </a:bodyPr>
          <a:lstStyle/>
          <a:p>
            <a:pPr algn="ctr" rtl="0">
              <a:buClr>
                <a:schemeClr val="lt1"/>
              </a:buClr>
              <a:buSzPts val="1800"/>
            </a:pPr>
            <a:r>
              <a:rPr lang="es-CO" sz="2800" dirty="0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Profundización de back-</a:t>
            </a:r>
            <a:r>
              <a:rPr lang="es-CO" sz="2800" dirty="0" err="1">
                <a:solidFill>
                  <a:schemeClr val="tx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end</a:t>
            </a:r>
            <a:endParaRPr lang="es-CO" sz="2800" dirty="0">
              <a:solidFill>
                <a:schemeClr val="tx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2673346" y="4042842"/>
            <a:ext cx="5346700" cy="450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187" tIns="40083" rIns="80187" bIns="40083" anchor="t" anchorCtr="0">
            <a:spAutoFit/>
          </a:bodyPr>
          <a:lstStyle/>
          <a:p>
            <a:pPr algn="ctr" rtl="0">
              <a:buClr>
                <a:srgbClr val="FFFFFF"/>
              </a:buClr>
              <a:buSzPts val="1800"/>
            </a:pPr>
            <a:r>
              <a:rPr lang="es-CO" sz="24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Hosting </a:t>
            </a:r>
            <a:r>
              <a:rPr lang="es-CO" sz="2400" b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 dominios</a:t>
            </a:r>
            <a:endParaRPr lang="es-CO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Google Shape;98;p1">
            <a:extLst>
              <a:ext uri="{FF2B5EF4-FFF2-40B4-BE49-F238E27FC236}">
                <a16:creationId xmlns:a16="http://schemas.microsoft.com/office/drawing/2014/main" id="{F6E5FE4C-F0A4-04D9-BDF6-552D3C5B8C83}"/>
              </a:ext>
            </a:extLst>
          </p:cNvPr>
          <p:cNvSpPr txBox="1"/>
          <p:nvPr/>
        </p:nvSpPr>
        <p:spPr>
          <a:xfrm>
            <a:off x="3347370" y="5025415"/>
            <a:ext cx="3998652" cy="4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187" tIns="40083" rIns="80187" bIns="40083" anchor="t" anchorCtr="0">
            <a:spAutoFit/>
          </a:bodyPr>
          <a:lstStyle/>
          <a:p>
            <a:pPr algn="ctr" rtl="0">
              <a:buClr>
                <a:srgbClr val="FFFFFF"/>
              </a:buClr>
              <a:buSzPts val="1800"/>
            </a:pPr>
            <a:r>
              <a:rPr lang="es-CO" sz="1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Norbey Danilo Muñoz Cañón</a:t>
            </a:r>
          </a:p>
          <a:p>
            <a:pPr algn="ctr" rtl="0">
              <a:buClr>
                <a:srgbClr val="FFFFFF"/>
              </a:buClr>
              <a:buSzPts val="1800"/>
            </a:pPr>
            <a:r>
              <a:rPr lang="es-CO" sz="11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2026</a:t>
            </a:r>
            <a:endParaRPr lang="es-CO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s-CO" sz="3600" cap="small" spc="-60"/>
              <a:t>Contenidos</a:t>
            </a:r>
            <a:endParaRPr lang="es-CO" sz="3600"/>
          </a:p>
        </p:txBody>
      </p:sp>
      <p:sp>
        <p:nvSpPr>
          <p:cNvPr id="9" name="object 9"/>
          <p:cNvSpPr txBox="1"/>
          <p:nvPr/>
        </p:nvSpPr>
        <p:spPr>
          <a:xfrm>
            <a:off x="1310017" y="1886203"/>
            <a:ext cx="5224145" cy="409765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Introducción.</a:t>
            </a:r>
            <a:endParaRPr lang="es-CO" sz="2400" dirty="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6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Hosting o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Alojamiento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spc="-20" dirty="0">
                <a:latin typeface="Calibri"/>
                <a:cs typeface="Calibri"/>
              </a:rPr>
              <a:t>Web.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¿Qué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nos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puede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ofrecer?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Tipos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Alojamiento.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spc="-10" dirty="0">
                <a:latin typeface="Calibri"/>
                <a:cs typeface="Calibri"/>
              </a:rPr>
              <a:t>Gratuitos.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pago.</a:t>
            </a:r>
            <a:endParaRPr lang="es-CO" sz="2100" dirty="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7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Dominios.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spc="-10" dirty="0">
                <a:latin typeface="Calibri"/>
                <a:cs typeface="Calibri"/>
              </a:rPr>
              <a:t>Gratuitos.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pago.</a:t>
            </a:r>
            <a:endParaRPr lang="es-CO" sz="2100" dirty="0">
              <a:latin typeface="Calibri"/>
              <a:cs typeface="Calibri"/>
            </a:endParaRPr>
          </a:p>
          <a:p>
            <a:pPr marL="287020" indent="-274320">
              <a:lnSpc>
                <a:spcPct val="100000"/>
              </a:lnSpc>
              <a:spcBef>
                <a:spcPts val="57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20" dirty="0">
                <a:latin typeface="Calibri"/>
                <a:cs typeface="Calibri"/>
              </a:rPr>
              <a:t>FTP.</a:t>
            </a:r>
            <a:endParaRPr lang="es-CO"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45" dirty="0"/>
              <a:t>Introducción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0017" y="2061463"/>
            <a:ext cx="7171690" cy="438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1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b="1" dirty="0">
                <a:latin typeface="Calibri"/>
                <a:cs typeface="Calibri"/>
              </a:rPr>
              <a:t>Servidor</a:t>
            </a:r>
            <a:r>
              <a:rPr lang="es-CO" sz="2400" b="1" spc="-40" dirty="0">
                <a:latin typeface="Calibri"/>
                <a:cs typeface="Calibri"/>
              </a:rPr>
              <a:t> </a:t>
            </a:r>
            <a:r>
              <a:rPr lang="es-CO" sz="2400" b="1" dirty="0">
                <a:latin typeface="Calibri"/>
                <a:cs typeface="Calibri"/>
              </a:rPr>
              <a:t>de</a:t>
            </a:r>
            <a:r>
              <a:rPr lang="es-CO" sz="2400" b="1" spc="10" dirty="0">
                <a:latin typeface="Calibri"/>
                <a:cs typeface="Calibri"/>
              </a:rPr>
              <a:t> </a:t>
            </a:r>
            <a:r>
              <a:rPr lang="es-CO" sz="2400" b="1" spc="-10" dirty="0">
                <a:latin typeface="Calibri"/>
                <a:cs typeface="Calibri"/>
              </a:rPr>
              <a:t>Hosting:</a:t>
            </a:r>
            <a:endParaRPr lang="es-CO" sz="2400" dirty="0">
              <a:latin typeface="Calibri"/>
              <a:cs typeface="Calibri"/>
            </a:endParaRPr>
          </a:p>
          <a:p>
            <a:pPr marL="652145" marR="919480" lvl="1" indent="-274320" algn="just">
              <a:lnSpc>
                <a:spcPct val="140000"/>
              </a:lnSpc>
              <a:spcBef>
                <a:spcPts val="57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Lugar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físico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donde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alojar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página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web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hacerla accesible.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151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Existen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gratuitos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y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pago.</a:t>
            </a:r>
            <a:endParaRPr lang="es-CO" sz="21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spcBef>
                <a:spcPts val="168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b="1" spc="-10" dirty="0">
                <a:latin typeface="Calibri"/>
                <a:cs typeface="Calibri"/>
              </a:rPr>
              <a:t>Dominio</a:t>
            </a:r>
            <a:r>
              <a:rPr lang="es-CO" sz="2400" spc="-10" dirty="0">
                <a:latin typeface="Calibri"/>
                <a:cs typeface="Calibri"/>
              </a:rPr>
              <a:t>:</a:t>
            </a:r>
            <a:endParaRPr lang="es-CO" sz="2400" dirty="0">
              <a:latin typeface="Calibri"/>
              <a:cs typeface="Calibri"/>
            </a:endParaRPr>
          </a:p>
          <a:p>
            <a:pPr marL="652145" marR="323850" lvl="1" indent="-274320" algn="just">
              <a:lnSpc>
                <a:spcPct val="140000"/>
              </a:lnSpc>
              <a:spcBef>
                <a:spcPts val="57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Dirección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escriben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usuarios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su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navegador</a:t>
            </a:r>
            <a:r>
              <a:rPr lang="es-CO" sz="2100" spc="-20" dirty="0">
                <a:latin typeface="Calibri"/>
                <a:cs typeface="Calibri"/>
              </a:rPr>
              <a:t> para </a:t>
            </a:r>
            <a:r>
              <a:rPr lang="es-CO" sz="2100" dirty="0">
                <a:latin typeface="Calibri"/>
                <a:cs typeface="Calibri"/>
              </a:rPr>
              <a:t>acceder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web. Aparece DNS.</a:t>
            </a:r>
            <a:endParaRPr lang="es-CO" sz="2100" dirty="0">
              <a:latin typeface="Calibri"/>
              <a:cs typeface="Calibri"/>
            </a:endParaRPr>
          </a:p>
          <a:p>
            <a:pPr marL="652145" marR="5080" lvl="1" indent="-274320" algn="just">
              <a:lnSpc>
                <a:spcPct val="14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Dominios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pago</a:t>
            </a:r>
            <a:r>
              <a:rPr lang="es-CO" sz="2100" spc="-10" dirty="0">
                <a:latin typeface="Calibri"/>
                <a:cs typeface="Calibri"/>
              </a:rPr>
              <a:t> (</a:t>
            </a:r>
            <a:r>
              <a:rPr lang="es-CO" sz="2100" spc="-10" dirty="0">
                <a:solidFill>
                  <a:srgbClr val="006FC0"/>
                </a:solidFill>
                <a:latin typeface="Calibri"/>
                <a:cs typeface="Calibri"/>
              </a:rPr>
              <a:t>www.mipagina.es</a:t>
            </a:r>
            <a:r>
              <a:rPr lang="es-CO" sz="2100" spc="-10" dirty="0">
                <a:latin typeface="Calibri"/>
                <a:cs typeface="Calibri"/>
              </a:rPr>
              <a:t>)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subdominios gratuitos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(</a:t>
            </a:r>
            <a:r>
              <a:rPr lang="es-CO" sz="2100" dirty="0">
                <a:solidFill>
                  <a:srgbClr val="006FC0"/>
                </a:solidFill>
                <a:latin typeface="Calibri"/>
                <a:cs typeface="Calibri"/>
              </a:rPr>
              <a:t>mipagina.iespana.es</a:t>
            </a:r>
            <a:r>
              <a:rPr lang="es-CO" sz="2100" spc="-2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spc="-10" dirty="0">
                <a:solidFill>
                  <a:srgbClr val="006FC0"/>
                </a:solidFill>
                <a:latin typeface="Calibri"/>
                <a:cs typeface="Calibri"/>
                <a:hlinkClick r:id="rId5"/>
              </a:rPr>
              <a:t>www.iespana.es/mipagina</a:t>
            </a:r>
            <a:r>
              <a:rPr lang="es-CO" sz="2100" spc="-10" dirty="0">
                <a:latin typeface="Calibri"/>
                <a:cs typeface="Calibri"/>
                <a:hlinkClick r:id="rId5"/>
              </a:rPr>
              <a:t>)</a:t>
            </a:r>
            <a:endParaRPr lang="es-CO" sz="21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Hosting</a:t>
            </a:r>
            <a:r>
              <a:rPr lang="en-US" cap="small" dirty="0"/>
              <a:t> </a:t>
            </a:r>
            <a:r>
              <a:rPr cap="small" dirty="0"/>
              <a:t>o</a:t>
            </a:r>
            <a:r>
              <a:rPr cap="small" spc="50" dirty="0"/>
              <a:t> </a:t>
            </a:r>
            <a:r>
              <a:rPr cap="small" dirty="0"/>
              <a:t>Alojamiento</a:t>
            </a:r>
            <a:r>
              <a:rPr cap="small" spc="60" dirty="0"/>
              <a:t> </a:t>
            </a:r>
            <a:r>
              <a:rPr cap="small" spc="-90" dirty="0"/>
              <a:t>Web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0017" y="1906015"/>
            <a:ext cx="6831330" cy="37884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50000"/>
              </a:lnSpc>
              <a:spcBef>
                <a:spcPts val="1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>
                <a:latin typeface="Calibri"/>
                <a:cs typeface="Calibri"/>
              </a:rPr>
              <a:t>Se</a:t>
            </a:r>
            <a:r>
              <a:rPr lang="es-CO" sz="2400" spc="-6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lleva</a:t>
            </a:r>
            <a:r>
              <a:rPr lang="es-CO" sz="2400" spc="-3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a</a:t>
            </a:r>
            <a:r>
              <a:rPr lang="es-CO" sz="2400" spc="-3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cabo</a:t>
            </a:r>
            <a:r>
              <a:rPr lang="es-CO" sz="2400" spc="-35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en</a:t>
            </a:r>
            <a:r>
              <a:rPr lang="es-CO" sz="2400" spc="-3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servidores</a:t>
            </a:r>
            <a:r>
              <a:rPr lang="es-CO" sz="2400" spc="-2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(potentes</a:t>
            </a:r>
            <a:r>
              <a:rPr lang="es-CO" sz="2400" spc="-45">
                <a:latin typeface="Calibri"/>
                <a:cs typeface="Calibri"/>
              </a:rPr>
              <a:t> </a:t>
            </a:r>
            <a:r>
              <a:rPr lang="es-CO" sz="2400" spc="-10">
                <a:latin typeface="Calibri"/>
                <a:cs typeface="Calibri"/>
              </a:rPr>
              <a:t>ordenadores) </a:t>
            </a:r>
            <a:r>
              <a:rPr lang="es-CO" sz="2400">
                <a:latin typeface="Calibri"/>
                <a:cs typeface="Calibri"/>
              </a:rPr>
              <a:t>conectados</a:t>
            </a:r>
            <a:r>
              <a:rPr lang="es-CO" sz="2400" spc="-65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a</a:t>
            </a:r>
            <a:r>
              <a:rPr lang="es-CO" sz="2400" spc="-35">
                <a:latin typeface="Calibri"/>
                <a:cs typeface="Calibri"/>
              </a:rPr>
              <a:t> </a:t>
            </a:r>
            <a:r>
              <a:rPr lang="es-CO" sz="2400" spc="-10">
                <a:latin typeface="Calibri"/>
                <a:cs typeface="Calibri"/>
              </a:rPr>
              <a:t>Internet:</a:t>
            </a:r>
            <a:endParaRPr lang="es-CO" sz="240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183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Con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gran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ancho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10" dirty="0">
                <a:latin typeface="Calibri"/>
                <a:cs typeface="Calibri"/>
              </a:rPr>
              <a:t> banda.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176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Con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seguridad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ante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ataques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y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desastres.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176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Aseguran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accesibilidad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cercana</a:t>
            </a:r>
            <a:r>
              <a:rPr lang="es-CO" sz="2100" spc="-6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al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100%.</a:t>
            </a:r>
            <a:endParaRPr lang="es-CO" sz="2100" dirty="0">
              <a:latin typeface="Calibri"/>
              <a:cs typeface="Calibri"/>
            </a:endParaRPr>
          </a:p>
          <a:p>
            <a:pPr marL="652145" marR="133985" lvl="1" indent="-274320" algn="just">
              <a:lnSpc>
                <a:spcPct val="15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Por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todo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anterior, </a:t>
            </a:r>
            <a:r>
              <a:rPr lang="es-CO" sz="2100" dirty="0">
                <a:latin typeface="Calibri"/>
                <a:cs typeface="Calibri"/>
              </a:rPr>
              <a:t>no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recomendable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intentar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alojar </a:t>
            </a:r>
            <a:r>
              <a:rPr lang="es-CO" sz="2100" dirty="0">
                <a:latin typeface="Calibri"/>
                <a:cs typeface="Calibri"/>
              </a:rPr>
              <a:t>nuestra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web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servidor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casero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nuestro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25" dirty="0">
                <a:latin typeface="Calibri"/>
                <a:cs typeface="Calibri"/>
              </a:rPr>
              <a:t>PC.</a:t>
            </a:r>
            <a:endParaRPr lang="es-CO" sz="21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Hosting</a:t>
            </a:r>
            <a:r>
              <a:rPr cap="small" spc="105" dirty="0"/>
              <a:t> </a:t>
            </a:r>
            <a:r>
              <a:rPr cap="small" dirty="0"/>
              <a:t>–</a:t>
            </a:r>
            <a:r>
              <a:rPr cap="small" spc="-15" dirty="0"/>
              <a:t> </a:t>
            </a:r>
            <a:r>
              <a:rPr cap="small" dirty="0"/>
              <a:t>¿Qué</a:t>
            </a:r>
            <a:r>
              <a:rPr cap="small" spc="114" dirty="0"/>
              <a:t> </a:t>
            </a:r>
            <a:r>
              <a:rPr cap="small" dirty="0"/>
              <a:t>nos</a:t>
            </a:r>
            <a:r>
              <a:rPr cap="small" spc="110" dirty="0"/>
              <a:t> </a:t>
            </a:r>
            <a:r>
              <a:rPr cap="small" dirty="0"/>
              <a:t>puede</a:t>
            </a:r>
            <a:r>
              <a:rPr cap="small" spc="125" dirty="0"/>
              <a:t> </a:t>
            </a:r>
            <a:r>
              <a:rPr cap="small" spc="-40" dirty="0"/>
              <a:t>ofrecer?</a:t>
            </a:r>
          </a:p>
        </p:txBody>
      </p:sp>
      <p:sp>
        <p:nvSpPr>
          <p:cNvPr id="9" name="object 9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0017" y="1885767"/>
            <a:ext cx="7958455" cy="458074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Espacio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spc="-25" dirty="0">
                <a:latin typeface="Calibri"/>
                <a:cs typeface="Calibri"/>
              </a:rPr>
              <a:t>Web</a:t>
            </a:r>
            <a:endParaRPr lang="es-CO" sz="2400" dirty="0">
              <a:latin typeface="Calibri"/>
              <a:cs typeface="Calibri"/>
            </a:endParaRPr>
          </a:p>
          <a:p>
            <a:pPr marL="652145" marR="5080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Cantidad</a:t>
            </a:r>
            <a:r>
              <a:rPr lang="es-CO" sz="2100" spc="-7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espacio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disco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duro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disponible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almacenar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todos </a:t>
            </a:r>
            <a:r>
              <a:rPr lang="es-CO" sz="2100" dirty="0">
                <a:latin typeface="Calibri"/>
                <a:cs typeface="Calibri"/>
              </a:rPr>
              <a:t>los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archivos de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página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web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(.html,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.jpeg,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.mpeg,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.mp3,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etc.)</a:t>
            </a:r>
            <a:endParaRPr lang="es-CO" sz="2100" dirty="0">
              <a:latin typeface="Calibri"/>
              <a:cs typeface="Calibri"/>
            </a:endParaRPr>
          </a:p>
          <a:p>
            <a:pPr marL="652145" marR="6921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páginas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descargas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(películas,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imágenes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alta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resolución, </a:t>
            </a:r>
            <a:r>
              <a:rPr lang="es-CO" sz="2100" dirty="0">
                <a:latin typeface="Calibri"/>
                <a:cs typeface="Calibri"/>
              </a:rPr>
              <a:t>etc.)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similares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necesario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contratar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hosting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mucho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espacio.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el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resto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las páginas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suficiente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100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200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spc="-25" dirty="0">
                <a:latin typeface="Calibri"/>
                <a:cs typeface="Calibri"/>
              </a:rPr>
              <a:t>Mb.</a:t>
            </a:r>
            <a:endParaRPr lang="es-CO" sz="2100" dirty="0">
              <a:latin typeface="Calibri"/>
              <a:cs typeface="Calibri"/>
            </a:endParaRPr>
          </a:p>
          <a:p>
            <a:pPr lvl="1" algn="just">
              <a:lnSpc>
                <a:spcPct val="100000"/>
              </a:lnSpc>
              <a:spcBef>
                <a:spcPts val="55"/>
              </a:spcBef>
              <a:buClr>
                <a:srgbClr val="2CA2BF"/>
              </a:buClr>
              <a:buFont typeface="Segoe UI Symbol"/>
              <a:buChar char="⚫"/>
            </a:pPr>
            <a:endParaRPr lang="es-CO" sz="29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spcBef>
                <a:spcPts val="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Bases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 </a:t>
            </a:r>
            <a:r>
              <a:rPr lang="es-CO" sz="2400" spc="-20" dirty="0">
                <a:latin typeface="Calibri"/>
                <a:cs typeface="Calibri"/>
              </a:rPr>
              <a:t>datos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Muy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frecuentes en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servicios</a:t>
            </a:r>
            <a:r>
              <a:rPr lang="es-CO" sz="2100" spc="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pago.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Menos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gratuitos.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Utilizadas</a:t>
            </a:r>
            <a:r>
              <a:rPr lang="es-CO" sz="2100" spc="-7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servicios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registro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usuarios,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foros,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tiendas,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etc.</a:t>
            </a:r>
            <a:endParaRPr lang="es-CO" sz="2100" dirty="0">
              <a:latin typeface="Calibri"/>
              <a:cs typeface="Calibri"/>
            </a:endParaRPr>
          </a:p>
          <a:p>
            <a:pPr marL="652145" marR="100330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Su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uso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requiere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conocimientos</a:t>
            </a:r>
            <a:r>
              <a:rPr lang="es-CO" sz="2100" spc="-10" dirty="0">
                <a:latin typeface="Calibri"/>
                <a:cs typeface="Calibri"/>
              </a:rPr>
              <a:t> avanzados.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más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fácil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y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extendida </a:t>
            </a:r>
            <a:r>
              <a:rPr lang="es-CO" sz="2100" dirty="0">
                <a:latin typeface="Calibri"/>
                <a:cs typeface="Calibri"/>
              </a:rPr>
              <a:t>es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MySQL. Opciones SQL y NoSQL.</a:t>
            </a:r>
            <a:endParaRPr lang="es-CO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Hosting</a:t>
            </a:r>
            <a:r>
              <a:rPr cap="small" spc="105" dirty="0"/>
              <a:t> </a:t>
            </a:r>
            <a:r>
              <a:rPr cap="small" dirty="0"/>
              <a:t>–</a:t>
            </a:r>
            <a:r>
              <a:rPr cap="small" spc="-20" dirty="0"/>
              <a:t> </a:t>
            </a:r>
            <a:r>
              <a:rPr cap="small" dirty="0"/>
              <a:t>¿Qué</a:t>
            </a:r>
            <a:r>
              <a:rPr cap="small" spc="110" dirty="0"/>
              <a:t> </a:t>
            </a:r>
            <a:r>
              <a:rPr cap="small" dirty="0"/>
              <a:t>nos</a:t>
            </a:r>
            <a:r>
              <a:rPr cap="small" spc="105" dirty="0"/>
              <a:t> </a:t>
            </a:r>
            <a:r>
              <a:rPr cap="small" dirty="0"/>
              <a:t>puede</a:t>
            </a:r>
            <a:r>
              <a:rPr cap="small" spc="120" dirty="0"/>
              <a:t> </a:t>
            </a:r>
            <a:r>
              <a:rPr cap="small" dirty="0"/>
              <a:t>ofrecer?</a:t>
            </a:r>
            <a:r>
              <a:rPr cap="small" spc="-55" dirty="0"/>
              <a:t> </a:t>
            </a:r>
            <a:r>
              <a:rPr cap="small" spc="-30" dirty="0"/>
              <a:t>(II)</a:t>
            </a:r>
          </a:p>
        </p:txBody>
      </p:sp>
      <p:sp>
        <p:nvSpPr>
          <p:cNvPr id="9" name="object 9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0016" y="1885767"/>
            <a:ext cx="8152375" cy="4798108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41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25" dirty="0">
                <a:latin typeface="Calibri"/>
                <a:cs typeface="Calibri"/>
              </a:rPr>
              <a:t>Tasa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spc="-25" dirty="0">
                <a:latin typeface="Calibri"/>
                <a:cs typeface="Calibri"/>
              </a:rPr>
              <a:t>Transferencia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Mensual</a:t>
            </a:r>
            <a:endParaRPr lang="es-CO" sz="2400" dirty="0">
              <a:latin typeface="Calibri"/>
              <a:cs typeface="Calibri"/>
            </a:endParaRPr>
          </a:p>
          <a:p>
            <a:pPr marL="652145" marR="428625" lvl="1" indent="-274320" algn="just">
              <a:lnSpc>
                <a:spcPts val="2270"/>
              </a:lnSpc>
              <a:spcBef>
                <a:spcPts val="56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Cada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usuario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visita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nuestra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web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descarga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del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servidor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spc="-25" dirty="0">
                <a:latin typeface="Calibri"/>
                <a:cs typeface="Calibri"/>
              </a:rPr>
              <a:t>de </a:t>
            </a:r>
            <a:r>
              <a:rPr lang="es-CO" sz="2100" dirty="0">
                <a:latin typeface="Calibri"/>
                <a:cs typeface="Calibri"/>
              </a:rPr>
              <a:t>hosting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cada</a:t>
            </a:r>
            <a:r>
              <a:rPr lang="es-CO" sz="2100" spc="-6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página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visita.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spc="-25" dirty="0">
                <a:latin typeface="Calibri"/>
                <a:cs typeface="Calibri"/>
              </a:rPr>
              <a:t>Todo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transfiere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desde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25" dirty="0">
                <a:latin typeface="Calibri"/>
                <a:cs typeface="Calibri"/>
              </a:rPr>
              <a:t>el </a:t>
            </a:r>
            <a:r>
              <a:rPr lang="es-CO" sz="2100" dirty="0">
                <a:latin typeface="Calibri"/>
                <a:cs typeface="Calibri"/>
              </a:rPr>
              <a:t>servidor hasta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cada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usuario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acumula.</a:t>
            </a:r>
            <a:endParaRPr lang="es-CO" sz="2100" dirty="0">
              <a:latin typeface="Calibri"/>
              <a:cs typeface="Calibri"/>
            </a:endParaRPr>
          </a:p>
          <a:p>
            <a:pPr marL="652145" marR="5080" indent="-274320" algn="just">
              <a:lnSpc>
                <a:spcPts val="1939"/>
              </a:lnSpc>
              <a:spcBef>
                <a:spcPts val="1830"/>
              </a:spcBef>
            </a:pPr>
            <a:r>
              <a:rPr lang="es-CO" sz="1800" i="1" dirty="0">
                <a:latin typeface="Calibri"/>
                <a:cs typeface="Calibri"/>
              </a:rPr>
              <a:t>Ej.:</a:t>
            </a:r>
            <a:r>
              <a:rPr lang="es-CO" sz="1800" i="1" spc="-4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mi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sitio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web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tiene</a:t>
            </a:r>
            <a:r>
              <a:rPr lang="es-CO" sz="1800" i="1" spc="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10</a:t>
            </a:r>
            <a:r>
              <a:rPr lang="es-CO" sz="1800" i="1" spc="-1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páginas. Cada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página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de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0.1</a:t>
            </a:r>
            <a:r>
              <a:rPr lang="es-CO" sz="1800" i="1" spc="-1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Mb de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media.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Cada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vez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spc="-25" dirty="0">
                <a:latin typeface="Calibri"/>
                <a:cs typeface="Calibri"/>
              </a:rPr>
              <a:t>que </a:t>
            </a:r>
            <a:r>
              <a:rPr lang="es-CO" sz="1800" i="1" dirty="0">
                <a:latin typeface="Calibri"/>
                <a:cs typeface="Calibri"/>
              </a:rPr>
              <a:t>algún</a:t>
            </a:r>
            <a:r>
              <a:rPr lang="es-CO" sz="1800" i="1" spc="-3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usuario me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visita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ve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de</a:t>
            </a:r>
            <a:r>
              <a:rPr lang="es-CO" sz="1800" i="1" spc="-1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media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2</a:t>
            </a:r>
            <a:r>
              <a:rPr lang="es-CO" sz="1800" i="1" spc="-2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páginas.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Si</a:t>
            </a:r>
            <a:r>
              <a:rPr lang="es-CO" sz="1800" i="1" spc="-2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tengo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1000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visitas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al</a:t>
            </a:r>
            <a:r>
              <a:rPr lang="es-CO" sz="1800" i="1" spc="-1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mes,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spc="-25" dirty="0">
                <a:latin typeface="Calibri"/>
                <a:cs typeface="Calibri"/>
              </a:rPr>
              <a:t>mi Tasa</a:t>
            </a:r>
            <a:r>
              <a:rPr lang="es-CO" sz="1800" i="1" spc="-3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de</a:t>
            </a:r>
            <a:r>
              <a:rPr lang="es-CO" sz="1800" i="1" spc="-15" dirty="0">
                <a:latin typeface="Calibri"/>
                <a:cs typeface="Calibri"/>
              </a:rPr>
              <a:t> </a:t>
            </a:r>
            <a:r>
              <a:rPr lang="es-CO" sz="1800" i="1" spc="-10" dirty="0">
                <a:latin typeface="Calibri"/>
                <a:cs typeface="Calibri"/>
              </a:rPr>
              <a:t>Transferencia</a:t>
            </a:r>
            <a:r>
              <a:rPr lang="es-CO" sz="1800" i="1" spc="-1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Mensual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será</a:t>
            </a:r>
            <a:r>
              <a:rPr lang="es-CO" sz="1800" i="1" spc="-3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de</a:t>
            </a:r>
            <a:r>
              <a:rPr lang="es-CO" sz="1800" i="1" spc="-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0.1Mb/pág.</a:t>
            </a:r>
            <a:r>
              <a:rPr lang="es-CO" sz="1800" i="1" spc="-1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x</a:t>
            </a:r>
            <a:r>
              <a:rPr lang="es-CO" sz="1800" i="1" spc="-3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2</a:t>
            </a:r>
            <a:r>
              <a:rPr lang="es-CO" sz="1800" i="1" spc="-1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pág./visita x</a:t>
            </a:r>
            <a:r>
              <a:rPr lang="es-CO" sz="1800" i="1" spc="-25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1000</a:t>
            </a:r>
            <a:r>
              <a:rPr lang="es-CO" sz="1800" i="1" spc="-20" dirty="0">
                <a:latin typeface="Calibri"/>
                <a:cs typeface="Calibri"/>
              </a:rPr>
              <a:t> </a:t>
            </a:r>
            <a:r>
              <a:rPr lang="es-CO" sz="1800" i="1" dirty="0">
                <a:latin typeface="Calibri"/>
                <a:cs typeface="Calibri"/>
              </a:rPr>
              <a:t>visitas </a:t>
            </a:r>
            <a:r>
              <a:rPr lang="es-CO" sz="1800" i="1" spc="-50" dirty="0">
                <a:latin typeface="Calibri"/>
                <a:cs typeface="Calibri"/>
              </a:rPr>
              <a:t>= </a:t>
            </a:r>
            <a:r>
              <a:rPr lang="es-CO" sz="1800" i="1" spc="-10" dirty="0">
                <a:latin typeface="Calibri"/>
                <a:cs typeface="Calibri"/>
              </a:rPr>
              <a:t>200Mb.</a:t>
            </a:r>
            <a:endParaRPr lang="es-CO" sz="18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</a:pPr>
            <a:endParaRPr lang="es-CO" sz="2350" dirty="0">
              <a:latin typeface="Calibri"/>
              <a:cs typeface="Calibri"/>
            </a:endParaRPr>
          </a:p>
          <a:p>
            <a:pPr marL="652145" marR="229235" lvl="1" indent="-274320" algn="just">
              <a:lnSpc>
                <a:spcPts val="2270"/>
              </a:lnSpc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El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servicio</a:t>
            </a:r>
            <a:r>
              <a:rPr lang="es-CO" sz="2100" spc="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contrata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tiene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una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tasa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transferencia mensual </a:t>
            </a:r>
            <a:r>
              <a:rPr lang="es-CO" sz="2100" dirty="0">
                <a:latin typeface="Calibri"/>
                <a:cs typeface="Calibri"/>
              </a:rPr>
              <a:t>máxima.</a:t>
            </a:r>
            <a:r>
              <a:rPr lang="es-CO" sz="2100" spc="-6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vez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superada:</a:t>
            </a:r>
            <a:endParaRPr lang="es-CO" sz="2100" dirty="0">
              <a:latin typeface="Calibri"/>
              <a:cs typeface="Calibri"/>
            </a:endParaRPr>
          </a:p>
          <a:p>
            <a:pPr marL="927100" lvl="2" indent="-183515" algn="just">
              <a:lnSpc>
                <a:spcPct val="100000"/>
              </a:lnSpc>
              <a:spcBef>
                <a:spcPts val="204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lang="es-CO" sz="1800" dirty="0">
                <a:latin typeface="Calibri"/>
                <a:cs typeface="Calibri"/>
              </a:rPr>
              <a:t>La</a:t>
            </a:r>
            <a:r>
              <a:rPr lang="es-CO" sz="1800" spc="-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web</a:t>
            </a:r>
            <a:r>
              <a:rPr lang="es-CO" sz="1800" spc="-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deja</a:t>
            </a:r>
            <a:r>
              <a:rPr lang="es-CO" sz="1800" spc="-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de</a:t>
            </a:r>
            <a:r>
              <a:rPr lang="es-CO" sz="1800" spc="1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ser</a:t>
            </a:r>
            <a:r>
              <a:rPr lang="es-CO" sz="1800" spc="-2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accesible,</a:t>
            </a:r>
            <a:r>
              <a:rPr lang="es-CO" sz="1800" spc="2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o</a:t>
            </a:r>
            <a:r>
              <a:rPr lang="es-CO" sz="1800" spc="-5" dirty="0">
                <a:latin typeface="Calibri"/>
                <a:cs typeface="Calibri"/>
              </a:rPr>
              <a:t> </a:t>
            </a:r>
            <a:r>
              <a:rPr lang="es-CO" sz="1800" spc="-20" dirty="0">
                <a:latin typeface="Calibri"/>
                <a:cs typeface="Calibri"/>
              </a:rPr>
              <a:t>bien</a:t>
            </a:r>
            <a:endParaRPr lang="es-CO" sz="1800" dirty="0">
              <a:latin typeface="Calibri"/>
              <a:cs typeface="Calibri"/>
            </a:endParaRPr>
          </a:p>
          <a:p>
            <a:pPr marL="927100" lvl="2" indent="-183515" algn="just">
              <a:lnSpc>
                <a:spcPct val="100000"/>
              </a:lnSpc>
              <a:spcBef>
                <a:spcPts val="215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lang="es-CO" sz="1800" dirty="0">
                <a:latin typeface="Calibri"/>
                <a:cs typeface="Calibri"/>
              </a:rPr>
              <a:t>Se</a:t>
            </a:r>
            <a:r>
              <a:rPr lang="es-CO" sz="1800" spc="-4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nos</a:t>
            </a:r>
            <a:r>
              <a:rPr lang="es-CO" sz="1800" spc="-1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cobra</a:t>
            </a:r>
            <a:r>
              <a:rPr lang="es-CO" sz="1800" spc="-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por</a:t>
            </a:r>
            <a:r>
              <a:rPr lang="es-CO" sz="1800" spc="-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cada</a:t>
            </a:r>
            <a:r>
              <a:rPr lang="es-CO" sz="1800" spc="-1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mega</a:t>
            </a:r>
            <a:r>
              <a:rPr lang="es-CO" sz="1800" spc="-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de</a:t>
            </a:r>
            <a:r>
              <a:rPr lang="es-CO" sz="1800" spc="-1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más</a:t>
            </a:r>
            <a:r>
              <a:rPr lang="es-CO" sz="1800" spc="-25" dirty="0">
                <a:latin typeface="Calibri"/>
                <a:cs typeface="Calibri"/>
              </a:rPr>
              <a:t> </a:t>
            </a:r>
            <a:r>
              <a:rPr lang="es-CO" sz="1800" spc="-10" dirty="0">
                <a:latin typeface="Calibri"/>
                <a:cs typeface="Calibri"/>
              </a:rPr>
              <a:t>transferido.</a:t>
            </a:r>
          </a:p>
          <a:p>
            <a:pPr marL="927100" lvl="2" indent="-183515" algn="just">
              <a:lnSpc>
                <a:spcPct val="100000"/>
              </a:lnSpc>
              <a:spcBef>
                <a:spcPts val="215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endParaRPr lang="es-CO" sz="18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229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Hay</a:t>
            </a:r>
            <a:r>
              <a:rPr lang="es-CO" sz="2100" spc="-6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tener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especial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cuidado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colgar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ficheros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grandes.</a:t>
            </a:r>
            <a:endParaRPr lang="es-CO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Hosting</a:t>
            </a:r>
            <a:r>
              <a:rPr cap="small" spc="105" dirty="0"/>
              <a:t> </a:t>
            </a:r>
            <a:r>
              <a:rPr cap="small" dirty="0"/>
              <a:t>–</a:t>
            </a:r>
            <a:r>
              <a:rPr cap="small" spc="-20" dirty="0"/>
              <a:t> </a:t>
            </a:r>
            <a:r>
              <a:rPr cap="small" dirty="0"/>
              <a:t>¿Qué</a:t>
            </a:r>
            <a:r>
              <a:rPr cap="small" spc="110" dirty="0"/>
              <a:t> </a:t>
            </a:r>
            <a:r>
              <a:rPr cap="small" dirty="0"/>
              <a:t>nos</a:t>
            </a:r>
            <a:r>
              <a:rPr cap="small" spc="105" dirty="0"/>
              <a:t> </a:t>
            </a:r>
            <a:r>
              <a:rPr cap="small" dirty="0"/>
              <a:t>puede</a:t>
            </a:r>
            <a:r>
              <a:rPr cap="small" spc="120" dirty="0"/>
              <a:t> </a:t>
            </a:r>
            <a:r>
              <a:rPr cap="small" dirty="0"/>
              <a:t>ofrecer?</a:t>
            </a:r>
            <a:r>
              <a:rPr cap="small" spc="-55" dirty="0"/>
              <a:t> </a:t>
            </a:r>
            <a:r>
              <a:rPr cap="small" spc="-25" dirty="0"/>
              <a:t>(III)</a:t>
            </a:r>
          </a:p>
        </p:txBody>
      </p:sp>
      <p:sp>
        <p:nvSpPr>
          <p:cNvPr id="9" name="object 9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0017" y="1885767"/>
            <a:ext cx="8073390" cy="451612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Cuentas</a:t>
            </a:r>
            <a:r>
              <a:rPr lang="es-CO" sz="2400" spc="-85" dirty="0">
                <a:latin typeface="Calibri"/>
                <a:cs typeface="Calibri"/>
              </a:rPr>
              <a:t> </a:t>
            </a:r>
            <a:r>
              <a:rPr lang="es-CO" sz="2400" spc="-25" dirty="0">
                <a:latin typeface="Calibri"/>
                <a:cs typeface="Calibri"/>
              </a:rPr>
              <a:t>FTP</a:t>
            </a:r>
            <a:endParaRPr lang="es-CO" sz="2400" dirty="0">
              <a:latin typeface="Calibri"/>
              <a:cs typeface="Calibri"/>
            </a:endParaRPr>
          </a:p>
          <a:p>
            <a:pPr marL="652145" marR="426084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Permite,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través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programa,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subir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y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bajar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archivos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desde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25" dirty="0">
                <a:latin typeface="Calibri"/>
                <a:cs typeface="Calibri"/>
              </a:rPr>
              <a:t>el </a:t>
            </a:r>
            <a:r>
              <a:rPr lang="es-CO" sz="2100" dirty="0">
                <a:latin typeface="Calibri"/>
                <a:cs typeface="Calibri"/>
              </a:rPr>
              <a:t>ordenador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hacia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tu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espacio web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tu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hosting:</a:t>
            </a:r>
            <a:endParaRPr lang="es-CO" sz="2100" dirty="0">
              <a:latin typeface="Calibri"/>
              <a:cs typeface="Calibri"/>
            </a:endParaRPr>
          </a:p>
          <a:p>
            <a:pPr marL="927100" lvl="2" indent="-183515" algn="just">
              <a:lnSpc>
                <a:spcPct val="100000"/>
              </a:lnSpc>
              <a:spcBef>
                <a:spcPts val="445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lang="es-CO" sz="1800" dirty="0">
                <a:latin typeface="Calibri"/>
                <a:cs typeface="Calibri"/>
              </a:rPr>
              <a:t>Subir</a:t>
            </a:r>
            <a:r>
              <a:rPr lang="es-CO" sz="1800" spc="-2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nuevos</a:t>
            </a:r>
            <a:r>
              <a:rPr lang="es-CO" sz="1800" spc="-15" dirty="0">
                <a:latin typeface="Calibri"/>
                <a:cs typeface="Calibri"/>
              </a:rPr>
              <a:t> </a:t>
            </a:r>
            <a:r>
              <a:rPr lang="es-CO" sz="1800" spc="-10" dirty="0">
                <a:latin typeface="Calibri"/>
                <a:cs typeface="Calibri"/>
              </a:rPr>
              <a:t>ficheros.</a:t>
            </a:r>
            <a:endParaRPr lang="es-CO" sz="1800" dirty="0">
              <a:latin typeface="Calibri"/>
              <a:cs typeface="Calibri"/>
            </a:endParaRPr>
          </a:p>
          <a:p>
            <a:pPr marL="927100" lvl="2" indent="-183515" algn="just">
              <a:lnSpc>
                <a:spcPct val="100000"/>
              </a:lnSpc>
              <a:spcBef>
                <a:spcPts val="430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lang="es-CO" sz="1800" dirty="0">
                <a:latin typeface="Calibri"/>
                <a:cs typeface="Calibri"/>
              </a:rPr>
              <a:t>Actualizar</a:t>
            </a:r>
            <a:r>
              <a:rPr lang="es-CO" sz="1800" spc="-6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ficheros</a:t>
            </a:r>
            <a:r>
              <a:rPr lang="es-CO" sz="1800" spc="-50" dirty="0">
                <a:latin typeface="Calibri"/>
                <a:cs typeface="Calibri"/>
              </a:rPr>
              <a:t> </a:t>
            </a:r>
            <a:r>
              <a:rPr lang="es-CO" sz="1800" spc="-10" dirty="0">
                <a:latin typeface="Calibri"/>
                <a:cs typeface="Calibri"/>
              </a:rPr>
              <a:t>existentes.</a:t>
            </a:r>
            <a:endParaRPr lang="es-CO" sz="18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49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Es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suficiente con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disponer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una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cuenta.</a:t>
            </a:r>
            <a:endParaRPr lang="es-CO" sz="2100" dirty="0">
              <a:latin typeface="Calibri"/>
              <a:cs typeface="Calibri"/>
            </a:endParaRPr>
          </a:p>
          <a:p>
            <a:pPr lvl="1" algn="just">
              <a:lnSpc>
                <a:spcPct val="100000"/>
              </a:lnSpc>
              <a:spcBef>
                <a:spcPts val="55"/>
              </a:spcBef>
              <a:buClr>
                <a:srgbClr val="2CA2BF"/>
              </a:buClr>
              <a:buFont typeface="Segoe UI Symbol"/>
              <a:buChar char="⚫"/>
            </a:pPr>
            <a:endParaRPr lang="es-CO" sz="29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spcBef>
                <a:spcPts val="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Cuentas</a:t>
            </a:r>
            <a:r>
              <a:rPr lang="es-CO" sz="2400" spc="-6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Correo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Se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suelen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ofrecer varias,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pero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una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suficiente.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Algunos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servicios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gratuitos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no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ofrecen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ninguna.</a:t>
            </a:r>
            <a:endParaRPr lang="es-CO" sz="2100" dirty="0">
              <a:latin typeface="Calibri"/>
              <a:cs typeface="Calibri"/>
            </a:endParaRPr>
          </a:p>
          <a:p>
            <a:pPr marL="652145" marR="5080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  <a:tab pos="1840864" algn="l"/>
              </a:tabLst>
            </a:pPr>
            <a:r>
              <a:rPr lang="es-CO" sz="2100" dirty="0">
                <a:latin typeface="Calibri"/>
                <a:cs typeface="Calibri"/>
              </a:rPr>
              <a:t>Sirven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nuestros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visitantes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puedan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escribir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cuenta </a:t>
            </a:r>
            <a:r>
              <a:rPr lang="es-CO" sz="2100" dirty="0">
                <a:latin typeface="Calibri"/>
                <a:cs typeface="Calibri"/>
              </a:rPr>
              <a:t>del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tipo: </a:t>
            </a:r>
            <a:r>
              <a:rPr lang="es-CO" sz="2100" spc="-10" dirty="0">
                <a:latin typeface="Calibri"/>
                <a:cs typeface="Calibri"/>
                <a:hlinkClick r:id="rId5"/>
              </a:rPr>
              <a:t>minombre@mipagina.com</a:t>
            </a:r>
            <a:endParaRPr lang="es-CO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310017" y="1130299"/>
            <a:ext cx="6627483" cy="578611"/>
          </a:xfrm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Hosting</a:t>
            </a:r>
            <a:r>
              <a:rPr cap="small" spc="105" dirty="0"/>
              <a:t> </a:t>
            </a:r>
            <a:r>
              <a:rPr cap="small" dirty="0"/>
              <a:t>–</a:t>
            </a:r>
            <a:r>
              <a:rPr cap="small" spc="-20" dirty="0"/>
              <a:t> </a:t>
            </a:r>
            <a:r>
              <a:rPr cap="small" dirty="0"/>
              <a:t>¿Qué</a:t>
            </a:r>
            <a:r>
              <a:rPr cap="small" spc="110" dirty="0"/>
              <a:t> </a:t>
            </a:r>
            <a:r>
              <a:rPr cap="small" dirty="0"/>
              <a:t>nos</a:t>
            </a:r>
            <a:r>
              <a:rPr cap="small" spc="105" dirty="0"/>
              <a:t> </a:t>
            </a:r>
            <a:r>
              <a:rPr cap="small" dirty="0"/>
              <a:t>puede</a:t>
            </a:r>
            <a:r>
              <a:rPr cap="small" spc="120" dirty="0"/>
              <a:t> </a:t>
            </a:r>
            <a:r>
              <a:rPr cap="small" dirty="0"/>
              <a:t>ofrecer?</a:t>
            </a:r>
            <a:r>
              <a:rPr cap="small" spc="-55" dirty="0"/>
              <a:t> </a:t>
            </a:r>
            <a:r>
              <a:rPr cap="small" spc="-30" dirty="0"/>
              <a:t>(IV)</a:t>
            </a:r>
          </a:p>
        </p:txBody>
      </p:sp>
      <p:sp>
        <p:nvSpPr>
          <p:cNvPr id="9" name="object 9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1301102" y="1885767"/>
            <a:ext cx="8091194" cy="44678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9591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95910" algn="l"/>
              </a:tabLst>
            </a:pPr>
            <a:r>
              <a:rPr lang="es-CO" sz="2400" dirty="0"/>
              <a:t>Soporte</a:t>
            </a:r>
            <a:r>
              <a:rPr lang="es-CO" sz="2400" spc="-70" dirty="0"/>
              <a:t> </a:t>
            </a:r>
            <a:r>
              <a:rPr lang="es-CO" sz="2400" spc="-25" dirty="0"/>
              <a:t>PHP y lenguajes</a:t>
            </a:r>
            <a:endParaRPr lang="es-CO" sz="2400" dirty="0"/>
          </a:p>
          <a:p>
            <a:pPr marL="661035" marR="200660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2100" dirty="0">
                <a:latin typeface="Calibri"/>
                <a:cs typeface="Calibri"/>
              </a:rPr>
              <a:t>Permite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colgar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páginas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funcionalidades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añadidas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basadas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spc="-25" dirty="0">
                <a:latin typeface="Calibri"/>
                <a:cs typeface="Calibri"/>
              </a:rPr>
              <a:t>el </a:t>
            </a:r>
            <a:r>
              <a:rPr lang="es-CO" sz="2100" dirty="0">
                <a:latin typeface="Calibri"/>
                <a:cs typeface="Calibri"/>
              </a:rPr>
              <a:t>lenguaje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programación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PHP o cualquier otro.</a:t>
            </a:r>
            <a:endParaRPr lang="es-CO" sz="2100" dirty="0">
              <a:latin typeface="Calibri"/>
              <a:cs typeface="Calibri"/>
            </a:endParaRPr>
          </a:p>
          <a:p>
            <a:pPr marL="935990" lvl="2" indent="-183515" algn="just">
              <a:lnSpc>
                <a:spcPct val="100000"/>
              </a:lnSpc>
              <a:spcBef>
                <a:spcPts val="445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35990" algn="l"/>
              </a:tabLst>
            </a:pPr>
            <a:r>
              <a:rPr lang="es-CO" sz="1800" dirty="0">
                <a:latin typeface="Calibri"/>
                <a:cs typeface="Calibri"/>
              </a:rPr>
              <a:t>Son lenguajes</a:t>
            </a:r>
            <a:r>
              <a:rPr lang="es-CO" sz="1800" spc="15" dirty="0">
                <a:latin typeface="Calibri"/>
                <a:cs typeface="Calibri"/>
              </a:rPr>
              <a:t> </a:t>
            </a:r>
            <a:r>
              <a:rPr lang="es-CO" sz="1800" spc="-10" dirty="0">
                <a:latin typeface="Calibri"/>
                <a:cs typeface="Calibri"/>
              </a:rPr>
              <a:t>avanzado.</a:t>
            </a:r>
            <a:endParaRPr lang="es-CO" sz="1800" dirty="0">
              <a:latin typeface="Calibri"/>
              <a:cs typeface="Calibri"/>
            </a:endParaRPr>
          </a:p>
          <a:p>
            <a:pPr marL="935990" lvl="2" indent="-183515" algn="just">
              <a:lnSpc>
                <a:spcPct val="100000"/>
              </a:lnSpc>
              <a:spcBef>
                <a:spcPts val="430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35990" algn="l"/>
              </a:tabLst>
            </a:pPr>
            <a:r>
              <a:rPr lang="es-CO" sz="1800" dirty="0">
                <a:latin typeface="Calibri"/>
                <a:cs typeface="Calibri"/>
              </a:rPr>
              <a:t>Utilizados</a:t>
            </a:r>
            <a:r>
              <a:rPr lang="es-CO" sz="1800" spc="-4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para</a:t>
            </a:r>
            <a:r>
              <a:rPr lang="es-CO" sz="1800" spc="-1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crear</a:t>
            </a:r>
            <a:r>
              <a:rPr lang="es-CO" sz="1800" spc="-1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páginas</a:t>
            </a:r>
            <a:r>
              <a:rPr lang="es-CO" sz="1800" spc="-2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dinámicas</a:t>
            </a:r>
            <a:r>
              <a:rPr lang="es-CO" sz="1800" spc="-2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con</a:t>
            </a:r>
            <a:r>
              <a:rPr lang="es-CO" sz="1800" spc="-1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las</a:t>
            </a:r>
            <a:r>
              <a:rPr lang="es-CO" sz="1800" spc="-1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que</a:t>
            </a:r>
            <a:r>
              <a:rPr lang="es-CO" sz="1800" spc="-2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el</a:t>
            </a:r>
            <a:r>
              <a:rPr lang="es-CO" sz="1800" spc="-2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usuario</a:t>
            </a:r>
            <a:r>
              <a:rPr lang="es-CO" sz="1800" spc="-10" dirty="0">
                <a:latin typeface="Calibri"/>
                <a:cs typeface="Calibri"/>
              </a:rPr>
              <a:t> interactúa.</a:t>
            </a:r>
            <a:endParaRPr lang="es-CO" sz="1800" dirty="0">
              <a:latin typeface="Calibri"/>
              <a:cs typeface="Calibri"/>
            </a:endParaRPr>
          </a:p>
          <a:p>
            <a:pPr marL="295910" indent="-274320" algn="just">
              <a:lnSpc>
                <a:spcPct val="100000"/>
              </a:lnSpc>
              <a:spcBef>
                <a:spcPts val="56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95910" algn="l"/>
              </a:tabLst>
            </a:pPr>
            <a:r>
              <a:rPr lang="es-CO" sz="2400" spc="-10" dirty="0"/>
              <a:t>Estadísticas</a:t>
            </a:r>
            <a:endParaRPr lang="es-CO" sz="2400" dirty="0"/>
          </a:p>
          <a:p>
            <a:pPr marL="661035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2100" dirty="0">
                <a:latin typeface="Calibri"/>
                <a:cs typeface="Calibri"/>
              </a:rPr>
              <a:t>No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habitual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los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servidores</a:t>
            </a:r>
            <a:r>
              <a:rPr lang="es-CO" sz="2100" spc="3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gratuitos.</a:t>
            </a:r>
            <a:endParaRPr lang="es-CO" sz="2100" dirty="0">
              <a:latin typeface="Calibri"/>
              <a:cs typeface="Calibri"/>
            </a:endParaRPr>
          </a:p>
          <a:p>
            <a:pPr marL="66103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2100" dirty="0">
                <a:latin typeface="Calibri"/>
                <a:cs typeface="Calibri"/>
              </a:rPr>
              <a:t>Siempre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existente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servidores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pago.</a:t>
            </a:r>
            <a:endParaRPr lang="es-CO" sz="2100" dirty="0">
              <a:latin typeface="Calibri"/>
              <a:cs typeface="Calibri"/>
            </a:endParaRPr>
          </a:p>
          <a:p>
            <a:pPr marL="661035" marR="85090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2100" dirty="0">
                <a:latin typeface="Calibri"/>
                <a:cs typeface="Calibri"/>
              </a:rPr>
              <a:t>Nos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permite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comprobar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las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visitas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recibidas,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tasa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transferencia </a:t>
            </a:r>
            <a:r>
              <a:rPr lang="es-CO" sz="2100" dirty="0">
                <a:latin typeface="Calibri"/>
                <a:cs typeface="Calibri"/>
              </a:rPr>
              <a:t>mensual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consumida,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el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origen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nuestras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visitas,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etc.</a:t>
            </a:r>
            <a:endParaRPr lang="es-CO" sz="2100" dirty="0">
              <a:latin typeface="Calibri"/>
              <a:cs typeface="Calibri"/>
            </a:endParaRPr>
          </a:p>
          <a:p>
            <a:pPr marL="661035" marR="690880" lvl="1" indent="-274320" algn="just">
              <a:lnSpc>
                <a:spcPct val="100000"/>
              </a:lnSpc>
              <a:spcBef>
                <a:spcPts val="50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2100" dirty="0">
                <a:latin typeface="Calibri"/>
                <a:cs typeface="Calibri"/>
              </a:rPr>
              <a:t>Aunque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nuestro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servidor no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nos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ofrezca,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podemos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incluir estadísticas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nuestra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web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blog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mediante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Google</a:t>
            </a:r>
            <a:r>
              <a:rPr lang="es-CO" sz="2100" spc="20" dirty="0">
                <a:latin typeface="Calibri"/>
                <a:cs typeface="Calibri"/>
              </a:rPr>
              <a:t> </a:t>
            </a:r>
            <a:r>
              <a:rPr lang="es-CO" sz="2100" spc="-10" dirty="0" err="1">
                <a:latin typeface="Calibri"/>
                <a:cs typeface="Calibri"/>
              </a:rPr>
              <a:t>Analytics</a:t>
            </a:r>
            <a:r>
              <a:rPr lang="es-CO" sz="2100" spc="-10" dirty="0">
                <a:latin typeface="Calibri"/>
                <a:cs typeface="Calibri"/>
              </a:rPr>
              <a:t>.</a:t>
            </a:r>
            <a:endParaRPr lang="es-CO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4073" y="348996"/>
            <a:ext cx="9144000" cy="6858000"/>
            <a:chOff x="774073" y="348996"/>
            <a:chExt cx="91440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3996" y="3428999"/>
                  </a:moveTo>
                  <a:lnTo>
                    <a:pt x="9143996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9143996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833" y="3778008"/>
              <a:ext cx="56515" cy="3429000"/>
            </a:xfrm>
            <a:custGeom>
              <a:avLst/>
              <a:gdLst/>
              <a:ahLst/>
              <a:cxnLst/>
              <a:rect l="l" t="t" r="r" b="b"/>
              <a:pathLst>
                <a:path w="56515" h="3429000">
                  <a:moveTo>
                    <a:pt x="10668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10668" y="3429000"/>
                  </a:lnTo>
                  <a:lnTo>
                    <a:pt x="10668" y="0"/>
                  </a:lnTo>
                  <a:close/>
                </a:path>
                <a:path w="56515" h="3429000">
                  <a:moveTo>
                    <a:pt x="56388" y="0"/>
                  </a:moveTo>
                  <a:lnTo>
                    <a:pt x="22860" y="0"/>
                  </a:lnTo>
                  <a:lnTo>
                    <a:pt x="22860" y="3429000"/>
                  </a:lnTo>
                  <a:lnTo>
                    <a:pt x="56388" y="3429000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ACCE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70" y="3777995"/>
              <a:ext cx="304799" cy="3429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930513" y="3778008"/>
              <a:ext cx="767080" cy="3429000"/>
            </a:xfrm>
            <a:custGeom>
              <a:avLst/>
              <a:gdLst/>
              <a:ahLst/>
              <a:cxnLst/>
              <a:rect l="l" t="t" r="r" b="b"/>
              <a:pathLst>
                <a:path w="767079" h="3429000">
                  <a:moveTo>
                    <a:pt x="548640" y="2560320"/>
                  </a:moveTo>
                  <a:lnTo>
                    <a:pt x="544245" y="2511171"/>
                  </a:lnTo>
                  <a:lnTo>
                    <a:pt x="531583" y="2464841"/>
                  </a:lnTo>
                  <a:lnTo>
                    <a:pt x="511390" y="2422144"/>
                  </a:lnTo>
                  <a:lnTo>
                    <a:pt x="484416" y="2383828"/>
                  </a:lnTo>
                  <a:lnTo>
                    <a:pt x="451434" y="2350719"/>
                  </a:lnTo>
                  <a:lnTo>
                    <a:pt x="413169" y="2323592"/>
                  </a:lnTo>
                  <a:lnTo>
                    <a:pt x="370395" y="2303234"/>
                  </a:lnTo>
                  <a:lnTo>
                    <a:pt x="323862" y="2290432"/>
                  </a:lnTo>
                  <a:lnTo>
                    <a:pt x="274320" y="2286000"/>
                  </a:lnTo>
                  <a:lnTo>
                    <a:pt x="225171" y="2290432"/>
                  </a:lnTo>
                  <a:lnTo>
                    <a:pt x="178854" y="2303234"/>
                  </a:lnTo>
                  <a:lnTo>
                    <a:pt x="136144" y="2323592"/>
                  </a:lnTo>
                  <a:lnTo>
                    <a:pt x="97840" y="2350719"/>
                  </a:lnTo>
                  <a:lnTo>
                    <a:pt x="64719" y="2383828"/>
                  </a:lnTo>
                  <a:lnTo>
                    <a:pt x="37592" y="2422144"/>
                  </a:lnTo>
                  <a:lnTo>
                    <a:pt x="17233" y="2464841"/>
                  </a:lnTo>
                  <a:lnTo>
                    <a:pt x="4445" y="2511171"/>
                  </a:lnTo>
                  <a:lnTo>
                    <a:pt x="0" y="2560320"/>
                  </a:lnTo>
                  <a:lnTo>
                    <a:pt x="4445" y="2609862"/>
                  </a:lnTo>
                  <a:lnTo>
                    <a:pt x="17233" y="2656395"/>
                  </a:lnTo>
                  <a:lnTo>
                    <a:pt x="37592" y="2699169"/>
                  </a:lnTo>
                  <a:lnTo>
                    <a:pt x="64719" y="2737421"/>
                  </a:lnTo>
                  <a:lnTo>
                    <a:pt x="97840" y="2770416"/>
                  </a:lnTo>
                  <a:lnTo>
                    <a:pt x="136144" y="2797378"/>
                  </a:lnTo>
                  <a:lnTo>
                    <a:pt x="178854" y="2817571"/>
                  </a:lnTo>
                  <a:lnTo>
                    <a:pt x="225171" y="2830245"/>
                  </a:lnTo>
                  <a:lnTo>
                    <a:pt x="274320" y="2834640"/>
                  </a:lnTo>
                  <a:lnTo>
                    <a:pt x="323862" y="2830245"/>
                  </a:lnTo>
                  <a:lnTo>
                    <a:pt x="370395" y="2817571"/>
                  </a:lnTo>
                  <a:lnTo>
                    <a:pt x="413169" y="2797378"/>
                  </a:lnTo>
                  <a:lnTo>
                    <a:pt x="451434" y="2770416"/>
                  </a:lnTo>
                  <a:lnTo>
                    <a:pt x="484416" y="2737421"/>
                  </a:lnTo>
                  <a:lnTo>
                    <a:pt x="511390" y="2699169"/>
                  </a:lnTo>
                  <a:lnTo>
                    <a:pt x="531583" y="2656395"/>
                  </a:lnTo>
                  <a:lnTo>
                    <a:pt x="544245" y="2609862"/>
                  </a:lnTo>
                  <a:lnTo>
                    <a:pt x="548640" y="2560320"/>
                  </a:lnTo>
                  <a:close/>
                </a:path>
                <a:path w="767079" h="3429000">
                  <a:moveTo>
                    <a:pt x="766572" y="0"/>
                  </a:moveTo>
                  <a:lnTo>
                    <a:pt x="752856" y="0"/>
                  </a:lnTo>
                  <a:lnTo>
                    <a:pt x="752856" y="3429000"/>
                  </a:lnTo>
                  <a:lnTo>
                    <a:pt x="766572" y="3429000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Hosting</a:t>
            </a:r>
            <a:r>
              <a:rPr cap="small" spc="105" dirty="0"/>
              <a:t> </a:t>
            </a:r>
            <a:r>
              <a:rPr cap="small" dirty="0"/>
              <a:t>–</a:t>
            </a:r>
            <a:r>
              <a:rPr cap="small" spc="-20" dirty="0"/>
              <a:t> </a:t>
            </a:r>
            <a:r>
              <a:rPr cap="small" dirty="0"/>
              <a:t>Tipos</a:t>
            </a:r>
            <a:r>
              <a:rPr cap="small" spc="125" dirty="0"/>
              <a:t> </a:t>
            </a:r>
            <a:r>
              <a:rPr cap="small" dirty="0"/>
              <a:t>de</a:t>
            </a:r>
            <a:r>
              <a:rPr cap="small" spc="114" dirty="0"/>
              <a:t> </a:t>
            </a:r>
            <a:r>
              <a:rPr cap="small" spc="-50" dirty="0"/>
              <a:t>Alojamiento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1301102" y="1885767"/>
            <a:ext cx="8091194" cy="4909036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95910" indent="-274320" algn="just">
              <a:lnSpc>
                <a:spcPct val="100000"/>
              </a:lnSpc>
              <a:spcBef>
                <a:spcPts val="380"/>
              </a:spcBef>
              <a:buClr>
                <a:srgbClr val="2CA2BF"/>
              </a:buClr>
              <a:buSzPct val="68181"/>
              <a:buFont typeface="Wingdings"/>
              <a:buChar char=""/>
              <a:tabLst>
                <a:tab pos="295910" algn="l"/>
              </a:tabLst>
            </a:pPr>
            <a:r>
              <a:rPr lang="es-CO" spc="-10" dirty="0"/>
              <a:t>Compartido</a:t>
            </a:r>
          </a:p>
          <a:p>
            <a:pPr marL="661035" marR="66675" lvl="1" indent="-274320" algn="just">
              <a:lnSpc>
                <a:spcPts val="2050"/>
              </a:lnSpc>
              <a:spcBef>
                <a:spcPts val="500"/>
              </a:spcBef>
              <a:buClr>
                <a:srgbClr val="2CA2BF"/>
              </a:buClr>
              <a:buSzPct val="78947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1900" dirty="0">
                <a:latin typeface="Calibri"/>
                <a:cs typeface="Calibri"/>
              </a:rPr>
              <a:t>Un</a:t>
            </a:r>
            <a:r>
              <a:rPr lang="es-CO" sz="1900" spc="-6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servidor</a:t>
            </a:r>
            <a:r>
              <a:rPr lang="es-CO" sz="1900" spc="-3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contiene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en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su</a:t>
            </a:r>
            <a:r>
              <a:rPr lang="es-CO" sz="1900" spc="-7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disco</a:t>
            </a:r>
            <a:r>
              <a:rPr lang="es-CO" sz="1900" spc="-7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duro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varias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webs</a:t>
            </a:r>
            <a:r>
              <a:rPr lang="es-CO" sz="1900" spc="-7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de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varios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clientes. Comparten</a:t>
            </a:r>
            <a:r>
              <a:rPr lang="es-CO" sz="1900" spc="-3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la</a:t>
            </a:r>
            <a:r>
              <a:rPr lang="es-CO" sz="1900" spc="-3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RAM</a:t>
            </a:r>
            <a:r>
              <a:rPr lang="es-CO" sz="1900" spc="-2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de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la</a:t>
            </a:r>
            <a:r>
              <a:rPr lang="es-CO" sz="1900" spc="-3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máquina</a:t>
            </a:r>
            <a:r>
              <a:rPr lang="es-CO" sz="1900" spc="-2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=&gt;</a:t>
            </a:r>
            <a:r>
              <a:rPr lang="es-CO" sz="1900" spc="-3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puede</a:t>
            </a:r>
            <a:r>
              <a:rPr lang="es-CO" sz="1900" spc="-2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dar</a:t>
            </a:r>
            <a:r>
              <a:rPr lang="es-CO" sz="1900" spc="-35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problemas</a:t>
            </a:r>
            <a:r>
              <a:rPr lang="es-CO" sz="1900" spc="-2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de</a:t>
            </a:r>
            <a:r>
              <a:rPr lang="es-CO" sz="1900" spc="-30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rendimiento.</a:t>
            </a:r>
            <a:endParaRPr lang="es-CO" sz="1900" dirty="0">
              <a:latin typeface="Calibri"/>
              <a:cs typeface="Calibri"/>
            </a:endParaRPr>
          </a:p>
          <a:p>
            <a:pPr marL="295910" indent="-274320" algn="just">
              <a:lnSpc>
                <a:spcPct val="100000"/>
              </a:lnSpc>
              <a:spcBef>
                <a:spcPts val="295"/>
              </a:spcBef>
              <a:buClr>
                <a:srgbClr val="2CA2BF"/>
              </a:buClr>
              <a:buSzPct val="68181"/>
              <a:buFont typeface="Wingdings"/>
              <a:buChar char=""/>
              <a:tabLst>
                <a:tab pos="295910" algn="l"/>
              </a:tabLst>
            </a:pPr>
            <a:r>
              <a:rPr lang="es-CO" dirty="0"/>
              <a:t>En</a:t>
            </a:r>
            <a:r>
              <a:rPr lang="es-CO" spc="-90" dirty="0"/>
              <a:t> </a:t>
            </a:r>
            <a:r>
              <a:rPr lang="es-CO" dirty="0"/>
              <a:t>Servidores</a:t>
            </a:r>
            <a:r>
              <a:rPr lang="es-CO" spc="-90" dirty="0"/>
              <a:t> </a:t>
            </a:r>
            <a:r>
              <a:rPr lang="es-CO" dirty="0"/>
              <a:t>Virtuales</a:t>
            </a:r>
            <a:r>
              <a:rPr lang="es-CO" spc="-85" dirty="0"/>
              <a:t> </a:t>
            </a:r>
            <a:r>
              <a:rPr lang="es-CO" spc="-20" dirty="0"/>
              <a:t>(VPS)</a:t>
            </a:r>
          </a:p>
          <a:p>
            <a:pPr marL="661035" marR="834390" lvl="1" indent="-274320" algn="just">
              <a:lnSpc>
                <a:spcPts val="2050"/>
              </a:lnSpc>
              <a:spcBef>
                <a:spcPts val="500"/>
              </a:spcBef>
              <a:buClr>
                <a:srgbClr val="2CA2BF"/>
              </a:buClr>
              <a:buSzPct val="78947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1900" spc="-20" dirty="0">
                <a:latin typeface="Calibri"/>
                <a:cs typeface="Calibri"/>
              </a:rPr>
              <a:t>Varias</a:t>
            </a:r>
            <a:r>
              <a:rPr lang="es-CO" sz="1900" spc="-6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webs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en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un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mismo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servidor,</a:t>
            </a:r>
            <a:r>
              <a:rPr lang="es-CO" sz="1900" spc="-2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pero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con</a:t>
            </a:r>
            <a:r>
              <a:rPr lang="es-CO" sz="1900" spc="-6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espacio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en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disco</a:t>
            </a:r>
            <a:r>
              <a:rPr lang="es-CO" sz="1900" spc="-6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y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spc="-25" dirty="0">
                <a:latin typeface="Calibri"/>
                <a:cs typeface="Calibri"/>
              </a:rPr>
              <a:t>RAM </a:t>
            </a:r>
            <a:r>
              <a:rPr lang="es-CO" sz="1900" spc="-10" dirty="0">
                <a:latin typeface="Calibri"/>
                <a:cs typeface="Calibri"/>
              </a:rPr>
              <a:t>independiente</a:t>
            </a:r>
            <a:r>
              <a:rPr lang="es-CO" sz="1900" spc="-3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para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cada</a:t>
            </a:r>
            <a:r>
              <a:rPr lang="es-CO" sz="1900" spc="-65" dirty="0">
                <a:latin typeface="Calibri"/>
                <a:cs typeface="Calibri"/>
              </a:rPr>
              <a:t> </a:t>
            </a:r>
            <a:r>
              <a:rPr lang="es-CO" sz="1900" spc="-20" dirty="0">
                <a:latin typeface="Calibri"/>
                <a:cs typeface="Calibri"/>
              </a:rPr>
              <a:t>web.</a:t>
            </a:r>
            <a:endParaRPr lang="es-CO" sz="1900" dirty="0">
              <a:latin typeface="Calibri"/>
              <a:cs typeface="Calibri"/>
            </a:endParaRPr>
          </a:p>
          <a:p>
            <a:pPr marL="295910" indent="-274320" algn="just">
              <a:lnSpc>
                <a:spcPct val="100000"/>
              </a:lnSpc>
              <a:spcBef>
                <a:spcPts val="295"/>
              </a:spcBef>
              <a:buClr>
                <a:srgbClr val="2CA2BF"/>
              </a:buClr>
              <a:buSzPct val="68181"/>
              <a:buFont typeface="Wingdings"/>
              <a:buChar char=""/>
              <a:tabLst>
                <a:tab pos="295910" algn="l"/>
              </a:tabLst>
            </a:pPr>
            <a:r>
              <a:rPr lang="es-CO" spc="-10" dirty="0"/>
              <a:t>Servidores</a:t>
            </a:r>
            <a:r>
              <a:rPr lang="es-CO" spc="-30" dirty="0"/>
              <a:t> </a:t>
            </a:r>
            <a:r>
              <a:rPr lang="es-CO" spc="-10" dirty="0"/>
              <a:t>Dedicados</a:t>
            </a:r>
          </a:p>
          <a:p>
            <a:pPr marL="661035" marR="5080" lvl="1" indent="-274320" algn="just">
              <a:lnSpc>
                <a:spcPts val="2050"/>
              </a:lnSpc>
              <a:spcBef>
                <a:spcPts val="500"/>
              </a:spcBef>
              <a:buClr>
                <a:srgbClr val="2CA2BF"/>
              </a:buClr>
              <a:buSzPct val="78947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1900" dirty="0">
                <a:latin typeface="Calibri"/>
                <a:cs typeface="Calibri"/>
              </a:rPr>
              <a:t>Un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servidor</a:t>
            </a:r>
            <a:r>
              <a:rPr lang="es-CO" sz="1900" spc="-30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completo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para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nuestra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web.</a:t>
            </a:r>
            <a:r>
              <a:rPr lang="es-CO" sz="1900" spc="-6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Caro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implica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que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lo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configuremos nosotros</a:t>
            </a:r>
            <a:r>
              <a:rPr lang="es-CO" sz="1900" spc="-6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mismos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=&gt;</a:t>
            </a:r>
            <a:r>
              <a:rPr lang="es-CO" sz="1900" spc="-60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complicado.</a:t>
            </a:r>
            <a:endParaRPr lang="es-CO" sz="1900" dirty="0">
              <a:latin typeface="Calibri"/>
              <a:cs typeface="Calibri"/>
            </a:endParaRPr>
          </a:p>
          <a:p>
            <a:pPr marL="295910" indent="-274320" algn="just">
              <a:lnSpc>
                <a:spcPct val="100000"/>
              </a:lnSpc>
              <a:spcBef>
                <a:spcPts val="295"/>
              </a:spcBef>
              <a:buClr>
                <a:srgbClr val="2CA2BF"/>
              </a:buClr>
              <a:buSzPct val="68181"/>
              <a:buFont typeface="Wingdings"/>
              <a:buChar char=""/>
              <a:tabLst>
                <a:tab pos="295910" algn="l"/>
              </a:tabLst>
            </a:pPr>
            <a:r>
              <a:rPr lang="es-CO" dirty="0"/>
              <a:t>Housing</a:t>
            </a:r>
            <a:r>
              <a:rPr lang="es-CO" spc="-60" dirty="0"/>
              <a:t> </a:t>
            </a:r>
            <a:r>
              <a:rPr lang="es-CO" dirty="0"/>
              <a:t>o</a:t>
            </a:r>
            <a:r>
              <a:rPr lang="es-CO" spc="-55" dirty="0"/>
              <a:t> </a:t>
            </a:r>
            <a:r>
              <a:rPr lang="es-CO" spc="-10" dirty="0"/>
              <a:t>Colocación</a:t>
            </a:r>
          </a:p>
          <a:p>
            <a:pPr marL="661035" marR="615950" lvl="1" indent="-274320" algn="just">
              <a:lnSpc>
                <a:spcPts val="2050"/>
              </a:lnSpc>
              <a:spcBef>
                <a:spcPts val="500"/>
              </a:spcBef>
              <a:buClr>
                <a:srgbClr val="2CA2BF"/>
              </a:buClr>
              <a:buSzPct val="78947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1900" spc="-10" dirty="0">
                <a:latin typeface="Calibri"/>
                <a:cs typeface="Calibri"/>
              </a:rPr>
              <a:t>Compras</a:t>
            </a:r>
            <a:r>
              <a:rPr lang="es-CO" sz="1900" spc="-6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un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servidor</a:t>
            </a:r>
            <a:r>
              <a:rPr lang="es-CO" sz="1900" spc="-3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y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lo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colocas</a:t>
            </a:r>
            <a:r>
              <a:rPr lang="es-CO" sz="1900" spc="-60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físicamente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en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alguna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compañía</a:t>
            </a:r>
            <a:r>
              <a:rPr lang="es-CO" sz="1900" spc="-35" dirty="0">
                <a:latin typeface="Calibri"/>
                <a:cs typeface="Calibri"/>
              </a:rPr>
              <a:t> </a:t>
            </a:r>
            <a:r>
              <a:rPr lang="es-CO" sz="1900" spc="-25" dirty="0">
                <a:latin typeface="Calibri"/>
                <a:cs typeface="Calibri"/>
              </a:rPr>
              <a:t>con </a:t>
            </a:r>
            <a:r>
              <a:rPr lang="es-CO" sz="1900" dirty="0">
                <a:latin typeface="Calibri"/>
                <a:cs typeface="Calibri"/>
              </a:rPr>
              <a:t>seguridad,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refrigeración,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ancho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de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banda,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etc.</a:t>
            </a:r>
            <a:r>
              <a:rPr lang="es-CO" sz="1900" spc="-7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=&gt;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raro.</a:t>
            </a:r>
            <a:endParaRPr lang="es-CO" sz="1900" dirty="0">
              <a:latin typeface="Calibri"/>
              <a:cs typeface="Calibri"/>
            </a:endParaRPr>
          </a:p>
          <a:p>
            <a:pPr marL="295910" indent="-274320" algn="just">
              <a:lnSpc>
                <a:spcPct val="100000"/>
              </a:lnSpc>
              <a:spcBef>
                <a:spcPts val="295"/>
              </a:spcBef>
              <a:buClr>
                <a:srgbClr val="2CA2BF"/>
              </a:buClr>
              <a:buSzPct val="68181"/>
              <a:buFont typeface="Wingdings"/>
              <a:buChar char=""/>
              <a:tabLst>
                <a:tab pos="295910" algn="l"/>
              </a:tabLst>
            </a:pPr>
            <a:r>
              <a:rPr lang="es-CO" dirty="0"/>
              <a:t>Planes</a:t>
            </a:r>
            <a:r>
              <a:rPr lang="es-CO" spc="-80" dirty="0"/>
              <a:t> </a:t>
            </a:r>
            <a:r>
              <a:rPr lang="es-CO" spc="-10" dirty="0"/>
              <a:t>Reseller</a:t>
            </a:r>
          </a:p>
          <a:p>
            <a:pPr marL="661035" marR="868680" lvl="1" indent="-274320" algn="just">
              <a:lnSpc>
                <a:spcPts val="2050"/>
              </a:lnSpc>
              <a:spcBef>
                <a:spcPts val="500"/>
              </a:spcBef>
              <a:buClr>
                <a:srgbClr val="2CA2BF"/>
              </a:buClr>
              <a:buSzPct val="78947"/>
              <a:buFont typeface="Segoe UI Symbol"/>
              <a:buChar char="⚫"/>
              <a:tabLst>
                <a:tab pos="661035" algn="l"/>
                <a:tab pos="661670" algn="l"/>
              </a:tabLst>
            </a:pPr>
            <a:r>
              <a:rPr lang="es-CO" sz="1900" spc="-10" dirty="0">
                <a:latin typeface="Calibri"/>
                <a:cs typeface="Calibri"/>
              </a:rPr>
              <a:t>Adquieres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un</a:t>
            </a:r>
            <a:r>
              <a:rPr lang="es-CO" sz="1900" spc="-3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espacio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compartido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o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dedicado</a:t>
            </a:r>
            <a:r>
              <a:rPr lang="es-CO" sz="1900" spc="-3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y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lo</a:t>
            </a:r>
            <a:r>
              <a:rPr lang="es-CO" sz="1900" spc="-4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revendes</a:t>
            </a:r>
            <a:r>
              <a:rPr lang="es-CO" sz="1900" spc="-2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a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varias </a:t>
            </a:r>
            <a:r>
              <a:rPr lang="es-CO" sz="1900" dirty="0">
                <a:latin typeface="Calibri"/>
                <a:cs typeface="Calibri"/>
              </a:rPr>
              <a:t>webs.</a:t>
            </a:r>
            <a:r>
              <a:rPr lang="es-CO" sz="1900" spc="-70" dirty="0">
                <a:latin typeface="Calibri"/>
                <a:cs typeface="Calibri"/>
              </a:rPr>
              <a:t> </a:t>
            </a:r>
            <a:r>
              <a:rPr lang="es-CO" sz="1900" spc="-45" dirty="0">
                <a:latin typeface="Calibri"/>
                <a:cs typeface="Calibri"/>
              </a:rPr>
              <a:t>Tú </a:t>
            </a:r>
            <a:r>
              <a:rPr lang="es-CO" sz="1900" dirty="0">
                <a:latin typeface="Calibri"/>
                <a:cs typeface="Calibri"/>
              </a:rPr>
              <a:t>tienes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que</a:t>
            </a:r>
            <a:r>
              <a:rPr lang="es-CO" sz="1900" spc="-3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dar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el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soporte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a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dichas</a:t>
            </a:r>
            <a:r>
              <a:rPr lang="es-CO" sz="1900" spc="-50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webs.</a:t>
            </a:r>
            <a:r>
              <a:rPr lang="es-CO" sz="1900" spc="-55" dirty="0">
                <a:latin typeface="Calibri"/>
                <a:cs typeface="Calibri"/>
              </a:rPr>
              <a:t> </a:t>
            </a:r>
            <a:r>
              <a:rPr lang="es-CO" sz="1900" dirty="0">
                <a:latin typeface="Calibri"/>
                <a:cs typeface="Calibri"/>
              </a:rPr>
              <a:t>=&gt;</a:t>
            </a:r>
            <a:r>
              <a:rPr lang="es-CO" sz="1900" spc="-40" dirty="0">
                <a:latin typeface="Calibri"/>
                <a:cs typeface="Calibri"/>
              </a:rPr>
              <a:t> </a:t>
            </a:r>
            <a:r>
              <a:rPr lang="es-CO" sz="1900" spc="-10" dirty="0">
                <a:latin typeface="Calibri"/>
                <a:cs typeface="Calibri"/>
              </a:rPr>
              <a:t>avanzado.</a:t>
            </a:r>
            <a:endParaRPr lang="es-CO" sz="19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H</a:t>
            </a:r>
            <a:r>
              <a:rPr sz="2400" dirty="0"/>
              <a:t>OSTING</a:t>
            </a:r>
            <a:r>
              <a:rPr sz="2400" spc="95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35" dirty="0"/>
              <a:t>GRATUITOS</a:t>
            </a:r>
            <a:endParaRPr sz="2400"/>
          </a:p>
        </p:txBody>
      </p:sp>
      <p:sp>
        <p:nvSpPr>
          <p:cNvPr id="9" name="object 9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0017" y="1884026"/>
            <a:ext cx="8002270" cy="4151778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287020" indent="-274320">
              <a:lnSpc>
                <a:spcPct val="100000"/>
              </a:lnSpc>
              <a:spcBef>
                <a:spcPts val="71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Ventajas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4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  <a:tab pos="2517775" algn="l"/>
              </a:tabLst>
            </a:pPr>
            <a:r>
              <a:rPr lang="es-CO" sz="2100" dirty="0">
                <a:latin typeface="Calibri"/>
                <a:cs typeface="Calibri"/>
              </a:rPr>
              <a:t>¡¡¡Son gratuitos!!!	</a:t>
            </a:r>
            <a:r>
              <a:rPr lang="es-CO" sz="2100" spc="-50" dirty="0">
                <a:latin typeface="Wingdings"/>
                <a:cs typeface="Wingdings"/>
              </a:rPr>
              <a:t></a:t>
            </a:r>
            <a:endParaRPr lang="es-CO" sz="2100" dirty="0">
              <a:latin typeface="Wingdings"/>
              <a:cs typeface="Wingdings"/>
            </a:endParaRPr>
          </a:p>
          <a:p>
            <a:pPr marL="652145" lvl="1" indent="-274320">
              <a:lnSpc>
                <a:spcPct val="100000"/>
              </a:lnSpc>
              <a:spcBef>
                <a:spcPts val="49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Buscando</a:t>
            </a:r>
            <a:r>
              <a:rPr lang="es-CO" sz="2100" spc="-7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pueden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encontrar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con:</a:t>
            </a:r>
            <a:endParaRPr lang="es-CO" sz="2100" dirty="0">
              <a:latin typeface="Calibri"/>
              <a:cs typeface="Calibri"/>
            </a:endParaRPr>
          </a:p>
          <a:p>
            <a:pPr marL="927100" lvl="2" indent="-183515">
              <a:lnSpc>
                <a:spcPct val="100000"/>
              </a:lnSpc>
              <a:spcBef>
                <a:spcPts val="440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lang="es-CO" sz="1800" dirty="0">
                <a:latin typeface="Calibri"/>
                <a:cs typeface="Calibri"/>
              </a:rPr>
              <a:t>Espacio</a:t>
            </a:r>
            <a:r>
              <a:rPr lang="es-CO" sz="1800" spc="-5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suficiente</a:t>
            </a:r>
            <a:r>
              <a:rPr lang="es-CO" sz="1800" spc="-3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para</a:t>
            </a:r>
            <a:r>
              <a:rPr lang="es-CO" sz="1800" spc="-4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nuestra</a:t>
            </a:r>
            <a:r>
              <a:rPr lang="es-CO" sz="1800" spc="-45" dirty="0">
                <a:latin typeface="Calibri"/>
                <a:cs typeface="Calibri"/>
              </a:rPr>
              <a:t> </a:t>
            </a:r>
            <a:r>
              <a:rPr lang="es-CO" sz="1800" spc="-20" dirty="0">
                <a:latin typeface="Calibri"/>
                <a:cs typeface="Calibri"/>
              </a:rPr>
              <a:t>web.</a:t>
            </a:r>
            <a:endParaRPr lang="es-CO" sz="1800" dirty="0">
              <a:latin typeface="Calibri"/>
              <a:cs typeface="Calibri"/>
            </a:endParaRPr>
          </a:p>
          <a:p>
            <a:pPr marL="927100" lvl="2" indent="-183515">
              <a:lnSpc>
                <a:spcPct val="100000"/>
              </a:lnSpc>
              <a:spcBef>
                <a:spcPts val="434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lang="es-CO" sz="1800" spc="-20" dirty="0">
                <a:latin typeface="Calibri"/>
                <a:cs typeface="Calibri"/>
              </a:rPr>
              <a:t>Tasa</a:t>
            </a:r>
            <a:r>
              <a:rPr lang="es-CO" sz="1800" spc="-40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de</a:t>
            </a:r>
            <a:r>
              <a:rPr lang="es-CO" sz="1800" spc="-20" dirty="0">
                <a:latin typeface="Calibri"/>
                <a:cs typeface="Calibri"/>
              </a:rPr>
              <a:t> </a:t>
            </a:r>
            <a:r>
              <a:rPr lang="es-CO" sz="1800" spc="-10" dirty="0">
                <a:latin typeface="Calibri"/>
                <a:cs typeface="Calibri"/>
              </a:rPr>
              <a:t>transferencia</a:t>
            </a:r>
            <a:r>
              <a:rPr lang="es-CO" sz="1800" spc="-15" dirty="0">
                <a:latin typeface="Calibri"/>
                <a:cs typeface="Calibri"/>
              </a:rPr>
              <a:t> </a:t>
            </a:r>
            <a:r>
              <a:rPr lang="es-CO" sz="1800" spc="-10" dirty="0">
                <a:latin typeface="Calibri"/>
                <a:cs typeface="Calibri"/>
              </a:rPr>
              <a:t>moderada.</a:t>
            </a:r>
            <a:endParaRPr lang="es-CO" sz="1800" dirty="0">
              <a:latin typeface="Calibri"/>
              <a:cs typeface="Calibri"/>
            </a:endParaRPr>
          </a:p>
          <a:p>
            <a:pPr marL="927100" lvl="2" indent="-183515">
              <a:lnSpc>
                <a:spcPct val="100000"/>
              </a:lnSpc>
              <a:spcBef>
                <a:spcPts val="430"/>
              </a:spcBef>
              <a:buClr>
                <a:srgbClr val="258EA8"/>
              </a:buClr>
              <a:buSzPct val="58333"/>
              <a:buFont typeface="Wingdings"/>
              <a:buChar char=""/>
              <a:tabLst>
                <a:tab pos="927100" algn="l"/>
              </a:tabLst>
            </a:pPr>
            <a:r>
              <a:rPr lang="es-CO" sz="1800" dirty="0">
                <a:latin typeface="Calibri"/>
                <a:cs typeface="Calibri"/>
              </a:rPr>
              <a:t>Con</a:t>
            </a:r>
            <a:r>
              <a:rPr lang="es-CO" sz="1800" spc="-5" dirty="0">
                <a:latin typeface="Calibri"/>
                <a:cs typeface="Calibri"/>
              </a:rPr>
              <a:t> </a:t>
            </a:r>
            <a:r>
              <a:rPr lang="es-CO" sz="1800" dirty="0">
                <a:latin typeface="Calibri"/>
                <a:cs typeface="Calibri"/>
              </a:rPr>
              <a:t>lenguajes como PHP y bases de datos como MySQL.</a:t>
            </a:r>
          </a:p>
          <a:p>
            <a:pPr marL="287020" indent="-274320">
              <a:lnSpc>
                <a:spcPct val="100000"/>
              </a:lnSpc>
              <a:spcBef>
                <a:spcPts val="56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Inconvenientes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Banner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publicidad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web.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>
              <a:lnSpc>
                <a:spcPct val="100000"/>
              </a:lnSpc>
              <a:spcBef>
                <a:spcPts val="50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Siempre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existente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servidores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pago.</a:t>
            </a:r>
            <a:endParaRPr lang="es-CO" sz="2100" dirty="0">
              <a:latin typeface="Calibri"/>
              <a:cs typeface="Calibri"/>
            </a:endParaRPr>
          </a:p>
          <a:p>
            <a:pPr marL="652145" marR="5080" lvl="1" indent="-274320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No nos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permite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comprobar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las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visitas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recibidas,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tasa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transferencia </a:t>
            </a:r>
            <a:r>
              <a:rPr lang="es-CO" sz="2100" dirty="0">
                <a:latin typeface="Calibri"/>
                <a:cs typeface="Calibri"/>
              </a:rPr>
              <a:t>mensual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consumida,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el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origen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nuestras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visitas,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etc.</a:t>
            </a:r>
            <a:endParaRPr lang="es-CO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4073" y="348996"/>
            <a:ext cx="9144000" cy="6858000"/>
            <a:chOff x="774073" y="348996"/>
            <a:chExt cx="91440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3996" y="3428999"/>
                  </a:moveTo>
                  <a:lnTo>
                    <a:pt x="9143996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9143996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833" y="3778008"/>
              <a:ext cx="56515" cy="3429000"/>
            </a:xfrm>
            <a:custGeom>
              <a:avLst/>
              <a:gdLst/>
              <a:ahLst/>
              <a:cxnLst/>
              <a:rect l="l" t="t" r="r" b="b"/>
              <a:pathLst>
                <a:path w="56515" h="3429000">
                  <a:moveTo>
                    <a:pt x="10668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10668" y="3429000"/>
                  </a:lnTo>
                  <a:lnTo>
                    <a:pt x="10668" y="0"/>
                  </a:lnTo>
                  <a:close/>
                </a:path>
                <a:path w="56515" h="3429000">
                  <a:moveTo>
                    <a:pt x="56388" y="0"/>
                  </a:moveTo>
                  <a:lnTo>
                    <a:pt x="22860" y="0"/>
                  </a:lnTo>
                  <a:lnTo>
                    <a:pt x="22860" y="3429000"/>
                  </a:lnTo>
                  <a:lnTo>
                    <a:pt x="56388" y="3429000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ACCE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70" y="3777995"/>
              <a:ext cx="304799" cy="3429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930513" y="3778008"/>
              <a:ext cx="767080" cy="3429000"/>
            </a:xfrm>
            <a:custGeom>
              <a:avLst/>
              <a:gdLst/>
              <a:ahLst/>
              <a:cxnLst/>
              <a:rect l="l" t="t" r="r" b="b"/>
              <a:pathLst>
                <a:path w="767079" h="3429000">
                  <a:moveTo>
                    <a:pt x="548640" y="2560320"/>
                  </a:moveTo>
                  <a:lnTo>
                    <a:pt x="544245" y="2511171"/>
                  </a:lnTo>
                  <a:lnTo>
                    <a:pt x="531583" y="2464841"/>
                  </a:lnTo>
                  <a:lnTo>
                    <a:pt x="511390" y="2422144"/>
                  </a:lnTo>
                  <a:lnTo>
                    <a:pt x="484416" y="2383828"/>
                  </a:lnTo>
                  <a:lnTo>
                    <a:pt x="451434" y="2350719"/>
                  </a:lnTo>
                  <a:lnTo>
                    <a:pt x="413169" y="2323592"/>
                  </a:lnTo>
                  <a:lnTo>
                    <a:pt x="370395" y="2303234"/>
                  </a:lnTo>
                  <a:lnTo>
                    <a:pt x="323862" y="2290432"/>
                  </a:lnTo>
                  <a:lnTo>
                    <a:pt x="274320" y="2286000"/>
                  </a:lnTo>
                  <a:lnTo>
                    <a:pt x="225171" y="2290432"/>
                  </a:lnTo>
                  <a:lnTo>
                    <a:pt x="178854" y="2303234"/>
                  </a:lnTo>
                  <a:lnTo>
                    <a:pt x="136144" y="2323592"/>
                  </a:lnTo>
                  <a:lnTo>
                    <a:pt x="97840" y="2350719"/>
                  </a:lnTo>
                  <a:lnTo>
                    <a:pt x="64719" y="2383828"/>
                  </a:lnTo>
                  <a:lnTo>
                    <a:pt x="37592" y="2422144"/>
                  </a:lnTo>
                  <a:lnTo>
                    <a:pt x="17233" y="2464841"/>
                  </a:lnTo>
                  <a:lnTo>
                    <a:pt x="4445" y="2511171"/>
                  </a:lnTo>
                  <a:lnTo>
                    <a:pt x="0" y="2560320"/>
                  </a:lnTo>
                  <a:lnTo>
                    <a:pt x="4445" y="2609862"/>
                  </a:lnTo>
                  <a:lnTo>
                    <a:pt x="17233" y="2656395"/>
                  </a:lnTo>
                  <a:lnTo>
                    <a:pt x="37592" y="2699169"/>
                  </a:lnTo>
                  <a:lnTo>
                    <a:pt x="64719" y="2737421"/>
                  </a:lnTo>
                  <a:lnTo>
                    <a:pt x="97840" y="2770416"/>
                  </a:lnTo>
                  <a:lnTo>
                    <a:pt x="136144" y="2797378"/>
                  </a:lnTo>
                  <a:lnTo>
                    <a:pt x="178854" y="2817571"/>
                  </a:lnTo>
                  <a:lnTo>
                    <a:pt x="225171" y="2830245"/>
                  </a:lnTo>
                  <a:lnTo>
                    <a:pt x="274320" y="2834640"/>
                  </a:lnTo>
                  <a:lnTo>
                    <a:pt x="323862" y="2830245"/>
                  </a:lnTo>
                  <a:lnTo>
                    <a:pt x="370395" y="2817571"/>
                  </a:lnTo>
                  <a:lnTo>
                    <a:pt x="413169" y="2797378"/>
                  </a:lnTo>
                  <a:lnTo>
                    <a:pt x="451434" y="2770416"/>
                  </a:lnTo>
                  <a:lnTo>
                    <a:pt x="484416" y="2737421"/>
                  </a:lnTo>
                  <a:lnTo>
                    <a:pt x="511390" y="2699169"/>
                  </a:lnTo>
                  <a:lnTo>
                    <a:pt x="531583" y="2656395"/>
                  </a:lnTo>
                  <a:lnTo>
                    <a:pt x="544245" y="2609862"/>
                  </a:lnTo>
                  <a:lnTo>
                    <a:pt x="548640" y="2560320"/>
                  </a:lnTo>
                  <a:close/>
                </a:path>
                <a:path w="767079" h="3429000">
                  <a:moveTo>
                    <a:pt x="766572" y="0"/>
                  </a:moveTo>
                  <a:lnTo>
                    <a:pt x="752856" y="0"/>
                  </a:lnTo>
                  <a:lnTo>
                    <a:pt x="752856" y="3429000"/>
                  </a:lnTo>
                  <a:lnTo>
                    <a:pt x="766572" y="3429000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Hosting</a:t>
            </a:r>
            <a:r>
              <a:rPr cap="small" spc="105" dirty="0"/>
              <a:t> </a:t>
            </a:r>
            <a:r>
              <a:rPr cap="small" dirty="0"/>
              <a:t>–</a:t>
            </a:r>
            <a:r>
              <a:rPr cap="small" spc="-15" dirty="0"/>
              <a:t> </a:t>
            </a:r>
            <a:r>
              <a:rPr cap="small" dirty="0"/>
              <a:t>de</a:t>
            </a:r>
            <a:r>
              <a:rPr cap="small" spc="130" dirty="0"/>
              <a:t> </a:t>
            </a:r>
            <a:r>
              <a:rPr cap="small" spc="-135" dirty="0"/>
              <a:t>PAGO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310016" y="1885767"/>
            <a:ext cx="7160883" cy="316496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Ventajas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Precios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asequibles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servicios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normales.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Atención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al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cliente.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Sin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publicidad.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spc="-10" dirty="0">
                <a:latin typeface="Calibri"/>
                <a:cs typeface="Calibri"/>
              </a:rPr>
              <a:t>Estadísticas,</a:t>
            </a:r>
            <a:r>
              <a:rPr lang="es-CO" sz="2100" spc="-30" dirty="0">
                <a:latin typeface="Calibri"/>
                <a:cs typeface="Calibri"/>
              </a:rPr>
              <a:t> soporte a lenguajes</a:t>
            </a:r>
            <a:r>
              <a:rPr lang="es-CO" sz="2100" dirty="0">
                <a:latin typeface="Calibri"/>
                <a:cs typeface="Calibri"/>
              </a:rPr>
              <a:t>,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bases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datos,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ftp,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mail,</a:t>
            </a:r>
            <a:r>
              <a:rPr lang="es-CO" sz="2100" spc="-20" dirty="0">
                <a:latin typeface="Calibri"/>
                <a:cs typeface="Calibri"/>
              </a:rPr>
              <a:t> etc.</a:t>
            </a:r>
            <a:endParaRPr lang="es-CO" sz="21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spcBef>
                <a:spcPts val="58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Inconvenientes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Hay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soltar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cuantos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euros, dólares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al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año.</a:t>
            </a:r>
            <a:endParaRPr lang="es-CO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spc="-45" dirty="0"/>
              <a:t>Dominios</a:t>
            </a:r>
          </a:p>
        </p:txBody>
      </p:sp>
      <p:sp>
        <p:nvSpPr>
          <p:cNvPr id="9" name="object 9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10017" y="1962403"/>
            <a:ext cx="7665084" cy="4716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Un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dominio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es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un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conjunto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caracteres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que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identifican</a:t>
            </a:r>
            <a:r>
              <a:rPr lang="es-CO" sz="2400" spc="-25" dirty="0">
                <a:latin typeface="Calibri"/>
                <a:cs typeface="Calibri"/>
              </a:rPr>
              <a:t> un </a:t>
            </a:r>
            <a:r>
              <a:rPr lang="es-CO" sz="2400" dirty="0">
                <a:latin typeface="Calibri"/>
                <a:cs typeface="Calibri"/>
              </a:rPr>
              <a:t>sitio</a:t>
            </a:r>
            <a:r>
              <a:rPr lang="es-CO" sz="2400" spc="-6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internet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accesible (el nombre del dominio).</a:t>
            </a:r>
            <a:endParaRPr lang="es-CO" sz="24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spcBef>
                <a:spcPts val="6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Terminaciones</a:t>
            </a:r>
            <a:r>
              <a:rPr lang="es-CO" sz="2400" spc="-6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los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dominios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según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semántica: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.</a:t>
            </a:r>
            <a:r>
              <a:rPr lang="es-CO" sz="2100" dirty="0" err="1">
                <a:latin typeface="Calibri"/>
                <a:cs typeface="Calibri"/>
              </a:rPr>
              <a:t>com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empresas.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.</a:t>
            </a:r>
            <a:r>
              <a:rPr lang="es-CO" sz="2100" dirty="0" err="1">
                <a:latin typeface="Calibri"/>
                <a:cs typeface="Calibri"/>
              </a:rPr>
              <a:t>edu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 webs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10" dirty="0">
                <a:latin typeface="Calibri"/>
                <a:cs typeface="Calibri"/>
              </a:rPr>
              <a:t> educación.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.</a:t>
            </a:r>
            <a:r>
              <a:rPr lang="es-CO" sz="2100" dirty="0" err="1">
                <a:latin typeface="Calibri"/>
                <a:cs typeface="Calibri"/>
              </a:rPr>
              <a:t>org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organizaciones</a:t>
            </a:r>
            <a:r>
              <a:rPr lang="es-CO" sz="2100" dirty="0">
                <a:latin typeface="Calibri"/>
                <a:cs typeface="Calibri"/>
              </a:rPr>
              <a:t> sin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ánimo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lucro.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 err="1">
                <a:latin typeface="Calibri"/>
                <a:cs typeface="Calibri"/>
              </a:rPr>
              <a:t>.net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webs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relacionadas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con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red.</a:t>
            </a:r>
            <a:endParaRPr lang="es-CO" sz="21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spcBef>
                <a:spcPts val="57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Terminaciones</a:t>
            </a:r>
            <a:r>
              <a:rPr lang="es-CO" sz="2400" spc="-6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los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dominios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según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país: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.es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España.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.</a:t>
            </a:r>
            <a:r>
              <a:rPr lang="es-CO" sz="2100" dirty="0" err="1">
                <a:latin typeface="Calibri"/>
                <a:cs typeface="Calibri"/>
              </a:rPr>
              <a:t>us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Estados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Unidos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América.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.</a:t>
            </a:r>
            <a:r>
              <a:rPr lang="es-CO" sz="2100" dirty="0" err="1">
                <a:latin typeface="Calibri"/>
                <a:cs typeface="Calibri"/>
              </a:rPr>
              <a:t>uk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Reino</a:t>
            </a:r>
            <a:r>
              <a:rPr lang="es-CO" sz="2100" spc="-10" dirty="0">
                <a:latin typeface="Calibri"/>
                <a:cs typeface="Calibri"/>
              </a:rPr>
              <a:t> Unido.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.</a:t>
            </a:r>
            <a:r>
              <a:rPr lang="es-CO" sz="2100" dirty="0" err="1">
                <a:latin typeface="Calibri"/>
                <a:cs typeface="Calibri"/>
              </a:rPr>
              <a:t>fr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</a:t>
            </a:r>
            <a:r>
              <a:rPr lang="es-CO" sz="2100" spc="-10" dirty="0">
                <a:latin typeface="Calibri"/>
                <a:cs typeface="Calibri"/>
              </a:rPr>
              <a:t> Francia.</a:t>
            </a:r>
            <a:endParaRPr lang="es-CO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</a:t>
            </a:r>
            <a:r>
              <a:rPr sz="2400" dirty="0"/>
              <a:t>OMINIOS</a:t>
            </a:r>
            <a:r>
              <a:rPr sz="2400" spc="110" dirty="0"/>
              <a:t> </a:t>
            </a:r>
            <a:r>
              <a:rPr dirty="0"/>
              <a:t>-</a:t>
            </a:r>
            <a:r>
              <a:rPr spc="-30" dirty="0"/>
              <a:t> </a:t>
            </a:r>
            <a:r>
              <a:rPr spc="-35" dirty="0"/>
              <a:t>GRATUITOS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310017" y="1962403"/>
            <a:ext cx="7922895" cy="406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6385" marR="5080" indent="-274320" algn="just">
              <a:lnSpc>
                <a:spcPct val="100000"/>
              </a:lnSpc>
              <a:spcBef>
                <a:spcPts val="1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Son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spc="-10" dirty="0" err="1">
                <a:latin typeface="Calibri"/>
                <a:cs typeface="Calibri"/>
              </a:rPr>
              <a:t>sub-</a:t>
            </a:r>
            <a:r>
              <a:rPr lang="es-CO" sz="2400" dirty="0" err="1">
                <a:latin typeface="Calibri"/>
                <a:cs typeface="Calibri"/>
              </a:rPr>
              <a:t>dominios</a:t>
            </a:r>
            <a:r>
              <a:rPr lang="es-CO" sz="2400" spc="-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que</a:t>
            </a:r>
            <a:r>
              <a:rPr lang="es-CO" sz="2400" spc="-1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cuelgan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del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dominio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principal</a:t>
            </a:r>
            <a:r>
              <a:rPr lang="es-CO" sz="2400" spc="-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que</a:t>
            </a:r>
            <a:r>
              <a:rPr lang="es-CO" sz="2400" spc="-1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es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spc="-25" dirty="0">
                <a:latin typeface="Calibri"/>
                <a:cs typeface="Calibri"/>
              </a:rPr>
              <a:t>el </a:t>
            </a:r>
            <a:r>
              <a:rPr lang="es-CO" sz="2400" dirty="0">
                <a:latin typeface="Calibri"/>
                <a:cs typeface="Calibri"/>
              </a:rPr>
              <a:t>del</a:t>
            </a:r>
            <a:r>
              <a:rPr lang="es-CO" sz="2400" spc="-1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servidor</a:t>
            </a:r>
            <a:r>
              <a:rPr lang="es-CO" sz="2400" spc="5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gratuito:</a:t>
            </a:r>
            <a:endParaRPr lang="es-CO" sz="2400" dirty="0">
              <a:latin typeface="Calibri"/>
              <a:cs typeface="Calibri"/>
            </a:endParaRPr>
          </a:p>
          <a:p>
            <a:pPr marL="1007744" algn="just">
              <a:lnSpc>
                <a:spcPct val="100000"/>
              </a:lnSpc>
              <a:spcBef>
                <a:spcPts val="600"/>
              </a:spcBef>
            </a:pPr>
            <a:r>
              <a:rPr lang="es-CO" sz="2400" dirty="0">
                <a:solidFill>
                  <a:srgbClr val="006FC0"/>
                </a:solidFill>
                <a:latin typeface="Calibri"/>
                <a:cs typeface="Calibri"/>
              </a:rPr>
              <a:t>mipagina.iespana.es</a:t>
            </a:r>
            <a:r>
              <a:rPr lang="es-CO" sz="24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o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spc="-10" dirty="0">
                <a:solidFill>
                  <a:srgbClr val="006FC0"/>
                </a:solidFill>
                <a:latin typeface="Calibri"/>
                <a:cs typeface="Calibri"/>
                <a:hlinkClick r:id="rId5"/>
              </a:rPr>
              <a:t>www.iespana.es/mipagina</a:t>
            </a:r>
            <a:endParaRPr lang="es-CO"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s-CO" sz="33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Ventajas: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…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mmm,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</a:t>
            </a:r>
            <a:r>
              <a:rPr lang="es-CO" sz="2100" spc="1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gratis!</a:t>
            </a:r>
            <a:endParaRPr lang="es-CO" sz="2100" dirty="0">
              <a:latin typeface="Calibri"/>
              <a:cs typeface="Calibri"/>
            </a:endParaRPr>
          </a:p>
          <a:p>
            <a:pPr lvl="1" algn="just">
              <a:lnSpc>
                <a:spcPct val="100000"/>
              </a:lnSpc>
              <a:spcBef>
                <a:spcPts val="55"/>
              </a:spcBef>
              <a:buClr>
                <a:srgbClr val="2CA2BF"/>
              </a:buClr>
              <a:buFont typeface="Segoe UI Symbol"/>
              <a:buChar char="⚫"/>
            </a:pPr>
            <a:endParaRPr lang="es-CO" sz="29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spcBef>
                <a:spcPts val="5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Inconvenientes: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No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son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serias.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Son</a:t>
            </a:r>
            <a:r>
              <a:rPr lang="es-CO" sz="2100" spc="-6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demasiado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largas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recordar.</a:t>
            </a:r>
            <a:endParaRPr lang="es-CO" sz="21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774073" y="348996"/>
            <a:ext cx="9144000" cy="6858000"/>
            <a:chOff x="774073" y="348996"/>
            <a:chExt cx="91440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74073" y="3777996"/>
              <a:ext cx="9144000" cy="3429000"/>
            </a:xfrm>
            <a:custGeom>
              <a:avLst/>
              <a:gdLst/>
              <a:ahLst/>
              <a:cxnLst/>
              <a:rect l="l" t="t" r="r" b="b"/>
              <a:pathLst>
                <a:path w="9144000" h="3429000">
                  <a:moveTo>
                    <a:pt x="9143996" y="3428999"/>
                  </a:moveTo>
                  <a:lnTo>
                    <a:pt x="9143996" y="0"/>
                  </a:lnTo>
                  <a:lnTo>
                    <a:pt x="0" y="0"/>
                  </a:lnTo>
                  <a:lnTo>
                    <a:pt x="0" y="3428999"/>
                  </a:lnTo>
                  <a:lnTo>
                    <a:pt x="9143996" y="34289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22833" y="3778008"/>
              <a:ext cx="56515" cy="3429000"/>
            </a:xfrm>
            <a:custGeom>
              <a:avLst/>
              <a:gdLst/>
              <a:ahLst/>
              <a:cxnLst/>
              <a:rect l="l" t="t" r="r" b="b"/>
              <a:pathLst>
                <a:path w="56515" h="3429000">
                  <a:moveTo>
                    <a:pt x="10668" y="0"/>
                  </a:moveTo>
                  <a:lnTo>
                    <a:pt x="0" y="0"/>
                  </a:lnTo>
                  <a:lnTo>
                    <a:pt x="0" y="3429000"/>
                  </a:lnTo>
                  <a:lnTo>
                    <a:pt x="10668" y="3429000"/>
                  </a:lnTo>
                  <a:lnTo>
                    <a:pt x="10668" y="0"/>
                  </a:lnTo>
                  <a:close/>
                </a:path>
                <a:path w="56515" h="3429000">
                  <a:moveTo>
                    <a:pt x="56388" y="0"/>
                  </a:moveTo>
                  <a:lnTo>
                    <a:pt x="22860" y="0"/>
                  </a:lnTo>
                  <a:lnTo>
                    <a:pt x="22860" y="3429000"/>
                  </a:lnTo>
                  <a:lnTo>
                    <a:pt x="56388" y="3429000"/>
                  </a:lnTo>
                  <a:lnTo>
                    <a:pt x="56388" y="0"/>
                  </a:lnTo>
                  <a:close/>
                </a:path>
              </a:pathLst>
            </a:custGeom>
            <a:solidFill>
              <a:srgbClr val="ACCED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70" y="3777995"/>
              <a:ext cx="304799" cy="3429000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8930513" y="3778008"/>
              <a:ext cx="767080" cy="3429000"/>
            </a:xfrm>
            <a:custGeom>
              <a:avLst/>
              <a:gdLst/>
              <a:ahLst/>
              <a:cxnLst/>
              <a:rect l="l" t="t" r="r" b="b"/>
              <a:pathLst>
                <a:path w="767079" h="3429000">
                  <a:moveTo>
                    <a:pt x="548640" y="2560320"/>
                  </a:moveTo>
                  <a:lnTo>
                    <a:pt x="544245" y="2511171"/>
                  </a:lnTo>
                  <a:lnTo>
                    <a:pt x="531583" y="2464841"/>
                  </a:lnTo>
                  <a:lnTo>
                    <a:pt x="511390" y="2422144"/>
                  </a:lnTo>
                  <a:lnTo>
                    <a:pt x="484416" y="2383828"/>
                  </a:lnTo>
                  <a:lnTo>
                    <a:pt x="451434" y="2350719"/>
                  </a:lnTo>
                  <a:lnTo>
                    <a:pt x="413169" y="2323592"/>
                  </a:lnTo>
                  <a:lnTo>
                    <a:pt x="370395" y="2303234"/>
                  </a:lnTo>
                  <a:lnTo>
                    <a:pt x="323862" y="2290432"/>
                  </a:lnTo>
                  <a:lnTo>
                    <a:pt x="274320" y="2286000"/>
                  </a:lnTo>
                  <a:lnTo>
                    <a:pt x="225171" y="2290432"/>
                  </a:lnTo>
                  <a:lnTo>
                    <a:pt x="178854" y="2303234"/>
                  </a:lnTo>
                  <a:lnTo>
                    <a:pt x="136144" y="2323592"/>
                  </a:lnTo>
                  <a:lnTo>
                    <a:pt x="97840" y="2350719"/>
                  </a:lnTo>
                  <a:lnTo>
                    <a:pt x="64719" y="2383828"/>
                  </a:lnTo>
                  <a:lnTo>
                    <a:pt x="37592" y="2422144"/>
                  </a:lnTo>
                  <a:lnTo>
                    <a:pt x="17233" y="2464841"/>
                  </a:lnTo>
                  <a:lnTo>
                    <a:pt x="4445" y="2511171"/>
                  </a:lnTo>
                  <a:lnTo>
                    <a:pt x="0" y="2560320"/>
                  </a:lnTo>
                  <a:lnTo>
                    <a:pt x="4445" y="2609862"/>
                  </a:lnTo>
                  <a:lnTo>
                    <a:pt x="17233" y="2656395"/>
                  </a:lnTo>
                  <a:lnTo>
                    <a:pt x="37592" y="2699169"/>
                  </a:lnTo>
                  <a:lnTo>
                    <a:pt x="64719" y="2737421"/>
                  </a:lnTo>
                  <a:lnTo>
                    <a:pt x="97840" y="2770416"/>
                  </a:lnTo>
                  <a:lnTo>
                    <a:pt x="136144" y="2797378"/>
                  </a:lnTo>
                  <a:lnTo>
                    <a:pt x="178854" y="2817571"/>
                  </a:lnTo>
                  <a:lnTo>
                    <a:pt x="225171" y="2830245"/>
                  </a:lnTo>
                  <a:lnTo>
                    <a:pt x="274320" y="2834640"/>
                  </a:lnTo>
                  <a:lnTo>
                    <a:pt x="323862" y="2830245"/>
                  </a:lnTo>
                  <a:lnTo>
                    <a:pt x="370395" y="2817571"/>
                  </a:lnTo>
                  <a:lnTo>
                    <a:pt x="413169" y="2797378"/>
                  </a:lnTo>
                  <a:lnTo>
                    <a:pt x="451434" y="2770416"/>
                  </a:lnTo>
                  <a:lnTo>
                    <a:pt x="484416" y="2737421"/>
                  </a:lnTo>
                  <a:lnTo>
                    <a:pt x="511390" y="2699169"/>
                  </a:lnTo>
                  <a:lnTo>
                    <a:pt x="531583" y="2656395"/>
                  </a:lnTo>
                  <a:lnTo>
                    <a:pt x="544245" y="2609862"/>
                  </a:lnTo>
                  <a:lnTo>
                    <a:pt x="548640" y="2560320"/>
                  </a:lnTo>
                  <a:close/>
                </a:path>
                <a:path w="767079" h="3429000">
                  <a:moveTo>
                    <a:pt x="766572" y="0"/>
                  </a:moveTo>
                  <a:lnTo>
                    <a:pt x="752856" y="0"/>
                  </a:lnTo>
                  <a:lnTo>
                    <a:pt x="752856" y="3429000"/>
                  </a:lnTo>
                  <a:lnTo>
                    <a:pt x="766572" y="3429000"/>
                  </a:lnTo>
                  <a:lnTo>
                    <a:pt x="766572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</a:t>
            </a:r>
            <a:r>
              <a:rPr sz="2400" dirty="0"/>
              <a:t>OMINIOS</a:t>
            </a:r>
            <a:r>
              <a:rPr sz="2400" spc="95" dirty="0"/>
              <a:t> </a:t>
            </a:r>
            <a:r>
              <a:rPr dirty="0"/>
              <a:t>–</a:t>
            </a:r>
            <a:r>
              <a:rPr spc="-30" dirty="0"/>
              <a:t> GRATUITOS</a:t>
            </a:r>
            <a:r>
              <a:rPr spc="-60" dirty="0"/>
              <a:t> </a:t>
            </a:r>
            <a:r>
              <a:rPr spc="-20" dirty="0"/>
              <a:t>(II)</a:t>
            </a:r>
            <a:endParaRPr sz="2400"/>
          </a:p>
        </p:txBody>
      </p:sp>
      <p:sp>
        <p:nvSpPr>
          <p:cNvPr id="11" name="object 11"/>
          <p:cNvSpPr txBox="1"/>
          <p:nvPr/>
        </p:nvSpPr>
        <p:spPr>
          <a:xfrm>
            <a:off x="1310017" y="1885767"/>
            <a:ext cx="7700645" cy="46196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Para</a:t>
            </a:r>
            <a:r>
              <a:rPr lang="es-CO" sz="2400" spc="-7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obtener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uno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estos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spc="-10" dirty="0" err="1">
                <a:latin typeface="Calibri"/>
                <a:cs typeface="Calibri"/>
              </a:rPr>
              <a:t>sub-</a:t>
            </a:r>
            <a:r>
              <a:rPr lang="es-CO" sz="2400" dirty="0" err="1">
                <a:latin typeface="Calibri"/>
                <a:cs typeface="Calibri"/>
              </a:rPr>
              <a:t>dominios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gratuitos:</a:t>
            </a:r>
            <a:endParaRPr lang="es-CO" sz="2400" dirty="0">
              <a:latin typeface="Calibri"/>
              <a:cs typeface="Calibri"/>
            </a:endParaRPr>
          </a:p>
          <a:p>
            <a:pPr marL="652145" marR="311150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Nos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dan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automáticamente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al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obtener</a:t>
            </a:r>
            <a:r>
              <a:rPr lang="es-CO" sz="2100" spc="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servicio</a:t>
            </a:r>
            <a:r>
              <a:rPr lang="es-CO" sz="2100" spc="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1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hosting gratuito.</a:t>
            </a:r>
            <a:endParaRPr lang="es-CO" sz="2100" dirty="0">
              <a:latin typeface="Calibri"/>
              <a:cs typeface="Calibri"/>
            </a:endParaRPr>
          </a:p>
          <a:p>
            <a:pPr lvl="1" algn="just">
              <a:lnSpc>
                <a:spcPct val="100000"/>
              </a:lnSpc>
              <a:buClr>
                <a:srgbClr val="2CA2BF"/>
              </a:buClr>
              <a:buFont typeface="Segoe UI Symbol"/>
              <a:buChar char="⚫"/>
            </a:pPr>
            <a:endParaRPr lang="es-CO" sz="295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Existen</a:t>
            </a:r>
            <a:r>
              <a:rPr lang="es-CO" sz="2400" spc="-7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otro</a:t>
            </a:r>
            <a:r>
              <a:rPr lang="es-CO" sz="2400" spc="-5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tipo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subdominios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spc="-50" dirty="0">
                <a:latin typeface="Calibri"/>
                <a:cs typeface="Calibri"/>
              </a:rPr>
              <a:t>:</a:t>
            </a:r>
            <a:endParaRPr lang="es-CO" sz="2400" dirty="0">
              <a:latin typeface="Calibri"/>
              <a:cs typeface="Calibri"/>
            </a:endParaRPr>
          </a:p>
          <a:p>
            <a:pPr marL="2895600" algn="just">
              <a:lnSpc>
                <a:spcPct val="100000"/>
              </a:lnSpc>
              <a:spcBef>
                <a:spcPts val="600"/>
              </a:spcBef>
            </a:pPr>
            <a:r>
              <a:rPr lang="es-CO" sz="2400" spc="-10" dirty="0">
                <a:latin typeface="Calibri"/>
                <a:cs typeface="Calibri"/>
                <a:hlinkClick r:id="rId5"/>
              </a:rPr>
              <a:t>www.miweb.</a:t>
            </a:r>
            <a:r>
              <a:rPr lang="es-CO" sz="2400" b="1" spc="-10" dirty="0">
                <a:latin typeface="Calibri"/>
                <a:cs typeface="Calibri"/>
                <a:hlinkClick r:id="rId5"/>
              </a:rPr>
              <a:t>bo.kz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Fáciles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encontrar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Google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poniendo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“dominios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gratuitos”.</a:t>
            </a:r>
            <a:endParaRPr lang="es-CO" sz="2100" dirty="0">
              <a:latin typeface="Calibri"/>
              <a:cs typeface="Calibri"/>
            </a:endParaRPr>
          </a:p>
          <a:p>
            <a:pPr marL="652145" marR="19240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Evitan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nombres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largos,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pero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tienen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dos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terminaciones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y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spc="-25" dirty="0">
                <a:latin typeface="Calibri"/>
                <a:cs typeface="Calibri"/>
              </a:rPr>
              <a:t>muy </a:t>
            </a:r>
            <a:r>
              <a:rPr lang="es-CO" sz="2100" spc="-10" dirty="0">
                <a:latin typeface="Calibri"/>
                <a:cs typeface="Calibri"/>
              </a:rPr>
              <a:t>raras.</a:t>
            </a:r>
            <a:endParaRPr lang="es-CO" sz="2100" dirty="0">
              <a:latin typeface="Calibri"/>
              <a:cs typeface="Calibri"/>
            </a:endParaRPr>
          </a:p>
          <a:p>
            <a:pPr marL="652145" marR="114300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Funcionan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redirigiendo</a:t>
            </a:r>
            <a:r>
              <a:rPr lang="es-CO" sz="2100" spc="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al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10" dirty="0" err="1">
                <a:latin typeface="Calibri"/>
                <a:cs typeface="Calibri"/>
              </a:rPr>
              <a:t>sub-</a:t>
            </a:r>
            <a:r>
              <a:rPr lang="es-CO" sz="2100" dirty="0" err="1">
                <a:latin typeface="Calibri"/>
                <a:cs typeface="Calibri"/>
              </a:rPr>
              <a:t>dominio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ha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dado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nuestro </a:t>
            </a:r>
            <a:r>
              <a:rPr lang="es-CO" sz="2100" dirty="0">
                <a:latin typeface="Calibri"/>
                <a:cs typeface="Calibri"/>
              </a:rPr>
              <a:t>servidor de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hosting</a:t>
            </a:r>
            <a:r>
              <a:rPr lang="es-CO" sz="2100" spc="-10" dirty="0">
                <a:latin typeface="Calibri"/>
                <a:cs typeface="Calibri"/>
              </a:rPr>
              <a:t> gratuito.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Normalmente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añaden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un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 err="1">
                <a:latin typeface="Calibri"/>
                <a:cs typeface="Calibri"/>
              </a:rPr>
              <a:t>popup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antes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redirigir</a:t>
            </a:r>
            <a:r>
              <a:rPr lang="es-CO" sz="2100" spc="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nuestra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web.</a:t>
            </a:r>
            <a:endParaRPr lang="es-CO" sz="2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Dominios</a:t>
            </a:r>
            <a:r>
              <a:rPr cap="small" spc="110" dirty="0"/>
              <a:t> </a:t>
            </a:r>
            <a:r>
              <a:rPr cap="small" dirty="0"/>
              <a:t>–</a:t>
            </a:r>
            <a:r>
              <a:rPr cap="small" spc="-15" dirty="0"/>
              <a:t> </a:t>
            </a:r>
            <a:r>
              <a:rPr cap="small" dirty="0"/>
              <a:t>de</a:t>
            </a:r>
            <a:r>
              <a:rPr cap="small" spc="120" dirty="0"/>
              <a:t> </a:t>
            </a:r>
            <a:r>
              <a:rPr cap="small" spc="-135" dirty="0"/>
              <a:t>PAGO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0017" y="1886203"/>
            <a:ext cx="7175500" cy="454279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>
                <a:latin typeface="Calibri"/>
                <a:cs typeface="Calibri"/>
              </a:rPr>
              <a:t>Son</a:t>
            </a:r>
            <a:r>
              <a:rPr lang="es-CO" sz="2400" spc="-5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dominios</a:t>
            </a:r>
            <a:r>
              <a:rPr lang="es-CO" sz="2400" spc="-4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reales</a:t>
            </a:r>
            <a:r>
              <a:rPr lang="es-CO" sz="2400" spc="-45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que</a:t>
            </a:r>
            <a:r>
              <a:rPr lang="es-CO" sz="2400" spc="-15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tenemos</a:t>
            </a:r>
            <a:r>
              <a:rPr lang="es-CO" sz="2400" spc="-5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que</a:t>
            </a:r>
            <a:r>
              <a:rPr lang="es-CO" sz="2400" spc="-25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registrar</a:t>
            </a:r>
            <a:r>
              <a:rPr lang="es-CO" sz="2400" spc="-55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y</a:t>
            </a:r>
            <a:r>
              <a:rPr lang="es-CO" sz="2400" spc="-25">
                <a:latin typeface="Calibri"/>
                <a:cs typeface="Calibri"/>
              </a:rPr>
              <a:t> </a:t>
            </a:r>
            <a:r>
              <a:rPr lang="es-CO" sz="2400" spc="-10">
                <a:latin typeface="Calibri"/>
                <a:cs typeface="Calibri"/>
              </a:rPr>
              <a:t>pagar:</a:t>
            </a:r>
            <a:endParaRPr lang="es-CO" sz="2400">
              <a:latin typeface="Calibri"/>
              <a:cs typeface="Calibri"/>
            </a:endParaRPr>
          </a:p>
          <a:p>
            <a:pPr marL="2948940" algn="just">
              <a:lnSpc>
                <a:spcPct val="100000"/>
              </a:lnSpc>
              <a:spcBef>
                <a:spcPts val="600"/>
              </a:spcBef>
            </a:pPr>
            <a:r>
              <a:rPr lang="es-CO" sz="2400" spc="-10" dirty="0">
                <a:solidFill>
                  <a:srgbClr val="006FC0"/>
                </a:solidFill>
                <a:latin typeface="Calibri"/>
                <a:cs typeface="Calibri"/>
                <a:hlinkClick r:id="rId5"/>
              </a:rPr>
              <a:t>www.mipagina.es</a:t>
            </a:r>
            <a:endParaRPr lang="es-CO"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</a:pPr>
            <a:endParaRPr lang="es-CO" sz="330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Ventajas: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Fácil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recordar.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Serio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los</a:t>
            </a:r>
            <a:r>
              <a:rPr lang="es-CO" sz="2100" spc="-1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ojos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nuestros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visitantes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o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clientes.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Mejor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posicionamiento</a:t>
            </a:r>
            <a:r>
              <a:rPr lang="es-CO" sz="2100" spc="-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buscadores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como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Google.</a:t>
            </a:r>
            <a:endParaRPr lang="es-CO" sz="2100" dirty="0">
              <a:latin typeface="Calibri"/>
              <a:cs typeface="Calibri"/>
            </a:endParaRPr>
          </a:p>
          <a:p>
            <a:pPr lvl="1" algn="just">
              <a:lnSpc>
                <a:spcPct val="100000"/>
              </a:lnSpc>
              <a:buClr>
                <a:srgbClr val="2CA2BF"/>
              </a:buClr>
              <a:buFont typeface="Segoe UI Symbol"/>
              <a:buChar char="⚫"/>
            </a:pPr>
            <a:endParaRPr lang="es-CO" sz="2950" dirty="0">
              <a:latin typeface="Calibri"/>
              <a:cs typeface="Calibri"/>
            </a:endParaRPr>
          </a:p>
          <a:p>
            <a:pPr marL="287020" indent="-274320" algn="just">
              <a:lnSpc>
                <a:spcPct val="100000"/>
              </a:lnSpc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 dirty="0">
                <a:latin typeface="Calibri"/>
                <a:cs typeface="Calibri"/>
              </a:rPr>
              <a:t>Inconvenientes: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No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siempre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está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disponible el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queremos.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Hay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pagarlos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anualmente.</a:t>
            </a:r>
            <a:endParaRPr lang="es-CO" sz="21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</a:t>
            </a:r>
            <a:r>
              <a:rPr sz="2400" dirty="0"/>
              <a:t>OMINIOS</a:t>
            </a:r>
            <a:r>
              <a:rPr sz="2400" spc="8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z="2400" dirty="0"/>
              <a:t>DE</a:t>
            </a:r>
            <a:r>
              <a:rPr sz="2400" spc="90" dirty="0"/>
              <a:t> </a:t>
            </a:r>
            <a:r>
              <a:rPr spc="-30" dirty="0"/>
              <a:t>PAGO</a:t>
            </a:r>
            <a:r>
              <a:rPr spc="-50" dirty="0"/>
              <a:t> </a:t>
            </a:r>
            <a:r>
              <a:rPr spc="-20" dirty="0"/>
              <a:t>(II)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310017" y="1885767"/>
            <a:ext cx="7984490" cy="391902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Para</a:t>
            </a:r>
            <a:r>
              <a:rPr lang="es-CO" sz="2400" spc="-7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comprobar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si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está</a:t>
            </a:r>
            <a:r>
              <a:rPr lang="es-CO" sz="2400" spc="-6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libre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el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dominio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que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queremos:</a:t>
            </a:r>
            <a:endParaRPr lang="es-CO" sz="2400" dirty="0">
              <a:latin typeface="Calibri"/>
              <a:cs typeface="Calibri"/>
            </a:endParaRPr>
          </a:p>
          <a:p>
            <a:pPr marL="652145" marR="5080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Entrar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la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página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cualquier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compañía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registradora</a:t>
            </a:r>
            <a:r>
              <a:rPr lang="es-CO" sz="2100" spc="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de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dominios </a:t>
            </a:r>
            <a:r>
              <a:rPr lang="es-CO" sz="2100" dirty="0">
                <a:latin typeface="Calibri"/>
                <a:cs typeface="Calibri"/>
              </a:rPr>
              <a:t>e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introducir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el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dominio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queremos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como</a:t>
            </a:r>
            <a:r>
              <a:rPr lang="es-CO" sz="2100" spc="-3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si</a:t>
            </a:r>
            <a:r>
              <a:rPr lang="es-CO" sz="2100" spc="-2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fuéramos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spc="-50" dirty="0">
                <a:latin typeface="Calibri"/>
                <a:cs typeface="Calibri"/>
              </a:rPr>
              <a:t>a </a:t>
            </a:r>
            <a:r>
              <a:rPr lang="es-CO" sz="2100" spc="-10" dirty="0">
                <a:latin typeface="Calibri"/>
                <a:cs typeface="Calibri"/>
              </a:rPr>
              <a:t>registrarlo.</a:t>
            </a:r>
            <a:endParaRPr lang="es-CO" sz="2100" dirty="0">
              <a:latin typeface="Calibri"/>
              <a:cs typeface="Calibri"/>
            </a:endParaRPr>
          </a:p>
          <a:p>
            <a:pPr marL="2293620" algn="just">
              <a:lnSpc>
                <a:spcPct val="100000"/>
              </a:lnSpc>
              <a:spcBef>
                <a:spcPts val="605"/>
              </a:spcBef>
            </a:pPr>
            <a:r>
              <a:rPr lang="es-CO" sz="2000" u="heavy" spc="-10" dirty="0">
                <a:solidFill>
                  <a:srgbClr val="FF8118"/>
                </a:solidFill>
                <a:uFill>
                  <a:solidFill>
                    <a:srgbClr val="FF8018"/>
                  </a:solidFill>
                </a:uFill>
                <a:latin typeface="Calibri"/>
                <a:cs typeface="Calibri"/>
                <a:hlinkClick r:id="rId5"/>
              </a:rPr>
              <a:t>http://www.piensasolutions.com/</a:t>
            </a:r>
            <a:endParaRPr lang="es-CO" sz="20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30"/>
              </a:spcBef>
            </a:pPr>
            <a:endParaRPr lang="es-CO" sz="2900" dirty="0">
              <a:latin typeface="Calibri"/>
              <a:cs typeface="Calibri"/>
            </a:endParaRPr>
          </a:p>
          <a:p>
            <a:pPr marL="274320" marR="714375" indent="-274320" algn="just">
              <a:lnSpc>
                <a:spcPct val="100000"/>
              </a:lnSpc>
              <a:buClr>
                <a:srgbClr val="2CA2BF"/>
              </a:buClr>
              <a:buSzPct val="68750"/>
              <a:buFont typeface="Wingdings"/>
              <a:buChar char=""/>
              <a:tabLst>
                <a:tab pos="274320" algn="l"/>
              </a:tabLst>
            </a:pPr>
            <a:r>
              <a:rPr lang="es-CO" sz="2400" dirty="0">
                <a:latin typeface="Calibri"/>
                <a:cs typeface="Calibri"/>
              </a:rPr>
              <a:t>Para</a:t>
            </a:r>
            <a:r>
              <a:rPr lang="es-CO" sz="2400" spc="-8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averiguar</a:t>
            </a:r>
            <a:r>
              <a:rPr lang="es-CO" sz="2400" spc="-7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información</a:t>
            </a:r>
            <a:r>
              <a:rPr lang="es-CO" sz="2400" spc="-7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acerca</a:t>
            </a:r>
            <a:r>
              <a:rPr lang="es-CO" sz="2400" spc="-7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cualquier</a:t>
            </a:r>
            <a:r>
              <a:rPr lang="es-CO" sz="2400" spc="-65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dominio:</a:t>
            </a:r>
          </a:p>
          <a:p>
            <a:pPr marL="652145" marR="5080" lvl="1" indent="-274320" algn="just"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Entrar en la siguiente URL e introducir el nombre de dominio.</a:t>
            </a:r>
          </a:p>
          <a:p>
            <a:pPr algn="just">
              <a:lnSpc>
                <a:spcPct val="100000"/>
              </a:lnSpc>
              <a:spcBef>
                <a:spcPts val="45"/>
              </a:spcBef>
            </a:pPr>
            <a:endParaRPr lang="es-CO" sz="2850" dirty="0">
              <a:latin typeface="Calibri"/>
              <a:cs typeface="Calibri"/>
            </a:endParaRPr>
          </a:p>
          <a:p>
            <a:pPr marL="2293620" algn="just">
              <a:spcBef>
                <a:spcPts val="605"/>
              </a:spcBef>
            </a:pPr>
            <a:r>
              <a:rPr lang="es-CO" sz="2000" u="heavy" spc="-10" dirty="0">
                <a:solidFill>
                  <a:srgbClr val="0070C0"/>
                </a:solidFill>
                <a:uFill>
                  <a:solidFill>
                    <a:srgbClr val="FF8018"/>
                  </a:solidFill>
                </a:uFill>
                <a:latin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http://whois.domaintools.com/</a:t>
            </a:r>
            <a:endParaRPr lang="es-CO" sz="2000" u="heavy" spc="-10" dirty="0">
              <a:solidFill>
                <a:srgbClr val="0070C0"/>
              </a:solidFill>
              <a:uFill>
                <a:solidFill>
                  <a:srgbClr val="FF8018"/>
                </a:solidFill>
              </a:uFill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D</a:t>
            </a:r>
            <a:r>
              <a:rPr sz="2400" dirty="0"/>
              <a:t>OMINIOS</a:t>
            </a:r>
            <a:r>
              <a:rPr sz="2400" spc="85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sz="2400" dirty="0"/>
              <a:t>DE</a:t>
            </a:r>
            <a:r>
              <a:rPr sz="2400" spc="90" dirty="0"/>
              <a:t> </a:t>
            </a:r>
            <a:r>
              <a:rPr spc="-30" dirty="0"/>
              <a:t>PAGO</a:t>
            </a:r>
            <a:r>
              <a:rPr spc="-50" dirty="0"/>
              <a:t> </a:t>
            </a:r>
            <a:r>
              <a:rPr spc="-10" dirty="0"/>
              <a:t>(III)</a:t>
            </a:r>
            <a:endParaRPr sz="2400"/>
          </a:p>
        </p:txBody>
      </p:sp>
      <p:sp>
        <p:nvSpPr>
          <p:cNvPr id="9" name="object 9"/>
          <p:cNvSpPr txBox="1"/>
          <p:nvPr/>
        </p:nvSpPr>
        <p:spPr>
          <a:xfrm>
            <a:off x="1310017" y="1885767"/>
            <a:ext cx="7703820" cy="4037003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Se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pueden</a:t>
            </a:r>
            <a:r>
              <a:rPr lang="es-CO" sz="2400" spc="-10" dirty="0">
                <a:latin typeface="Calibri"/>
                <a:cs typeface="Calibri"/>
              </a:rPr>
              <a:t> contratar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en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multitud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10" dirty="0">
                <a:latin typeface="Calibri"/>
                <a:cs typeface="Calibri"/>
              </a:rPr>
              <a:t> páginas.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30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Buscar</a:t>
            </a:r>
            <a:r>
              <a:rPr lang="es-CO" sz="2100" spc="-8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“dominios”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Google.</a:t>
            </a:r>
            <a:endParaRPr lang="es-CO" sz="2100" dirty="0">
              <a:latin typeface="Calibri"/>
              <a:cs typeface="Calibri"/>
            </a:endParaRPr>
          </a:p>
          <a:p>
            <a:pPr lvl="1" algn="just">
              <a:lnSpc>
                <a:spcPct val="100000"/>
              </a:lnSpc>
              <a:buClr>
                <a:srgbClr val="2CA2BF"/>
              </a:buClr>
              <a:buFont typeface="Segoe UI Symbol"/>
              <a:buChar char="⚫"/>
            </a:pPr>
            <a:endParaRPr lang="es-CO" sz="2950" dirty="0">
              <a:latin typeface="Calibri"/>
              <a:cs typeface="Calibri"/>
            </a:endParaRPr>
          </a:p>
          <a:p>
            <a:pPr marL="286385" marR="51435" indent="-274320" algn="just">
              <a:lnSpc>
                <a:spcPct val="100000"/>
              </a:lnSpc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Los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precios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varían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entre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diferentes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compañías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y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según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spc="-25" dirty="0">
                <a:latin typeface="Calibri"/>
                <a:cs typeface="Calibri"/>
              </a:rPr>
              <a:t>la </a:t>
            </a:r>
            <a:r>
              <a:rPr lang="es-CO" sz="2400" dirty="0">
                <a:latin typeface="Calibri"/>
                <a:cs typeface="Calibri"/>
              </a:rPr>
              <a:t>terminación</a:t>
            </a:r>
            <a:r>
              <a:rPr lang="es-CO" sz="2400" spc="-7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(habitualmente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el</a:t>
            </a:r>
            <a:r>
              <a:rPr lang="es-CO" sz="2400" spc="-30" dirty="0">
                <a:latin typeface="Calibri"/>
                <a:cs typeface="Calibri"/>
              </a:rPr>
              <a:t> “</a:t>
            </a:r>
            <a:r>
              <a:rPr lang="es-CO" sz="2400" dirty="0">
                <a:latin typeface="Calibri"/>
                <a:cs typeface="Calibri"/>
              </a:rPr>
              <a:t>.es</a:t>
            </a:r>
            <a:r>
              <a:rPr lang="es-CO" sz="2400" spc="-30" dirty="0">
                <a:latin typeface="Calibri"/>
                <a:cs typeface="Calibri"/>
              </a:rPr>
              <a:t>”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es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más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barato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que</a:t>
            </a:r>
            <a:r>
              <a:rPr lang="es-CO" sz="2400" spc="-25" dirty="0">
                <a:latin typeface="Calibri"/>
                <a:cs typeface="Calibri"/>
              </a:rPr>
              <a:t> “</a:t>
            </a:r>
            <a:r>
              <a:rPr lang="es-CO" sz="2400" spc="-10" dirty="0">
                <a:latin typeface="Calibri"/>
                <a:cs typeface="Calibri"/>
              </a:rPr>
              <a:t>.</a:t>
            </a:r>
            <a:r>
              <a:rPr lang="es-CO" sz="2400" spc="-10" dirty="0" err="1">
                <a:latin typeface="Calibri"/>
                <a:cs typeface="Calibri"/>
              </a:rPr>
              <a:t>com</a:t>
            </a:r>
            <a:r>
              <a:rPr lang="es-CO" sz="2400" spc="-25" dirty="0">
                <a:latin typeface="Calibri"/>
                <a:cs typeface="Calibri"/>
              </a:rPr>
              <a:t>”</a:t>
            </a:r>
            <a:r>
              <a:rPr lang="es-CO" sz="2400" spc="-10" dirty="0">
                <a:latin typeface="Calibri"/>
                <a:cs typeface="Calibri"/>
              </a:rPr>
              <a:t>).</a:t>
            </a:r>
            <a:endParaRPr lang="es-CO"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0"/>
              </a:spcBef>
              <a:buClr>
                <a:srgbClr val="2CA2BF"/>
              </a:buClr>
              <a:buFont typeface="Wingdings"/>
              <a:buChar char=""/>
            </a:pPr>
            <a:endParaRPr lang="es-CO" sz="3300" dirty="0">
              <a:latin typeface="Calibri"/>
              <a:cs typeface="Calibri"/>
            </a:endParaRPr>
          </a:p>
          <a:p>
            <a:pPr marL="286385" marR="5080" indent="-274320" algn="just">
              <a:lnSpc>
                <a:spcPct val="100000"/>
              </a:lnSpc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Las</a:t>
            </a:r>
            <a:r>
              <a:rPr lang="es-CO" sz="2400" spc="-5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páginas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que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ofrecen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hosting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pago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también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ofrecen </a:t>
            </a:r>
            <a:r>
              <a:rPr lang="es-CO" sz="2400" dirty="0">
                <a:latin typeface="Calibri"/>
                <a:cs typeface="Calibri"/>
              </a:rPr>
              <a:t>registro</a:t>
            </a:r>
            <a:r>
              <a:rPr lang="es-CO" sz="2400" spc="-7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dominios.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Es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más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cómodo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tener</a:t>
            </a:r>
            <a:r>
              <a:rPr lang="es-CO" sz="2400" spc="-2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los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dos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servicios </a:t>
            </a:r>
            <a:r>
              <a:rPr lang="es-CO" sz="2400" dirty="0">
                <a:latin typeface="Calibri"/>
                <a:cs typeface="Calibri"/>
              </a:rPr>
              <a:t>con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el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mismo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proveedor.</a:t>
            </a:r>
            <a:endParaRPr lang="es-CO" sz="24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13269" y="348995"/>
            <a:ext cx="304799" cy="342900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18781" y="348995"/>
            <a:ext cx="38099" cy="6857999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9613269" y="348996"/>
            <a:ext cx="304800" cy="6858000"/>
            <a:chOff x="9613269" y="348996"/>
            <a:chExt cx="304800" cy="6858000"/>
          </a:xfrm>
        </p:grpSpPr>
        <p:sp>
          <p:nvSpPr>
            <p:cNvPr id="5" name="object 5"/>
            <p:cNvSpPr/>
            <p:nvPr/>
          </p:nvSpPr>
          <p:spPr>
            <a:xfrm>
              <a:off x="9683374" y="348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613269" y="3777995"/>
              <a:ext cx="304799" cy="3429000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683374" y="3777996"/>
              <a:ext cx="13970" cy="3429000"/>
            </a:xfrm>
            <a:custGeom>
              <a:avLst/>
              <a:gdLst/>
              <a:ahLst/>
              <a:cxnLst/>
              <a:rect l="l" t="t" r="r" b="b"/>
              <a:pathLst>
                <a:path w="13970" h="3429000">
                  <a:moveTo>
                    <a:pt x="13716" y="0"/>
                  </a:moveTo>
                  <a:lnTo>
                    <a:pt x="0" y="0"/>
                  </a:lnTo>
                  <a:lnTo>
                    <a:pt x="0" y="3428999"/>
                  </a:lnTo>
                  <a:lnTo>
                    <a:pt x="13716" y="3428999"/>
                  </a:lnTo>
                  <a:lnTo>
                    <a:pt x="13716" y="0"/>
                  </a:lnTo>
                  <a:close/>
                </a:path>
              </a:pathLst>
            </a:custGeom>
            <a:solidFill>
              <a:srgbClr val="2DA1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8711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cap="small" dirty="0"/>
              <a:t>FTP</a:t>
            </a:r>
            <a:r>
              <a:rPr cap="small" spc="-25" dirty="0"/>
              <a:t> </a:t>
            </a:r>
            <a:r>
              <a:rPr cap="small" dirty="0"/>
              <a:t>–</a:t>
            </a:r>
            <a:r>
              <a:rPr cap="small" spc="-5" dirty="0"/>
              <a:t> </a:t>
            </a:r>
            <a:r>
              <a:rPr cap="small" dirty="0"/>
              <a:t>File</a:t>
            </a:r>
            <a:r>
              <a:rPr cap="small" spc="125" dirty="0"/>
              <a:t> </a:t>
            </a:r>
            <a:r>
              <a:rPr cap="small" dirty="0"/>
              <a:t>Transfer</a:t>
            </a:r>
            <a:r>
              <a:rPr cap="small" spc="110" dirty="0"/>
              <a:t> </a:t>
            </a:r>
            <a:r>
              <a:rPr cap="small" spc="-50" dirty="0"/>
              <a:t>Protocol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310017" y="1886203"/>
            <a:ext cx="7910195" cy="362919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87020" indent="-274320" algn="just">
              <a:lnSpc>
                <a:spcPct val="100000"/>
              </a:lnSpc>
              <a:spcBef>
                <a:spcPts val="7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spc="-10">
                <a:latin typeface="Calibri"/>
                <a:cs typeface="Calibri"/>
              </a:rPr>
              <a:t>Protocolo</a:t>
            </a:r>
            <a:r>
              <a:rPr lang="es-CO" sz="2400" spc="-6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de</a:t>
            </a:r>
            <a:r>
              <a:rPr lang="es-CO" sz="2400" spc="-2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red</a:t>
            </a:r>
            <a:r>
              <a:rPr lang="es-CO" sz="2400" spc="-30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para</a:t>
            </a:r>
            <a:r>
              <a:rPr lang="es-CO" sz="2400" spc="-35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la</a:t>
            </a:r>
            <a:r>
              <a:rPr lang="es-CO" sz="2400" spc="-30">
                <a:latin typeface="Calibri"/>
                <a:cs typeface="Calibri"/>
              </a:rPr>
              <a:t> </a:t>
            </a:r>
            <a:r>
              <a:rPr lang="es-CO" sz="2400" spc="-10">
                <a:latin typeface="Calibri"/>
                <a:cs typeface="Calibri"/>
              </a:rPr>
              <a:t>transferencia</a:t>
            </a:r>
            <a:r>
              <a:rPr lang="es-CO" sz="2400" spc="-35">
                <a:latin typeface="Calibri"/>
                <a:cs typeface="Calibri"/>
              </a:rPr>
              <a:t> </a:t>
            </a:r>
            <a:r>
              <a:rPr lang="es-CO" sz="2400">
                <a:latin typeface="Calibri"/>
                <a:cs typeface="Calibri"/>
              </a:rPr>
              <a:t>de</a:t>
            </a:r>
            <a:r>
              <a:rPr lang="es-CO" sz="2400" spc="-20">
                <a:latin typeface="Calibri"/>
                <a:cs typeface="Calibri"/>
              </a:rPr>
              <a:t> </a:t>
            </a:r>
            <a:r>
              <a:rPr lang="es-CO" sz="2400" spc="-10">
                <a:latin typeface="Calibri"/>
                <a:cs typeface="Calibri"/>
              </a:rPr>
              <a:t>archivos.</a:t>
            </a:r>
            <a:endParaRPr lang="es-CO" sz="2400">
              <a:latin typeface="Calibri"/>
              <a:cs typeface="Calibri"/>
            </a:endParaRPr>
          </a:p>
          <a:p>
            <a:pPr marL="286385" marR="5080" indent="-274320" algn="just">
              <a:lnSpc>
                <a:spcPct val="100000"/>
              </a:lnSpc>
              <a:spcBef>
                <a:spcPts val="600"/>
              </a:spcBef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Nos</a:t>
            </a:r>
            <a:r>
              <a:rPr lang="es-CO" sz="2400" spc="-6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servirá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para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subir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nuestros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archivos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a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nuestro</a:t>
            </a:r>
            <a:r>
              <a:rPr lang="es-CO" sz="2400" spc="-5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servidor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spc="-25" dirty="0">
                <a:latin typeface="Calibri"/>
                <a:cs typeface="Calibri"/>
              </a:rPr>
              <a:t>de </a:t>
            </a:r>
            <a:r>
              <a:rPr lang="es-CO" sz="2400" spc="-10" dirty="0">
                <a:latin typeface="Calibri"/>
                <a:cs typeface="Calibri"/>
              </a:rPr>
              <a:t>hosting: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7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colgar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nuestra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web</a:t>
            </a:r>
            <a:r>
              <a:rPr lang="es-CO" sz="2100" spc="-6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por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primera</a:t>
            </a:r>
            <a:r>
              <a:rPr lang="es-CO" sz="2100" spc="-50" dirty="0">
                <a:latin typeface="Calibri"/>
                <a:cs typeface="Calibri"/>
              </a:rPr>
              <a:t> </a:t>
            </a:r>
            <a:r>
              <a:rPr lang="es-CO" sz="2100" spc="-20" dirty="0">
                <a:latin typeface="Calibri"/>
                <a:cs typeface="Calibri"/>
              </a:rPr>
              <a:t>vez.</a:t>
            </a:r>
            <a:endParaRPr lang="es-CO" sz="21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0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Para</a:t>
            </a:r>
            <a:r>
              <a:rPr lang="es-CO" sz="2100" spc="-6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actualizar</a:t>
            </a:r>
            <a:r>
              <a:rPr lang="es-CO" sz="2100" spc="-7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su</a:t>
            </a:r>
            <a:r>
              <a:rPr lang="es-CO" sz="2100" spc="-5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contenido.</a:t>
            </a:r>
            <a:endParaRPr lang="es-CO" sz="2100" dirty="0">
              <a:latin typeface="Calibri"/>
              <a:cs typeface="Calibri"/>
            </a:endParaRPr>
          </a:p>
          <a:p>
            <a:pPr lvl="1" algn="just">
              <a:lnSpc>
                <a:spcPct val="100000"/>
              </a:lnSpc>
              <a:buClr>
                <a:srgbClr val="2CA2BF"/>
              </a:buClr>
              <a:buFont typeface="Segoe UI Symbol"/>
              <a:buChar char="⚫"/>
            </a:pPr>
            <a:endParaRPr lang="es-CO" sz="2950" dirty="0">
              <a:latin typeface="Calibri"/>
              <a:cs typeface="Calibri"/>
            </a:endParaRPr>
          </a:p>
          <a:p>
            <a:pPr marL="286385" marR="228600" indent="-274320" algn="just">
              <a:lnSpc>
                <a:spcPct val="100000"/>
              </a:lnSpc>
              <a:buClr>
                <a:srgbClr val="2CA2BF"/>
              </a:buClr>
              <a:buSzPct val="68750"/>
              <a:buFont typeface="Wingdings"/>
              <a:buChar char=""/>
              <a:tabLst>
                <a:tab pos="287020" algn="l"/>
              </a:tabLst>
            </a:pPr>
            <a:r>
              <a:rPr lang="es-CO" sz="2400" dirty="0">
                <a:latin typeface="Calibri"/>
                <a:cs typeface="Calibri"/>
              </a:rPr>
              <a:t>CLIENTE</a:t>
            </a:r>
            <a:r>
              <a:rPr lang="es-CO" sz="2400" spc="-7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FTP: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programa</a:t>
            </a:r>
            <a:r>
              <a:rPr lang="es-CO" sz="2400" spc="-7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instalado</a:t>
            </a:r>
            <a:r>
              <a:rPr lang="es-CO" sz="2400" spc="-7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en</a:t>
            </a:r>
            <a:r>
              <a:rPr lang="es-CO" sz="2400" spc="-5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nuestro</a:t>
            </a:r>
            <a:r>
              <a:rPr lang="es-CO" sz="2400" spc="-5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ordenador</a:t>
            </a:r>
            <a:r>
              <a:rPr lang="es-CO" sz="2400" spc="-45" dirty="0">
                <a:latin typeface="Calibri"/>
                <a:cs typeface="Calibri"/>
              </a:rPr>
              <a:t> </a:t>
            </a:r>
            <a:r>
              <a:rPr lang="es-CO" sz="2400" spc="-25" dirty="0">
                <a:latin typeface="Calibri"/>
                <a:cs typeface="Calibri"/>
              </a:rPr>
              <a:t>que </a:t>
            </a:r>
            <a:r>
              <a:rPr lang="es-CO" sz="2400" dirty="0">
                <a:latin typeface="Calibri"/>
                <a:cs typeface="Calibri"/>
              </a:rPr>
              <a:t>utiliza</a:t>
            </a:r>
            <a:r>
              <a:rPr lang="es-CO" sz="2400" spc="-5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FTP</a:t>
            </a:r>
            <a:r>
              <a:rPr lang="es-CO" sz="2400" spc="-3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para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el</a:t>
            </a:r>
            <a:r>
              <a:rPr lang="es-CO" sz="2400" spc="-3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envío</a:t>
            </a:r>
            <a:r>
              <a:rPr lang="es-CO" sz="2400" spc="-15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ficheros</a:t>
            </a:r>
            <a:r>
              <a:rPr lang="es-CO" sz="2400" spc="-4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al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servidor</a:t>
            </a:r>
            <a:r>
              <a:rPr lang="es-CO" sz="2400" spc="-20" dirty="0">
                <a:latin typeface="Calibri"/>
                <a:cs typeface="Calibri"/>
              </a:rPr>
              <a:t> </a:t>
            </a:r>
            <a:r>
              <a:rPr lang="es-CO" sz="2400" dirty="0">
                <a:latin typeface="Calibri"/>
                <a:cs typeface="Calibri"/>
              </a:rPr>
              <a:t>de</a:t>
            </a:r>
            <a:r>
              <a:rPr lang="es-CO" sz="2400" spc="-15" dirty="0">
                <a:latin typeface="Calibri"/>
                <a:cs typeface="Calibri"/>
              </a:rPr>
              <a:t> </a:t>
            </a:r>
            <a:r>
              <a:rPr lang="es-CO" sz="2400" spc="-10" dirty="0">
                <a:latin typeface="Calibri"/>
                <a:cs typeface="Calibri"/>
              </a:rPr>
              <a:t>hosting:</a:t>
            </a:r>
            <a:endParaRPr lang="es-CO" sz="2400" dirty="0">
              <a:latin typeface="Calibri"/>
              <a:cs typeface="Calibri"/>
            </a:endParaRPr>
          </a:p>
          <a:p>
            <a:pPr marL="652145" lvl="1" indent="-274320" algn="just">
              <a:lnSpc>
                <a:spcPct val="100000"/>
              </a:lnSpc>
              <a:spcBef>
                <a:spcPts val="525"/>
              </a:spcBef>
              <a:buClr>
                <a:srgbClr val="2CA2BF"/>
              </a:buClr>
              <a:buSzPct val="78571"/>
              <a:buFont typeface="Segoe UI Symbol"/>
              <a:buChar char="⚫"/>
              <a:tabLst>
                <a:tab pos="652145" algn="l"/>
                <a:tab pos="652780" algn="l"/>
              </a:tabLst>
            </a:pPr>
            <a:r>
              <a:rPr lang="es-CO" sz="2100" dirty="0">
                <a:latin typeface="Calibri"/>
                <a:cs typeface="Calibri"/>
              </a:rPr>
              <a:t>FileZilla</a:t>
            </a:r>
            <a:r>
              <a:rPr lang="es-CO" sz="2100" spc="-2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Client</a:t>
            </a:r>
            <a:r>
              <a:rPr lang="es-CO" sz="2100" spc="-1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=&gt;</a:t>
            </a:r>
            <a:r>
              <a:rPr lang="es-CO" sz="2100" spc="-45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gratuito,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en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castellano,</a:t>
            </a:r>
            <a:r>
              <a:rPr lang="es-CO" sz="2100" spc="-35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potente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dirty="0">
                <a:latin typeface="Calibri"/>
                <a:cs typeface="Calibri"/>
              </a:rPr>
              <a:t>y</a:t>
            </a:r>
            <a:r>
              <a:rPr lang="es-CO" sz="2100" spc="-40" dirty="0">
                <a:latin typeface="Calibri"/>
                <a:cs typeface="Calibri"/>
              </a:rPr>
              <a:t> </a:t>
            </a:r>
            <a:r>
              <a:rPr lang="es-CO" sz="2100" spc="-10" dirty="0">
                <a:latin typeface="Calibri"/>
                <a:cs typeface="Calibri"/>
              </a:rPr>
              <a:t>sencillo.</a:t>
            </a:r>
            <a:endParaRPr lang="es-CO" sz="2100" dirty="0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822833" y="3778008"/>
            <a:ext cx="56515" cy="3429000"/>
          </a:xfrm>
          <a:custGeom>
            <a:avLst/>
            <a:gdLst/>
            <a:ahLst/>
            <a:cxnLst/>
            <a:rect l="l" t="t" r="r" b="b"/>
            <a:pathLst>
              <a:path w="56515" h="3429000">
                <a:moveTo>
                  <a:pt x="10668" y="0"/>
                </a:moveTo>
                <a:lnTo>
                  <a:pt x="0" y="0"/>
                </a:lnTo>
                <a:lnTo>
                  <a:pt x="0" y="3429000"/>
                </a:lnTo>
                <a:lnTo>
                  <a:pt x="10668" y="3429000"/>
                </a:lnTo>
                <a:lnTo>
                  <a:pt x="10668" y="0"/>
                </a:lnTo>
                <a:close/>
              </a:path>
              <a:path w="56515" h="3429000">
                <a:moveTo>
                  <a:pt x="56388" y="0"/>
                </a:moveTo>
                <a:lnTo>
                  <a:pt x="22860" y="0"/>
                </a:lnTo>
                <a:lnTo>
                  <a:pt x="22860" y="3429000"/>
                </a:lnTo>
                <a:lnTo>
                  <a:pt x="56388" y="3429000"/>
                </a:lnTo>
                <a:lnTo>
                  <a:pt x="56388" y="0"/>
                </a:lnTo>
                <a:close/>
              </a:path>
            </a:pathLst>
          </a:custGeom>
          <a:solidFill>
            <a:srgbClr val="ACCED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8930518" y="6063996"/>
            <a:ext cx="548640" cy="548640"/>
          </a:xfrm>
          <a:custGeom>
            <a:avLst/>
            <a:gdLst/>
            <a:ahLst/>
            <a:cxnLst/>
            <a:rect l="l" t="t" r="r" b="b"/>
            <a:pathLst>
              <a:path w="548640" h="548640">
                <a:moveTo>
                  <a:pt x="548640" y="274320"/>
                </a:moveTo>
                <a:lnTo>
                  <a:pt x="544249" y="225175"/>
                </a:lnTo>
                <a:lnTo>
                  <a:pt x="531581" y="178853"/>
                </a:lnTo>
                <a:lnTo>
                  <a:pt x="511386" y="136144"/>
                </a:lnTo>
                <a:lnTo>
                  <a:pt x="484418" y="97837"/>
                </a:lnTo>
                <a:lnTo>
                  <a:pt x="451430" y="64722"/>
                </a:lnTo>
                <a:lnTo>
                  <a:pt x="413173" y="37592"/>
                </a:lnTo>
                <a:lnTo>
                  <a:pt x="370400" y="17234"/>
                </a:lnTo>
                <a:lnTo>
                  <a:pt x="323865" y="4440"/>
                </a:lnTo>
                <a:lnTo>
                  <a:pt x="274320" y="0"/>
                </a:lnTo>
                <a:lnTo>
                  <a:pt x="225175" y="4440"/>
                </a:lnTo>
                <a:lnTo>
                  <a:pt x="178853" y="17234"/>
                </a:lnTo>
                <a:lnTo>
                  <a:pt x="136144" y="37592"/>
                </a:lnTo>
                <a:lnTo>
                  <a:pt x="97837" y="64722"/>
                </a:lnTo>
                <a:lnTo>
                  <a:pt x="64722" y="97837"/>
                </a:lnTo>
                <a:lnTo>
                  <a:pt x="37592" y="136144"/>
                </a:lnTo>
                <a:lnTo>
                  <a:pt x="17234" y="178853"/>
                </a:lnTo>
                <a:lnTo>
                  <a:pt x="4440" y="225175"/>
                </a:lnTo>
                <a:lnTo>
                  <a:pt x="0" y="274320"/>
                </a:lnTo>
                <a:lnTo>
                  <a:pt x="4440" y="323865"/>
                </a:lnTo>
                <a:lnTo>
                  <a:pt x="17234" y="370400"/>
                </a:lnTo>
                <a:lnTo>
                  <a:pt x="37592" y="413173"/>
                </a:lnTo>
                <a:lnTo>
                  <a:pt x="64722" y="451430"/>
                </a:lnTo>
                <a:lnTo>
                  <a:pt x="97837" y="484418"/>
                </a:lnTo>
                <a:lnTo>
                  <a:pt x="136144" y="511386"/>
                </a:lnTo>
                <a:lnTo>
                  <a:pt x="178853" y="531581"/>
                </a:lnTo>
                <a:lnTo>
                  <a:pt x="225175" y="544249"/>
                </a:lnTo>
                <a:lnTo>
                  <a:pt x="274320" y="548640"/>
                </a:lnTo>
                <a:lnTo>
                  <a:pt x="323865" y="544249"/>
                </a:lnTo>
                <a:lnTo>
                  <a:pt x="370400" y="531581"/>
                </a:lnTo>
                <a:lnTo>
                  <a:pt x="413173" y="511386"/>
                </a:lnTo>
                <a:lnTo>
                  <a:pt x="451430" y="484418"/>
                </a:lnTo>
                <a:lnTo>
                  <a:pt x="484418" y="451430"/>
                </a:lnTo>
                <a:lnTo>
                  <a:pt x="511386" y="413173"/>
                </a:lnTo>
                <a:lnTo>
                  <a:pt x="531581" y="370400"/>
                </a:lnTo>
                <a:lnTo>
                  <a:pt x="544249" y="323865"/>
                </a:lnTo>
                <a:lnTo>
                  <a:pt x="548640" y="274320"/>
                </a:lnTo>
                <a:close/>
              </a:path>
            </a:pathLst>
          </a:custGeom>
          <a:solidFill>
            <a:srgbClr val="2DA1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</TotalTime>
  <Words>1400</Words>
  <Application>Microsoft Office PowerPoint</Application>
  <PresentationFormat>Personalizado</PresentationFormat>
  <Paragraphs>168</Paragraphs>
  <Slides>18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3" baseType="lpstr">
      <vt:lpstr>Arial</vt:lpstr>
      <vt:lpstr>Calibri</vt:lpstr>
      <vt:lpstr>Segoe UI Symbol</vt:lpstr>
      <vt:lpstr>Wingdings</vt:lpstr>
      <vt:lpstr>Office Theme</vt:lpstr>
      <vt:lpstr>Presentación de PowerPoint</vt:lpstr>
      <vt:lpstr>Contenidos</vt:lpstr>
      <vt:lpstr>Introducción</vt:lpstr>
      <vt:lpstr>Hosting o Alojamiento Web</vt:lpstr>
      <vt:lpstr>Hosting – ¿Qué nos puede ofrecer?</vt:lpstr>
      <vt:lpstr>Hosting – ¿Qué nos puede ofrecer? (II)</vt:lpstr>
      <vt:lpstr>Hosting – ¿Qué nos puede ofrecer? (III)</vt:lpstr>
      <vt:lpstr>Hosting – ¿Qué nos puede ofrecer? (IV)</vt:lpstr>
      <vt:lpstr>Hosting – Tipos de Alojamiento</vt:lpstr>
      <vt:lpstr>HOSTING – GRATUITOS</vt:lpstr>
      <vt:lpstr>Hosting – de PAGO</vt:lpstr>
      <vt:lpstr>Dominios</vt:lpstr>
      <vt:lpstr>DOMINIOS - GRATUITOS</vt:lpstr>
      <vt:lpstr>DOMINIOS – GRATUITOS (II)</vt:lpstr>
      <vt:lpstr>Dominios – de PAGO</vt:lpstr>
      <vt:lpstr>DOMINIOS – DE PAGO (II)</vt:lpstr>
      <vt:lpstr>DOMINIOS – DE PAGO (III)</vt:lpstr>
      <vt:lpstr>FTP – File Transfer Protocol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\376\377\000H\000o\000s\000t\000i\000n\000g\000D\000o\000m\000i\000n\000i\000o</dc:title>
  <dc:creator>\376\377\000I\000v\000\341\000n</dc:creator>
  <cp:lastModifiedBy>Norbey Muñoz</cp:lastModifiedBy>
  <cp:revision>1</cp:revision>
  <dcterms:created xsi:type="dcterms:W3CDTF">2023-08-28T20:57:35Z</dcterms:created>
  <dcterms:modified xsi:type="dcterms:W3CDTF">2026-09-02T16:16:02Z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2009-06-04T00:00:00Z</vt:filetime>
  </property>
  <property fmtid="{D5CDD505-2E9C-101B-9397-08002B2CF9AE}" pid="3" name="Creator">
    <vt:lpwstr>\376\377\000P\000D\000F\000C\000r\000e\000a\000t\000o\000r\000 \000V\000e\000r\000s\000i\000o\000n\000 \0000\000.\0009\000.\0006</vt:lpwstr>
  </property>
  <property fmtid="{D5CDD505-2E9C-101B-9397-08002B2CF9AE}" pid="4" name="LastSaved">
    <vt:filetime>2023-08-28T00:00:00Z</vt:filetime>
  </property>
  <property fmtid="{D5CDD505-2E9C-101B-9397-08002B2CF9AE}" pid="5" name="Producer">
    <vt:lpwstr>GPL Ghostscript 8.63</vt:lpwstr>
  </property>
</Properties>
</file>